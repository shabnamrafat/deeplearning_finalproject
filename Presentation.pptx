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2" r:id="rId2"/>
    <p:sldId id="274" r:id="rId3"/>
    <p:sldId id="276" r:id="rId4"/>
    <p:sldId id="289" r:id="rId5"/>
    <p:sldId id="297" r:id="rId6"/>
    <p:sldId id="277" r:id="rId7"/>
    <p:sldId id="279" r:id="rId8"/>
    <p:sldId id="295" r:id="rId9"/>
    <p:sldId id="280" r:id="rId10"/>
    <p:sldId id="296" r:id="rId11"/>
    <p:sldId id="294" r:id="rId12"/>
    <p:sldId id="281" r:id="rId13"/>
    <p:sldId id="282" r:id="rId14"/>
    <p:sldId id="283" r:id="rId15"/>
    <p:sldId id="275" r:id="rId16"/>
    <p:sldId id="284" r:id="rId17"/>
    <p:sldId id="285" r:id="rId18"/>
    <p:sldId id="291" r:id="rId19"/>
    <p:sldId id="292" r:id="rId20"/>
    <p:sldId id="286" r:id="rId21"/>
    <p:sldId id="273" r:id="rId22"/>
    <p:sldId id="278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C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404" autoAdjust="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B6C6A-8E5B-6549-AACB-F2A6611EB9FE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AB3B0-3DCA-CC40-B01C-600B342D0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2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AB3B0-3DCA-CC40-B01C-600B342D05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9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AB3B0-3DCA-CC40-B01C-600B342D05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7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10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418794-34B8-2344-B908-F85EEE31FA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4048" y="3429000"/>
            <a:ext cx="10327341" cy="2785820"/>
          </a:xfrm>
          <a:custGeom>
            <a:avLst/>
            <a:gdLst>
              <a:gd name="connsiteX0" fmla="*/ 0 w 10327341"/>
              <a:gd name="connsiteY0" fmla="*/ 0 h 2785820"/>
              <a:gd name="connsiteX1" fmla="*/ 9406544 w 10327341"/>
              <a:gd name="connsiteY1" fmla="*/ 0 h 2785820"/>
              <a:gd name="connsiteX2" fmla="*/ 10327341 w 10327341"/>
              <a:gd name="connsiteY2" fmla="*/ 920797 h 2785820"/>
              <a:gd name="connsiteX3" fmla="*/ 10327341 w 10327341"/>
              <a:gd name="connsiteY3" fmla="*/ 2785820 h 2785820"/>
              <a:gd name="connsiteX4" fmla="*/ 920797 w 10327341"/>
              <a:gd name="connsiteY4" fmla="*/ 2785820 h 2785820"/>
              <a:gd name="connsiteX5" fmla="*/ 0 w 10327341"/>
              <a:gd name="connsiteY5" fmla="*/ 1865023 h 278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27341" h="2785820">
                <a:moveTo>
                  <a:pt x="0" y="0"/>
                </a:moveTo>
                <a:lnTo>
                  <a:pt x="9406544" y="0"/>
                </a:lnTo>
                <a:lnTo>
                  <a:pt x="10327341" y="920797"/>
                </a:lnTo>
                <a:lnTo>
                  <a:pt x="10327341" y="2785820"/>
                </a:lnTo>
                <a:lnTo>
                  <a:pt x="920797" y="2785820"/>
                </a:lnTo>
                <a:lnTo>
                  <a:pt x="0" y="1865023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10761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36665AC-FF9A-3F42-8033-F7EF5AFE26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4047" y="3382506"/>
            <a:ext cx="10327341" cy="2584342"/>
          </a:xfrm>
          <a:custGeom>
            <a:avLst/>
            <a:gdLst>
              <a:gd name="connsiteX0" fmla="*/ 0 w 10327341"/>
              <a:gd name="connsiteY0" fmla="*/ 0 h 2584342"/>
              <a:gd name="connsiteX1" fmla="*/ 9674433 w 10327341"/>
              <a:gd name="connsiteY1" fmla="*/ 0 h 2584342"/>
              <a:gd name="connsiteX2" fmla="*/ 10327341 w 10327341"/>
              <a:gd name="connsiteY2" fmla="*/ 652908 h 2584342"/>
              <a:gd name="connsiteX3" fmla="*/ 10327341 w 10327341"/>
              <a:gd name="connsiteY3" fmla="*/ 2584342 h 2584342"/>
              <a:gd name="connsiteX4" fmla="*/ 652908 w 10327341"/>
              <a:gd name="connsiteY4" fmla="*/ 2584342 h 2584342"/>
              <a:gd name="connsiteX5" fmla="*/ 0 w 10327341"/>
              <a:gd name="connsiteY5" fmla="*/ 1931434 h 25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27341" h="2584342">
                <a:moveTo>
                  <a:pt x="0" y="0"/>
                </a:moveTo>
                <a:lnTo>
                  <a:pt x="9674433" y="0"/>
                </a:lnTo>
                <a:lnTo>
                  <a:pt x="10327341" y="652908"/>
                </a:lnTo>
                <a:lnTo>
                  <a:pt x="10327341" y="2584342"/>
                </a:lnTo>
                <a:lnTo>
                  <a:pt x="652908" y="2584342"/>
                </a:lnTo>
                <a:lnTo>
                  <a:pt x="0" y="193143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A5CCDA-63A0-0C40-B37A-FFC192A10F6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32176" y="1121338"/>
            <a:ext cx="3799211" cy="1686324"/>
          </a:xfrm>
          <a:custGeom>
            <a:avLst/>
            <a:gdLst>
              <a:gd name="connsiteX0" fmla="*/ 0 w 3799211"/>
              <a:gd name="connsiteY0" fmla="*/ 0 h 1686324"/>
              <a:gd name="connsiteX1" fmla="*/ 3263533 w 3799211"/>
              <a:gd name="connsiteY1" fmla="*/ 0 h 1686324"/>
              <a:gd name="connsiteX2" fmla="*/ 3799211 w 3799211"/>
              <a:gd name="connsiteY2" fmla="*/ 535678 h 1686324"/>
              <a:gd name="connsiteX3" fmla="*/ 3799211 w 3799211"/>
              <a:gd name="connsiteY3" fmla="*/ 1686324 h 1686324"/>
              <a:gd name="connsiteX4" fmla="*/ 535678 w 3799211"/>
              <a:gd name="connsiteY4" fmla="*/ 1686324 h 1686324"/>
              <a:gd name="connsiteX5" fmla="*/ 0 w 3799211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99211" h="1686324">
                <a:moveTo>
                  <a:pt x="0" y="0"/>
                </a:moveTo>
                <a:lnTo>
                  <a:pt x="3263533" y="0"/>
                </a:lnTo>
                <a:lnTo>
                  <a:pt x="3799211" y="535678"/>
                </a:lnTo>
                <a:lnTo>
                  <a:pt x="3799211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59523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8A8D81F-1607-924C-93BD-5F85FC2C67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77194" y="3222886"/>
            <a:ext cx="5967533" cy="2713982"/>
          </a:xfrm>
          <a:custGeom>
            <a:avLst/>
            <a:gdLst>
              <a:gd name="connsiteX0" fmla="*/ 0 w 5967533"/>
              <a:gd name="connsiteY0" fmla="*/ 0 h 2713982"/>
              <a:gd name="connsiteX1" fmla="*/ 5293163 w 5967533"/>
              <a:gd name="connsiteY1" fmla="*/ 0 h 2713982"/>
              <a:gd name="connsiteX2" fmla="*/ 5967533 w 5967533"/>
              <a:gd name="connsiteY2" fmla="*/ 674370 h 2713982"/>
              <a:gd name="connsiteX3" fmla="*/ 5967533 w 5967533"/>
              <a:gd name="connsiteY3" fmla="*/ 2713982 h 2713982"/>
              <a:gd name="connsiteX4" fmla="*/ 674370 w 5967533"/>
              <a:gd name="connsiteY4" fmla="*/ 2713982 h 2713982"/>
              <a:gd name="connsiteX5" fmla="*/ 0 w 5967533"/>
              <a:gd name="connsiteY5" fmla="*/ 2039612 h 2713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67533" h="2713982">
                <a:moveTo>
                  <a:pt x="0" y="0"/>
                </a:moveTo>
                <a:lnTo>
                  <a:pt x="5293163" y="0"/>
                </a:lnTo>
                <a:lnTo>
                  <a:pt x="5967533" y="674370"/>
                </a:lnTo>
                <a:lnTo>
                  <a:pt x="5967533" y="2713982"/>
                </a:lnTo>
                <a:lnTo>
                  <a:pt x="674370" y="2713982"/>
                </a:lnTo>
                <a:lnTo>
                  <a:pt x="0" y="203961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F590C9E-BD7B-DA4E-8B84-A63DCF73E2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47273" y="2473377"/>
            <a:ext cx="3214865" cy="3463491"/>
          </a:xfrm>
          <a:custGeom>
            <a:avLst/>
            <a:gdLst>
              <a:gd name="connsiteX0" fmla="*/ 0 w 3214865"/>
              <a:gd name="connsiteY0" fmla="*/ 0 h 3463491"/>
              <a:gd name="connsiteX1" fmla="*/ 2582533 w 3214865"/>
              <a:gd name="connsiteY1" fmla="*/ 0 h 3463491"/>
              <a:gd name="connsiteX2" fmla="*/ 3214865 w 3214865"/>
              <a:gd name="connsiteY2" fmla="*/ 632332 h 3463491"/>
              <a:gd name="connsiteX3" fmla="*/ 3214865 w 3214865"/>
              <a:gd name="connsiteY3" fmla="*/ 3463491 h 3463491"/>
              <a:gd name="connsiteX4" fmla="*/ 632332 w 3214865"/>
              <a:gd name="connsiteY4" fmla="*/ 3463491 h 3463491"/>
              <a:gd name="connsiteX5" fmla="*/ 0 w 3214865"/>
              <a:gd name="connsiteY5" fmla="*/ 2831159 h 346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4865" h="3463491">
                <a:moveTo>
                  <a:pt x="0" y="0"/>
                </a:moveTo>
                <a:lnTo>
                  <a:pt x="2582533" y="0"/>
                </a:lnTo>
                <a:lnTo>
                  <a:pt x="3214865" y="632332"/>
                </a:lnTo>
                <a:lnTo>
                  <a:pt x="3214865" y="3463491"/>
                </a:lnTo>
                <a:lnTo>
                  <a:pt x="632332" y="3463491"/>
                </a:lnTo>
                <a:lnTo>
                  <a:pt x="0" y="283115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274943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C260871-B3CD-124B-8E7B-9EB6A2AD72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00014" y="1084873"/>
            <a:ext cx="3587940" cy="4836242"/>
          </a:xfrm>
          <a:custGeom>
            <a:avLst/>
            <a:gdLst>
              <a:gd name="connsiteX0" fmla="*/ 0 w 3587940"/>
              <a:gd name="connsiteY0" fmla="*/ 0 h 4836242"/>
              <a:gd name="connsiteX1" fmla="*/ 2882228 w 3587940"/>
              <a:gd name="connsiteY1" fmla="*/ 0 h 4836242"/>
              <a:gd name="connsiteX2" fmla="*/ 3587940 w 3587940"/>
              <a:gd name="connsiteY2" fmla="*/ 705712 h 4836242"/>
              <a:gd name="connsiteX3" fmla="*/ 3587940 w 3587940"/>
              <a:gd name="connsiteY3" fmla="*/ 4836242 h 4836242"/>
              <a:gd name="connsiteX4" fmla="*/ 705712 w 3587940"/>
              <a:gd name="connsiteY4" fmla="*/ 4836242 h 4836242"/>
              <a:gd name="connsiteX5" fmla="*/ 0 w 3587940"/>
              <a:gd name="connsiteY5" fmla="*/ 4130530 h 483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87940" h="4836242">
                <a:moveTo>
                  <a:pt x="0" y="0"/>
                </a:moveTo>
                <a:lnTo>
                  <a:pt x="2882228" y="0"/>
                </a:lnTo>
                <a:lnTo>
                  <a:pt x="3587940" y="705712"/>
                </a:lnTo>
                <a:lnTo>
                  <a:pt x="3587940" y="4836242"/>
                </a:lnTo>
                <a:lnTo>
                  <a:pt x="705712" y="4836242"/>
                </a:lnTo>
                <a:lnTo>
                  <a:pt x="0" y="413053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42F6B5B-ACD1-A448-8A7E-F6955230EA1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43670" y="1084873"/>
            <a:ext cx="2580802" cy="2812570"/>
          </a:xfrm>
          <a:custGeom>
            <a:avLst/>
            <a:gdLst>
              <a:gd name="connsiteX0" fmla="*/ 0 w 2580802"/>
              <a:gd name="connsiteY0" fmla="*/ 0 h 2812570"/>
              <a:gd name="connsiteX1" fmla="*/ 2073184 w 2580802"/>
              <a:gd name="connsiteY1" fmla="*/ 0 h 2812570"/>
              <a:gd name="connsiteX2" fmla="*/ 2580802 w 2580802"/>
              <a:gd name="connsiteY2" fmla="*/ 507618 h 2812570"/>
              <a:gd name="connsiteX3" fmla="*/ 2580802 w 2580802"/>
              <a:gd name="connsiteY3" fmla="*/ 2812570 h 2812570"/>
              <a:gd name="connsiteX4" fmla="*/ 507618 w 2580802"/>
              <a:gd name="connsiteY4" fmla="*/ 2812570 h 2812570"/>
              <a:gd name="connsiteX5" fmla="*/ 0 w 2580802"/>
              <a:gd name="connsiteY5" fmla="*/ 2304952 h 28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0802" h="2812570">
                <a:moveTo>
                  <a:pt x="0" y="0"/>
                </a:moveTo>
                <a:lnTo>
                  <a:pt x="2073184" y="0"/>
                </a:lnTo>
                <a:lnTo>
                  <a:pt x="2580802" y="507618"/>
                </a:lnTo>
                <a:lnTo>
                  <a:pt x="2580802" y="2812570"/>
                </a:lnTo>
                <a:lnTo>
                  <a:pt x="507618" y="2812570"/>
                </a:lnTo>
                <a:lnTo>
                  <a:pt x="0" y="230495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67339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89708030-A74E-0B67-5452-09C2386E56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4046" y="1084873"/>
            <a:ext cx="3587940" cy="4836242"/>
          </a:xfrm>
          <a:custGeom>
            <a:avLst/>
            <a:gdLst>
              <a:gd name="connsiteX0" fmla="*/ 0 w 3587940"/>
              <a:gd name="connsiteY0" fmla="*/ 0 h 4836242"/>
              <a:gd name="connsiteX1" fmla="*/ 2882228 w 3587940"/>
              <a:gd name="connsiteY1" fmla="*/ 0 h 4836242"/>
              <a:gd name="connsiteX2" fmla="*/ 3587940 w 3587940"/>
              <a:gd name="connsiteY2" fmla="*/ 705712 h 4836242"/>
              <a:gd name="connsiteX3" fmla="*/ 3587940 w 3587940"/>
              <a:gd name="connsiteY3" fmla="*/ 4836242 h 4836242"/>
              <a:gd name="connsiteX4" fmla="*/ 705712 w 3587940"/>
              <a:gd name="connsiteY4" fmla="*/ 4836242 h 4836242"/>
              <a:gd name="connsiteX5" fmla="*/ 0 w 3587940"/>
              <a:gd name="connsiteY5" fmla="*/ 4130530 h 483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87940" h="4836242">
                <a:moveTo>
                  <a:pt x="0" y="0"/>
                </a:moveTo>
                <a:lnTo>
                  <a:pt x="2882228" y="0"/>
                </a:lnTo>
                <a:lnTo>
                  <a:pt x="3587940" y="705712"/>
                </a:lnTo>
                <a:lnTo>
                  <a:pt x="3587940" y="4836242"/>
                </a:lnTo>
                <a:lnTo>
                  <a:pt x="705712" y="4836242"/>
                </a:lnTo>
                <a:lnTo>
                  <a:pt x="0" y="413053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273E60D3-4172-7DF1-1B13-E3F7A11735D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36922" y="3108545"/>
            <a:ext cx="2580802" cy="2812570"/>
          </a:xfrm>
          <a:custGeom>
            <a:avLst/>
            <a:gdLst>
              <a:gd name="connsiteX0" fmla="*/ 0 w 2580802"/>
              <a:gd name="connsiteY0" fmla="*/ 0 h 2812570"/>
              <a:gd name="connsiteX1" fmla="*/ 2073184 w 2580802"/>
              <a:gd name="connsiteY1" fmla="*/ 0 h 2812570"/>
              <a:gd name="connsiteX2" fmla="*/ 2580802 w 2580802"/>
              <a:gd name="connsiteY2" fmla="*/ 507618 h 2812570"/>
              <a:gd name="connsiteX3" fmla="*/ 2580802 w 2580802"/>
              <a:gd name="connsiteY3" fmla="*/ 2812570 h 2812570"/>
              <a:gd name="connsiteX4" fmla="*/ 507618 w 2580802"/>
              <a:gd name="connsiteY4" fmla="*/ 2812570 h 2812570"/>
              <a:gd name="connsiteX5" fmla="*/ 0 w 2580802"/>
              <a:gd name="connsiteY5" fmla="*/ 2304952 h 28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0802" h="2812570">
                <a:moveTo>
                  <a:pt x="0" y="0"/>
                </a:moveTo>
                <a:lnTo>
                  <a:pt x="2073184" y="0"/>
                </a:lnTo>
                <a:lnTo>
                  <a:pt x="2580802" y="507618"/>
                </a:lnTo>
                <a:lnTo>
                  <a:pt x="2580802" y="2812570"/>
                </a:lnTo>
                <a:lnTo>
                  <a:pt x="507618" y="2812570"/>
                </a:lnTo>
                <a:lnTo>
                  <a:pt x="0" y="230495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85154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885DDB8-93C0-0849-89A1-A705C0C06F4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46754" y="3375213"/>
            <a:ext cx="3049703" cy="1686324"/>
          </a:xfrm>
          <a:custGeom>
            <a:avLst/>
            <a:gdLst>
              <a:gd name="connsiteX0" fmla="*/ 0 w 3049703"/>
              <a:gd name="connsiteY0" fmla="*/ 0 h 1686324"/>
              <a:gd name="connsiteX1" fmla="*/ 2514025 w 3049703"/>
              <a:gd name="connsiteY1" fmla="*/ 0 h 1686324"/>
              <a:gd name="connsiteX2" fmla="*/ 3049703 w 3049703"/>
              <a:gd name="connsiteY2" fmla="*/ 535678 h 1686324"/>
              <a:gd name="connsiteX3" fmla="*/ 3049703 w 3049703"/>
              <a:gd name="connsiteY3" fmla="*/ 1686324 h 1686324"/>
              <a:gd name="connsiteX4" fmla="*/ 535678 w 3049703"/>
              <a:gd name="connsiteY4" fmla="*/ 1686324 h 1686324"/>
              <a:gd name="connsiteX5" fmla="*/ 0 w 3049703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9703" h="1686324">
                <a:moveTo>
                  <a:pt x="0" y="0"/>
                </a:moveTo>
                <a:lnTo>
                  <a:pt x="2514025" y="0"/>
                </a:lnTo>
                <a:lnTo>
                  <a:pt x="3049703" y="535678"/>
                </a:lnTo>
                <a:lnTo>
                  <a:pt x="3049703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DFE989B-5225-4F4F-9D2E-374671AAEE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45965" y="3375213"/>
            <a:ext cx="3049703" cy="1686324"/>
          </a:xfrm>
          <a:custGeom>
            <a:avLst/>
            <a:gdLst>
              <a:gd name="connsiteX0" fmla="*/ 0 w 3049703"/>
              <a:gd name="connsiteY0" fmla="*/ 0 h 1686324"/>
              <a:gd name="connsiteX1" fmla="*/ 2514025 w 3049703"/>
              <a:gd name="connsiteY1" fmla="*/ 0 h 1686324"/>
              <a:gd name="connsiteX2" fmla="*/ 3049703 w 3049703"/>
              <a:gd name="connsiteY2" fmla="*/ 535678 h 1686324"/>
              <a:gd name="connsiteX3" fmla="*/ 3049703 w 3049703"/>
              <a:gd name="connsiteY3" fmla="*/ 1686324 h 1686324"/>
              <a:gd name="connsiteX4" fmla="*/ 535678 w 3049703"/>
              <a:gd name="connsiteY4" fmla="*/ 1686324 h 1686324"/>
              <a:gd name="connsiteX5" fmla="*/ 0 w 3049703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9703" h="1686324">
                <a:moveTo>
                  <a:pt x="0" y="0"/>
                </a:moveTo>
                <a:lnTo>
                  <a:pt x="2514025" y="0"/>
                </a:lnTo>
                <a:lnTo>
                  <a:pt x="3049703" y="535678"/>
                </a:lnTo>
                <a:lnTo>
                  <a:pt x="3049703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09EA23D-1149-B54A-BB25-89CF8D6C3FB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47544" y="3375213"/>
            <a:ext cx="3049703" cy="1686324"/>
          </a:xfrm>
          <a:custGeom>
            <a:avLst/>
            <a:gdLst>
              <a:gd name="connsiteX0" fmla="*/ 0 w 3049703"/>
              <a:gd name="connsiteY0" fmla="*/ 0 h 1686324"/>
              <a:gd name="connsiteX1" fmla="*/ 2514025 w 3049703"/>
              <a:gd name="connsiteY1" fmla="*/ 0 h 1686324"/>
              <a:gd name="connsiteX2" fmla="*/ 3049703 w 3049703"/>
              <a:gd name="connsiteY2" fmla="*/ 535678 h 1686324"/>
              <a:gd name="connsiteX3" fmla="*/ 3049703 w 3049703"/>
              <a:gd name="connsiteY3" fmla="*/ 1686324 h 1686324"/>
              <a:gd name="connsiteX4" fmla="*/ 535678 w 3049703"/>
              <a:gd name="connsiteY4" fmla="*/ 1686324 h 1686324"/>
              <a:gd name="connsiteX5" fmla="*/ 0 w 3049703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9703" h="1686324">
                <a:moveTo>
                  <a:pt x="0" y="0"/>
                </a:moveTo>
                <a:lnTo>
                  <a:pt x="2514025" y="0"/>
                </a:lnTo>
                <a:lnTo>
                  <a:pt x="3049703" y="535678"/>
                </a:lnTo>
                <a:lnTo>
                  <a:pt x="3049703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88750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0980179-BD7A-9945-AF9F-6EB5287529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02084" y="3375213"/>
            <a:ext cx="3049703" cy="1686324"/>
          </a:xfrm>
          <a:custGeom>
            <a:avLst/>
            <a:gdLst>
              <a:gd name="connsiteX0" fmla="*/ 0 w 3049703"/>
              <a:gd name="connsiteY0" fmla="*/ 0 h 1686324"/>
              <a:gd name="connsiteX1" fmla="*/ 2514025 w 3049703"/>
              <a:gd name="connsiteY1" fmla="*/ 0 h 1686324"/>
              <a:gd name="connsiteX2" fmla="*/ 3049703 w 3049703"/>
              <a:gd name="connsiteY2" fmla="*/ 535678 h 1686324"/>
              <a:gd name="connsiteX3" fmla="*/ 3049703 w 3049703"/>
              <a:gd name="connsiteY3" fmla="*/ 1686324 h 1686324"/>
              <a:gd name="connsiteX4" fmla="*/ 535678 w 3049703"/>
              <a:gd name="connsiteY4" fmla="*/ 1686324 h 1686324"/>
              <a:gd name="connsiteX5" fmla="*/ 0 w 3049703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9703" h="1686324">
                <a:moveTo>
                  <a:pt x="0" y="0"/>
                </a:moveTo>
                <a:lnTo>
                  <a:pt x="2514025" y="0"/>
                </a:lnTo>
                <a:lnTo>
                  <a:pt x="3049703" y="535678"/>
                </a:lnTo>
                <a:lnTo>
                  <a:pt x="3049703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C646D6-D3AD-5649-97C0-EAB17D3B5D1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01295" y="3375213"/>
            <a:ext cx="3049703" cy="1686324"/>
          </a:xfrm>
          <a:custGeom>
            <a:avLst/>
            <a:gdLst>
              <a:gd name="connsiteX0" fmla="*/ 0 w 3049703"/>
              <a:gd name="connsiteY0" fmla="*/ 0 h 1686324"/>
              <a:gd name="connsiteX1" fmla="*/ 2514025 w 3049703"/>
              <a:gd name="connsiteY1" fmla="*/ 0 h 1686324"/>
              <a:gd name="connsiteX2" fmla="*/ 3049703 w 3049703"/>
              <a:gd name="connsiteY2" fmla="*/ 535678 h 1686324"/>
              <a:gd name="connsiteX3" fmla="*/ 3049703 w 3049703"/>
              <a:gd name="connsiteY3" fmla="*/ 1686324 h 1686324"/>
              <a:gd name="connsiteX4" fmla="*/ 535678 w 3049703"/>
              <a:gd name="connsiteY4" fmla="*/ 1686324 h 1686324"/>
              <a:gd name="connsiteX5" fmla="*/ 0 w 3049703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9703" h="1686324">
                <a:moveTo>
                  <a:pt x="0" y="0"/>
                </a:moveTo>
                <a:lnTo>
                  <a:pt x="2514025" y="0"/>
                </a:lnTo>
                <a:lnTo>
                  <a:pt x="3049703" y="535678"/>
                </a:lnTo>
                <a:lnTo>
                  <a:pt x="3049703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54DE900-B663-124D-AB78-5C091463CC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00506" y="3375213"/>
            <a:ext cx="3049703" cy="1686324"/>
          </a:xfrm>
          <a:custGeom>
            <a:avLst/>
            <a:gdLst>
              <a:gd name="connsiteX0" fmla="*/ 0 w 3049703"/>
              <a:gd name="connsiteY0" fmla="*/ 0 h 1686324"/>
              <a:gd name="connsiteX1" fmla="*/ 2514025 w 3049703"/>
              <a:gd name="connsiteY1" fmla="*/ 0 h 1686324"/>
              <a:gd name="connsiteX2" fmla="*/ 3049703 w 3049703"/>
              <a:gd name="connsiteY2" fmla="*/ 535678 h 1686324"/>
              <a:gd name="connsiteX3" fmla="*/ 3049703 w 3049703"/>
              <a:gd name="connsiteY3" fmla="*/ 1686324 h 1686324"/>
              <a:gd name="connsiteX4" fmla="*/ 535678 w 3049703"/>
              <a:gd name="connsiteY4" fmla="*/ 1686324 h 1686324"/>
              <a:gd name="connsiteX5" fmla="*/ 0 w 3049703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9703" h="1686324">
                <a:moveTo>
                  <a:pt x="0" y="0"/>
                </a:moveTo>
                <a:lnTo>
                  <a:pt x="2514025" y="0"/>
                </a:lnTo>
                <a:lnTo>
                  <a:pt x="3049703" y="535678"/>
                </a:lnTo>
                <a:lnTo>
                  <a:pt x="3049703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4531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90DF868-782C-144F-9E12-A9338E646E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6903" y="3053383"/>
            <a:ext cx="3038193" cy="1605337"/>
          </a:xfrm>
          <a:custGeom>
            <a:avLst/>
            <a:gdLst>
              <a:gd name="connsiteX0" fmla="*/ 0 w 3038193"/>
              <a:gd name="connsiteY0" fmla="*/ 0 h 1605337"/>
              <a:gd name="connsiteX1" fmla="*/ 2497467 w 3038193"/>
              <a:gd name="connsiteY1" fmla="*/ 0 h 1605337"/>
              <a:gd name="connsiteX2" fmla="*/ 3038193 w 3038193"/>
              <a:gd name="connsiteY2" fmla="*/ 540726 h 1605337"/>
              <a:gd name="connsiteX3" fmla="*/ 3038193 w 3038193"/>
              <a:gd name="connsiteY3" fmla="*/ 1605337 h 1605337"/>
              <a:gd name="connsiteX4" fmla="*/ 540726 w 3038193"/>
              <a:gd name="connsiteY4" fmla="*/ 1605337 h 1605337"/>
              <a:gd name="connsiteX5" fmla="*/ 0 w 3038193"/>
              <a:gd name="connsiteY5" fmla="*/ 1064611 h 160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605337">
                <a:moveTo>
                  <a:pt x="0" y="0"/>
                </a:moveTo>
                <a:lnTo>
                  <a:pt x="2497467" y="0"/>
                </a:lnTo>
                <a:lnTo>
                  <a:pt x="3038193" y="540726"/>
                </a:lnTo>
                <a:lnTo>
                  <a:pt x="3038193" y="1605337"/>
                </a:lnTo>
                <a:lnTo>
                  <a:pt x="540726" y="1605337"/>
                </a:lnTo>
                <a:lnTo>
                  <a:pt x="0" y="106461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6929F-2E17-6F40-BC3E-3B2B95440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93972" y="3053382"/>
            <a:ext cx="3038193" cy="1605337"/>
          </a:xfrm>
          <a:custGeom>
            <a:avLst/>
            <a:gdLst>
              <a:gd name="connsiteX0" fmla="*/ 0 w 3038193"/>
              <a:gd name="connsiteY0" fmla="*/ 0 h 1605337"/>
              <a:gd name="connsiteX1" fmla="*/ 2497467 w 3038193"/>
              <a:gd name="connsiteY1" fmla="*/ 0 h 1605337"/>
              <a:gd name="connsiteX2" fmla="*/ 3038193 w 3038193"/>
              <a:gd name="connsiteY2" fmla="*/ 540726 h 1605337"/>
              <a:gd name="connsiteX3" fmla="*/ 3038193 w 3038193"/>
              <a:gd name="connsiteY3" fmla="*/ 1605337 h 1605337"/>
              <a:gd name="connsiteX4" fmla="*/ 540726 w 3038193"/>
              <a:gd name="connsiteY4" fmla="*/ 1605337 h 1605337"/>
              <a:gd name="connsiteX5" fmla="*/ 0 w 3038193"/>
              <a:gd name="connsiteY5" fmla="*/ 1064611 h 160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605337">
                <a:moveTo>
                  <a:pt x="0" y="0"/>
                </a:moveTo>
                <a:lnTo>
                  <a:pt x="2497467" y="0"/>
                </a:lnTo>
                <a:lnTo>
                  <a:pt x="3038193" y="540726"/>
                </a:lnTo>
                <a:lnTo>
                  <a:pt x="3038193" y="1605337"/>
                </a:lnTo>
                <a:lnTo>
                  <a:pt x="540726" y="1605337"/>
                </a:lnTo>
                <a:lnTo>
                  <a:pt x="0" y="106461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80BDCDA-FCF0-0F47-B31C-A9488C065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59834" y="3053384"/>
            <a:ext cx="3038193" cy="1605337"/>
          </a:xfrm>
          <a:custGeom>
            <a:avLst/>
            <a:gdLst>
              <a:gd name="connsiteX0" fmla="*/ 0 w 3038193"/>
              <a:gd name="connsiteY0" fmla="*/ 0 h 1605337"/>
              <a:gd name="connsiteX1" fmla="*/ 2497467 w 3038193"/>
              <a:gd name="connsiteY1" fmla="*/ 0 h 1605337"/>
              <a:gd name="connsiteX2" fmla="*/ 3038193 w 3038193"/>
              <a:gd name="connsiteY2" fmla="*/ 540726 h 1605337"/>
              <a:gd name="connsiteX3" fmla="*/ 3038193 w 3038193"/>
              <a:gd name="connsiteY3" fmla="*/ 1605337 h 1605337"/>
              <a:gd name="connsiteX4" fmla="*/ 540726 w 3038193"/>
              <a:gd name="connsiteY4" fmla="*/ 1605337 h 1605337"/>
              <a:gd name="connsiteX5" fmla="*/ 0 w 3038193"/>
              <a:gd name="connsiteY5" fmla="*/ 1064611 h 160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605337">
                <a:moveTo>
                  <a:pt x="0" y="0"/>
                </a:moveTo>
                <a:lnTo>
                  <a:pt x="2497467" y="0"/>
                </a:lnTo>
                <a:lnTo>
                  <a:pt x="3038193" y="540726"/>
                </a:lnTo>
                <a:lnTo>
                  <a:pt x="3038193" y="1605337"/>
                </a:lnTo>
                <a:lnTo>
                  <a:pt x="540726" y="1605337"/>
                </a:lnTo>
                <a:lnTo>
                  <a:pt x="0" y="106461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40102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A2EE0C-42B9-A040-9460-C0793F6282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98419" y="2994485"/>
            <a:ext cx="2795162" cy="2833942"/>
          </a:xfrm>
          <a:custGeom>
            <a:avLst/>
            <a:gdLst>
              <a:gd name="connsiteX0" fmla="*/ 0 w 2795162"/>
              <a:gd name="connsiteY0" fmla="*/ 0 h 2833942"/>
              <a:gd name="connsiteX1" fmla="*/ 2231490 w 2795162"/>
              <a:gd name="connsiteY1" fmla="*/ 0 h 2833942"/>
              <a:gd name="connsiteX2" fmla="*/ 2795162 w 2795162"/>
              <a:gd name="connsiteY2" fmla="*/ 563672 h 2833942"/>
              <a:gd name="connsiteX3" fmla="*/ 2795162 w 2795162"/>
              <a:gd name="connsiteY3" fmla="*/ 2833942 h 2833942"/>
              <a:gd name="connsiteX4" fmla="*/ 563672 w 2795162"/>
              <a:gd name="connsiteY4" fmla="*/ 2833942 h 2833942"/>
              <a:gd name="connsiteX5" fmla="*/ 0 w 2795162"/>
              <a:gd name="connsiteY5" fmla="*/ 2270270 h 283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5162" h="2833942">
                <a:moveTo>
                  <a:pt x="0" y="0"/>
                </a:moveTo>
                <a:lnTo>
                  <a:pt x="2231490" y="0"/>
                </a:lnTo>
                <a:lnTo>
                  <a:pt x="2795162" y="563672"/>
                </a:lnTo>
                <a:lnTo>
                  <a:pt x="2795162" y="2833942"/>
                </a:lnTo>
                <a:lnTo>
                  <a:pt x="563672" y="2833942"/>
                </a:lnTo>
                <a:lnTo>
                  <a:pt x="0" y="227027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6674AED-F4ED-A444-AB12-4C1C53C006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93973" y="2994485"/>
            <a:ext cx="2795162" cy="2833942"/>
          </a:xfrm>
          <a:custGeom>
            <a:avLst/>
            <a:gdLst>
              <a:gd name="connsiteX0" fmla="*/ 0 w 2795162"/>
              <a:gd name="connsiteY0" fmla="*/ 0 h 2833942"/>
              <a:gd name="connsiteX1" fmla="*/ 2231490 w 2795162"/>
              <a:gd name="connsiteY1" fmla="*/ 0 h 2833942"/>
              <a:gd name="connsiteX2" fmla="*/ 2795162 w 2795162"/>
              <a:gd name="connsiteY2" fmla="*/ 563672 h 2833942"/>
              <a:gd name="connsiteX3" fmla="*/ 2795162 w 2795162"/>
              <a:gd name="connsiteY3" fmla="*/ 2833942 h 2833942"/>
              <a:gd name="connsiteX4" fmla="*/ 563672 w 2795162"/>
              <a:gd name="connsiteY4" fmla="*/ 2833942 h 2833942"/>
              <a:gd name="connsiteX5" fmla="*/ 0 w 2795162"/>
              <a:gd name="connsiteY5" fmla="*/ 2270270 h 283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5162" h="2833942">
                <a:moveTo>
                  <a:pt x="0" y="0"/>
                </a:moveTo>
                <a:lnTo>
                  <a:pt x="2231490" y="0"/>
                </a:lnTo>
                <a:lnTo>
                  <a:pt x="2795162" y="563672"/>
                </a:lnTo>
                <a:lnTo>
                  <a:pt x="2795162" y="2833942"/>
                </a:lnTo>
                <a:lnTo>
                  <a:pt x="563672" y="2833942"/>
                </a:lnTo>
                <a:lnTo>
                  <a:pt x="0" y="227027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D65BB1D-31C0-8E4B-8CB3-8971C72B5B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02865" y="2994485"/>
            <a:ext cx="2795162" cy="2833942"/>
          </a:xfrm>
          <a:custGeom>
            <a:avLst/>
            <a:gdLst>
              <a:gd name="connsiteX0" fmla="*/ 0 w 2795162"/>
              <a:gd name="connsiteY0" fmla="*/ 0 h 2833942"/>
              <a:gd name="connsiteX1" fmla="*/ 2231490 w 2795162"/>
              <a:gd name="connsiteY1" fmla="*/ 0 h 2833942"/>
              <a:gd name="connsiteX2" fmla="*/ 2795162 w 2795162"/>
              <a:gd name="connsiteY2" fmla="*/ 563672 h 2833942"/>
              <a:gd name="connsiteX3" fmla="*/ 2795162 w 2795162"/>
              <a:gd name="connsiteY3" fmla="*/ 2833942 h 2833942"/>
              <a:gd name="connsiteX4" fmla="*/ 563672 w 2795162"/>
              <a:gd name="connsiteY4" fmla="*/ 2833942 h 2833942"/>
              <a:gd name="connsiteX5" fmla="*/ 0 w 2795162"/>
              <a:gd name="connsiteY5" fmla="*/ 2270270 h 283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5162" h="2833942">
                <a:moveTo>
                  <a:pt x="0" y="0"/>
                </a:moveTo>
                <a:lnTo>
                  <a:pt x="2231490" y="0"/>
                </a:lnTo>
                <a:lnTo>
                  <a:pt x="2795162" y="563672"/>
                </a:lnTo>
                <a:lnTo>
                  <a:pt x="2795162" y="2833942"/>
                </a:lnTo>
                <a:lnTo>
                  <a:pt x="563672" y="2833942"/>
                </a:lnTo>
                <a:lnTo>
                  <a:pt x="0" y="227027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22309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D094545-8A21-4760-F6A0-6E6D9B97D9F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596529" y="2415727"/>
            <a:ext cx="3704083" cy="3755473"/>
          </a:xfrm>
          <a:custGeom>
            <a:avLst/>
            <a:gdLst>
              <a:gd name="connsiteX0" fmla="*/ 0 w 2795162"/>
              <a:gd name="connsiteY0" fmla="*/ 0 h 2833942"/>
              <a:gd name="connsiteX1" fmla="*/ 2231490 w 2795162"/>
              <a:gd name="connsiteY1" fmla="*/ 0 h 2833942"/>
              <a:gd name="connsiteX2" fmla="*/ 2795162 w 2795162"/>
              <a:gd name="connsiteY2" fmla="*/ 563672 h 2833942"/>
              <a:gd name="connsiteX3" fmla="*/ 2795162 w 2795162"/>
              <a:gd name="connsiteY3" fmla="*/ 2833942 h 2833942"/>
              <a:gd name="connsiteX4" fmla="*/ 563672 w 2795162"/>
              <a:gd name="connsiteY4" fmla="*/ 2833942 h 2833942"/>
              <a:gd name="connsiteX5" fmla="*/ 0 w 2795162"/>
              <a:gd name="connsiteY5" fmla="*/ 2270270 h 283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5162" h="2833942">
                <a:moveTo>
                  <a:pt x="0" y="0"/>
                </a:moveTo>
                <a:lnTo>
                  <a:pt x="2231490" y="0"/>
                </a:lnTo>
                <a:lnTo>
                  <a:pt x="2795162" y="563672"/>
                </a:lnTo>
                <a:lnTo>
                  <a:pt x="2795162" y="2833942"/>
                </a:lnTo>
                <a:lnTo>
                  <a:pt x="563672" y="2833942"/>
                </a:lnTo>
                <a:lnTo>
                  <a:pt x="0" y="227027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4175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89C13A6-B1F2-AA40-801C-BC0B9A7D737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19166" y="710490"/>
            <a:ext cx="3957046" cy="5437021"/>
          </a:xfrm>
          <a:custGeom>
            <a:avLst/>
            <a:gdLst>
              <a:gd name="connsiteX0" fmla="*/ 0 w 3957046"/>
              <a:gd name="connsiteY0" fmla="*/ 0 h 5437021"/>
              <a:gd name="connsiteX1" fmla="*/ 3178735 w 3957046"/>
              <a:gd name="connsiteY1" fmla="*/ 0 h 5437021"/>
              <a:gd name="connsiteX2" fmla="*/ 3957046 w 3957046"/>
              <a:gd name="connsiteY2" fmla="*/ 778311 h 5437021"/>
              <a:gd name="connsiteX3" fmla="*/ 3957046 w 3957046"/>
              <a:gd name="connsiteY3" fmla="*/ 5437021 h 5437021"/>
              <a:gd name="connsiteX4" fmla="*/ 778311 w 3957046"/>
              <a:gd name="connsiteY4" fmla="*/ 5437021 h 5437021"/>
              <a:gd name="connsiteX5" fmla="*/ 0 w 3957046"/>
              <a:gd name="connsiteY5" fmla="*/ 4658710 h 54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7046" h="5437021">
                <a:moveTo>
                  <a:pt x="0" y="0"/>
                </a:moveTo>
                <a:lnTo>
                  <a:pt x="3178735" y="0"/>
                </a:lnTo>
                <a:lnTo>
                  <a:pt x="3957046" y="778311"/>
                </a:lnTo>
                <a:lnTo>
                  <a:pt x="3957046" y="5437021"/>
                </a:lnTo>
                <a:lnTo>
                  <a:pt x="778311" y="5437021"/>
                </a:lnTo>
                <a:lnTo>
                  <a:pt x="0" y="465871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9FBCB4F-897F-E94B-98E6-E20CCCF5DD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04047" y="3222886"/>
            <a:ext cx="5967533" cy="2713982"/>
          </a:xfrm>
          <a:custGeom>
            <a:avLst/>
            <a:gdLst>
              <a:gd name="connsiteX0" fmla="*/ 0 w 5967533"/>
              <a:gd name="connsiteY0" fmla="*/ 0 h 2713982"/>
              <a:gd name="connsiteX1" fmla="*/ 5293163 w 5967533"/>
              <a:gd name="connsiteY1" fmla="*/ 0 h 2713982"/>
              <a:gd name="connsiteX2" fmla="*/ 5967533 w 5967533"/>
              <a:gd name="connsiteY2" fmla="*/ 674370 h 2713982"/>
              <a:gd name="connsiteX3" fmla="*/ 5967533 w 5967533"/>
              <a:gd name="connsiteY3" fmla="*/ 2713982 h 2713982"/>
              <a:gd name="connsiteX4" fmla="*/ 674370 w 5967533"/>
              <a:gd name="connsiteY4" fmla="*/ 2713982 h 2713982"/>
              <a:gd name="connsiteX5" fmla="*/ 0 w 5967533"/>
              <a:gd name="connsiteY5" fmla="*/ 2039612 h 2713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67533" h="2713982">
                <a:moveTo>
                  <a:pt x="0" y="0"/>
                </a:moveTo>
                <a:lnTo>
                  <a:pt x="5293163" y="0"/>
                </a:lnTo>
                <a:lnTo>
                  <a:pt x="5967533" y="674370"/>
                </a:lnTo>
                <a:lnTo>
                  <a:pt x="5967533" y="2713982"/>
                </a:lnTo>
                <a:lnTo>
                  <a:pt x="674370" y="2713982"/>
                </a:lnTo>
                <a:lnTo>
                  <a:pt x="0" y="203961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2018565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EE2D17-5C81-534D-8C04-BF9A5D89F48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41714" y="3867811"/>
            <a:ext cx="2738657" cy="1686324"/>
          </a:xfrm>
          <a:custGeom>
            <a:avLst/>
            <a:gdLst>
              <a:gd name="connsiteX0" fmla="*/ 0 w 2738657"/>
              <a:gd name="connsiteY0" fmla="*/ 0 h 1686324"/>
              <a:gd name="connsiteX1" fmla="*/ 2202979 w 2738657"/>
              <a:gd name="connsiteY1" fmla="*/ 0 h 1686324"/>
              <a:gd name="connsiteX2" fmla="*/ 2738657 w 2738657"/>
              <a:gd name="connsiteY2" fmla="*/ 535678 h 1686324"/>
              <a:gd name="connsiteX3" fmla="*/ 2738657 w 2738657"/>
              <a:gd name="connsiteY3" fmla="*/ 1686324 h 1686324"/>
              <a:gd name="connsiteX4" fmla="*/ 535678 w 2738657"/>
              <a:gd name="connsiteY4" fmla="*/ 1686324 h 1686324"/>
              <a:gd name="connsiteX5" fmla="*/ 0 w 2738657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8657" h="1686324">
                <a:moveTo>
                  <a:pt x="0" y="0"/>
                </a:moveTo>
                <a:lnTo>
                  <a:pt x="2202979" y="0"/>
                </a:lnTo>
                <a:lnTo>
                  <a:pt x="2738657" y="535678"/>
                </a:lnTo>
                <a:lnTo>
                  <a:pt x="2738657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6D9728C-ABDE-4443-B164-8CEF57BAEA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94651" y="3939309"/>
            <a:ext cx="2738657" cy="1686324"/>
          </a:xfrm>
          <a:custGeom>
            <a:avLst/>
            <a:gdLst>
              <a:gd name="connsiteX0" fmla="*/ 0 w 2738657"/>
              <a:gd name="connsiteY0" fmla="*/ 0 h 1686324"/>
              <a:gd name="connsiteX1" fmla="*/ 2202979 w 2738657"/>
              <a:gd name="connsiteY1" fmla="*/ 0 h 1686324"/>
              <a:gd name="connsiteX2" fmla="*/ 2738657 w 2738657"/>
              <a:gd name="connsiteY2" fmla="*/ 535678 h 1686324"/>
              <a:gd name="connsiteX3" fmla="*/ 2738657 w 2738657"/>
              <a:gd name="connsiteY3" fmla="*/ 1686324 h 1686324"/>
              <a:gd name="connsiteX4" fmla="*/ 535678 w 2738657"/>
              <a:gd name="connsiteY4" fmla="*/ 1686324 h 1686324"/>
              <a:gd name="connsiteX5" fmla="*/ 0 w 2738657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8657" h="1686324">
                <a:moveTo>
                  <a:pt x="0" y="0"/>
                </a:moveTo>
                <a:lnTo>
                  <a:pt x="2202979" y="0"/>
                </a:lnTo>
                <a:lnTo>
                  <a:pt x="2738657" y="535678"/>
                </a:lnTo>
                <a:lnTo>
                  <a:pt x="2738657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179C83-E918-4B44-81A9-4EC79D2B3E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94650" y="1253998"/>
            <a:ext cx="2738657" cy="1686324"/>
          </a:xfrm>
          <a:custGeom>
            <a:avLst/>
            <a:gdLst>
              <a:gd name="connsiteX0" fmla="*/ 0 w 2738657"/>
              <a:gd name="connsiteY0" fmla="*/ 0 h 1686324"/>
              <a:gd name="connsiteX1" fmla="*/ 2202979 w 2738657"/>
              <a:gd name="connsiteY1" fmla="*/ 0 h 1686324"/>
              <a:gd name="connsiteX2" fmla="*/ 2738657 w 2738657"/>
              <a:gd name="connsiteY2" fmla="*/ 535678 h 1686324"/>
              <a:gd name="connsiteX3" fmla="*/ 2738657 w 2738657"/>
              <a:gd name="connsiteY3" fmla="*/ 1686324 h 1686324"/>
              <a:gd name="connsiteX4" fmla="*/ 535678 w 2738657"/>
              <a:gd name="connsiteY4" fmla="*/ 1686324 h 1686324"/>
              <a:gd name="connsiteX5" fmla="*/ 0 w 2738657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8657" h="1686324">
                <a:moveTo>
                  <a:pt x="0" y="0"/>
                </a:moveTo>
                <a:lnTo>
                  <a:pt x="2202979" y="0"/>
                </a:lnTo>
                <a:lnTo>
                  <a:pt x="2738657" y="535678"/>
                </a:lnTo>
                <a:lnTo>
                  <a:pt x="2738657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A6488A0-AC39-AE47-AE22-AFA9D8E516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41712" y="1182500"/>
            <a:ext cx="2738657" cy="1686324"/>
          </a:xfrm>
          <a:custGeom>
            <a:avLst/>
            <a:gdLst>
              <a:gd name="connsiteX0" fmla="*/ 0 w 2738657"/>
              <a:gd name="connsiteY0" fmla="*/ 0 h 1686324"/>
              <a:gd name="connsiteX1" fmla="*/ 2202979 w 2738657"/>
              <a:gd name="connsiteY1" fmla="*/ 0 h 1686324"/>
              <a:gd name="connsiteX2" fmla="*/ 2738657 w 2738657"/>
              <a:gd name="connsiteY2" fmla="*/ 535678 h 1686324"/>
              <a:gd name="connsiteX3" fmla="*/ 2738657 w 2738657"/>
              <a:gd name="connsiteY3" fmla="*/ 1686324 h 1686324"/>
              <a:gd name="connsiteX4" fmla="*/ 535678 w 2738657"/>
              <a:gd name="connsiteY4" fmla="*/ 1686324 h 1686324"/>
              <a:gd name="connsiteX5" fmla="*/ 0 w 2738657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8657" h="1686324">
                <a:moveTo>
                  <a:pt x="0" y="0"/>
                </a:moveTo>
                <a:lnTo>
                  <a:pt x="2202979" y="0"/>
                </a:lnTo>
                <a:lnTo>
                  <a:pt x="2738657" y="535678"/>
                </a:lnTo>
                <a:lnTo>
                  <a:pt x="2738657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749763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27949A3-250E-2F43-9F51-2F3C6EFEB3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04047" y="3635767"/>
            <a:ext cx="5837019" cy="2713982"/>
          </a:xfrm>
          <a:custGeom>
            <a:avLst/>
            <a:gdLst>
              <a:gd name="connsiteX0" fmla="*/ 0 w 5837019"/>
              <a:gd name="connsiteY0" fmla="*/ 0 h 2713982"/>
              <a:gd name="connsiteX1" fmla="*/ 5162649 w 5837019"/>
              <a:gd name="connsiteY1" fmla="*/ 0 h 2713982"/>
              <a:gd name="connsiteX2" fmla="*/ 5837019 w 5837019"/>
              <a:gd name="connsiteY2" fmla="*/ 674370 h 2713982"/>
              <a:gd name="connsiteX3" fmla="*/ 5837019 w 5837019"/>
              <a:gd name="connsiteY3" fmla="*/ 2713982 h 2713982"/>
              <a:gd name="connsiteX4" fmla="*/ 674370 w 5837019"/>
              <a:gd name="connsiteY4" fmla="*/ 2713982 h 2713982"/>
              <a:gd name="connsiteX5" fmla="*/ 0 w 5837019"/>
              <a:gd name="connsiteY5" fmla="*/ 2039612 h 2713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37019" h="2713982">
                <a:moveTo>
                  <a:pt x="0" y="0"/>
                </a:moveTo>
                <a:lnTo>
                  <a:pt x="5162649" y="0"/>
                </a:lnTo>
                <a:lnTo>
                  <a:pt x="5837019" y="674370"/>
                </a:lnTo>
                <a:lnTo>
                  <a:pt x="5837019" y="2713982"/>
                </a:lnTo>
                <a:lnTo>
                  <a:pt x="674370" y="2713982"/>
                </a:lnTo>
                <a:lnTo>
                  <a:pt x="0" y="203961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0D08A12-3C5E-0D4A-B165-421E5E6BE8F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27480" y="593807"/>
            <a:ext cx="4270253" cy="5755943"/>
          </a:xfrm>
          <a:custGeom>
            <a:avLst/>
            <a:gdLst>
              <a:gd name="connsiteX0" fmla="*/ 0 w 4270253"/>
              <a:gd name="connsiteY0" fmla="*/ 0 h 5755943"/>
              <a:gd name="connsiteX1" fmla="*/ 3430337 w 4270253"/>
              <a:gd name="connsiteY1" fmla="*/ 0 h 5755943"/>
              <a:gd name="connsiteX2" fmla="*/ 4270253 w 4270253"/>
              <a:gd name="connsiteY2" fmla="*/ 839916 h 5755943"/>
              <a:gd name="connsiteX3" fmla="*/ 4270253 w 4270253"/>
              <a:gd name="connsiteY3" fmla="*/ 5755943 h 5755943"/>
              <a:gd name="connsiteX4" fmla="*/ 839916 w 4270253"/>
              <a:gd name="connsiteY4" fmla="*/ 5755943 h 5755943"/>
              <a:gd name="connsiteX5" fmla="*/ 0 w 4270253"/>
              <a:gd name="connsiteY5" fmla="*/ 4916027 h 575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0253" h="5755943">
                <a:moveTo>
                  <a:pt x="0" y="0"/>
                </a:moveTo>
                <a:lnTo>
                  <a:pt x="3430337" y="0"/>
                </a:lnTo>
                <a:lnTo>
                  <a:pt x="4270253" y="839916"/>
                </a:lnTo>
                <a:lnTo>
                  <a:pt x="4270253" y="5755943"/>
                </a:lnTo>
                <a:lnTo>
                  <a:pt x="839916" y="5755943"/>
                </a:lnTo>
                <a:lnTo>
                  <a:pt x="0" y="491602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9CAC99-6F58-F14C-A49B-62C3056498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43670" y="593806"/>
            <a:ext cx="2580802" cy="2812570"/>
          </a:xfrm>
          <a:custGeom>
            <a:avLst/>
            <a:gdLst>
              <a:gd name="connsiteX0" fmla="*/ 0 w 2580802"/>
              <a:gd name="connsiteY0" fmla="*/ 0 h 2812570"/>
              <a:gd name="connsiteX1" fmla="*/ 2073184 w 2580802"/>
              <a:gd name="connsiteY1" fmla="*/ 0 h 2812570"/>
              <a:gd name="connsiteX2" fmla="*/ 2580802 w 2580802"/>
              <a:gd name="connsiteY2" fmla="*/ 507618 h 2812570"/>
              <a:gd name="connsiteX3" fmla="*/ 2580802 w 2580802"/>
              <a:gd name="connsiteY3" fmla="*/ 2812570 h 2812570"/>
              <a:gd name="connsiteX4" fmla="*/ 507618 w 2580802"/>
              <a:gd name="connsiteY4" fmla="*/ 2812570 h 2812570"/>
              <a:gd name="connsiteX5" fmla="*/ 0 w 2580802"/>
              <a:gd name="connsiteY5" fmla="*/ 2304952 h 28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80802" h="2812570">
                <a:moveTo>
                  <a:pt x="0" y="0"/>
                </a:moveTo>
                <a:lnTo>
                  <a:pt x="2073184" y="0"/>
                </a:lnTo>
                <a:lnTo>
                  <a:pt x="2580802" y="507618"/>
                </a:lnTo>
                <a:lnTo>
                  <a:pt x="2580802" y="2812570"/>
                </a:lnTo>
                <a:lnTo>
                  <a:pt x="507618" y="2812570"/>
                </a:lnTo>
                <a:lnTo>
                  <a:pt x="0" y="230495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1648438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8E32AFF-9EC7-6645-B76C-0B2B948D21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9306" y="2853151"/>
            <a:ext cx="3038193" cy="1605337"/>
          </a:xfrm>
          <a:custGeom>
            <a:avLst/>
            <a:gdLst>
              <a:gd name="connsiteX0" fmla="*/ 0 w 3038193"/>
              <a:gd name="connsiteY0" fmla="*/ 0 h 1605337"/>
              <a:gd name="connsiteX1" fmla="*/ 2497467 w 3038193"/>
              <a:gd name="connsiteY1" fmla="*/ 0 h 1605337"/>
              <a:gd name="connsiteX2" fmla="*/ 3038193 w 3038193"/>
              <a:gd name="connsiteY2" fmla="*/ 540726 h 1605337"/>
              <a:gd name="connsiteX3" fmla="*/ 3038193 w 3038193"/>
              <a:gd name="connsiteY3" fmla="*/ 1605337 h 1605337"/>
              <a:gd name="connsiteX4" fmla="*/ 540726 w 3038193"/>
              <a:gd name="connsiteY4" fmla="*/ 1605337 h 1605337"/>
              <a:gd name="connsiteX5" fmla="*/ 0 w 3038193"/>
              <a:gd name="connsiteY5" fmla="*/ 1064611 h 160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605337">
                <a:moveTo>
                  <a:pt x="0" y="0"/>
                </a:moveTo>
                <a:lnTo>
                  <a:pt x="2497467" y="0"/>
                </a:lnTo>
                <a:lnTo>
                  <a:pt x="3038193" y="540726"/>
                </a:lnTo>
                <a:lnTo>
                  <a:pt x="3038193" y="1605337"/>
                </a:lnTo>
                <a:lnTo>
                  <a:pt x="540726" y="1605337"/>
                </a:lnTo>
                <a:lnTo>
                  <a:pt x="0" y="106461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FF1D98D-30F6-6045-B3FF-A1937B8ACD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61384" y="2853150"/>
            <a:ext cx="3038193" cy="1605337"/>
          </a:xfrm>
          <a:custGeom>
            <a:avLst/>
            <a:gdLst>
              <a:gd name="connsiteX0" fmla="*/ 0 w 3038193"/>
              <a:gd name="connsiteY0" fmla="*/ 0 h 1605337"/>
              <a:gd name="connsiteX1" fmla="*/ 2497467 w 3038193"/>
              <a:gd name="connsiteY1" fmla="*/ 0 h 1605337"/>
              <a:gd name="connsiteX2" fmla="*/ 3038193 w 3038193"/>
              <a:gd name="connsiteY2" fmla="*/ 540726 h 1605337"/>
              <a:gd name="connsiteX3" fmla="*/ 3038193 w 3038193"/>
              <a:gd name="connsiteY3" fmla="*/ 1605337 h 1605337"/>
              <a:gd name="connsiteX4" fmla="*/ 540726 w 3038193"/>
              <a:gd name="connsiteY4" fmla="*/ 1605337 h 1605337"/>
              <a:gd name="connsiteX5" fmla="*/ 0 w 3038193"/>
              <a:gd name="connsiteY5" fmla="*/ 1064611 h 160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605337">
                <a:moveTo>
                  <a:pt x="0" y="0"/>
                </a:moveTo>
                <a:lnTo>
                  <a:pt x="2497467" y="0"/>
                </a:lnTo>
                <a:lnTo>
                  <a:pt x="3038193" y="540726"/>
                </a:lnTo>
                <a:lnTo>
                  <a:pt x="3038193" y="1605337"/>
                </a:lnTo>
                <a:lnTo>
                  <a:pt x="540726" y="1605337"/>
                </a:lnTo>
                <a:lnTo>
                  <a:pt x="0" y="106461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F95764-1C2E-1B42-A587-F53574CF962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7227" y="2853152"/>
            <a:ext cx="3038193" cy="1605337"/>
          </a:xfrm>
          <a:custGeom>
            <a:avLst/>
            <a:gdLst>
              <a:gd name="connsiteX0" fmla="*/ 0 w 3038193"/>
              <a:gd name="connsiteY0" fmla="*/ 0 h 1605337"/>
              <a:gd name="connsiteX1" fmla="*/ 2497467 w 3038193"/>
              <a:gd name="connsiteY1" fmla="*/ 0 h 1605337"/>
              <a:gd name="connsiteX2" fmla="*/ 3038193 w 3038193"/>
              <a:gd name="connsiteY2" fmla="*/ 540726 h 1605337"/>
              <a:gd name="connsiteX3" fmla="*/ 3038193 w 3038193"/>
              <a:gd name="connsiteY3" fmla="*/ 1605337 h 1605337"/>
              <a:gd name="connsiteX4" fmla="*/ 540726 w 3038193"/>
              <a:gd name="connsiteY4" fmla="*/ 1605337 h 1605337"/>
              <a:gd name="connsiteX5" fmla="*/ 0 w 3038193"/>
              <a:gd name="connsiteY5" fmla="*/ 1064611 h 160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605337">
                <a:moveTo>
                  <a:pt x="0" y="0"/>
                </a:moveTo>
                <a:lnTo>
                  <a:pt x="2497467" y="0"/>
                </a:lnTo>
                <a:lnTo>
                  <a:pt x="3038193" y="540726"/>
                </a:lnTo>
                <a:lnTo>
                  <a:pt x="3038193" y="1605337"/>
                </a:lnTo>
                <a:lnTo>
                  <a:pt x="540726" y="1605337"/>
                </a:lnTo>
                <a:lnTo>
                  <a:pt x="0" y="106461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541084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5955975-0DDE-9140-964E-BF9B5D97B96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97485" y="2790083"/>
            <a:ext cx="3038193" cy="1098544"/>
          </a:xfrm>
          <a:custGeom>
            <a:avLst/>
            <a:gdLst>
              <a:gd name="connsiteX0" fmla="*/ 0 w 3038193"/>
              <a:gd name="connsiteY0" fmla="*/ 0 h 1098544"/>
              <a:gd name="connsiteX1" fmla="*/ 2668170 w 3038193"/>
              <a:gd name="connsiteY1" fmla="*/ 0 h 1098544"/>
              <a:gd name="connsiteX2" fmla="*/ 3038193 w 3038193"/>
              <a:gd name="connsiteY2" fmla="*/ 370023 h 1098544"/>
              <a:gd name="connsiteX3" fmla="*/ 3038193 w 3038193"/>
              <a:gd name="connsiteY3" fmla="*/ 1098544 h 1098544"/>
              <a:gd name="connsiteX4" fmla="*/ 370023 w 3038193"/>
              <a:gd name="connsiteY4" fmla="*/ 1098544 h 1098544"/>
              <a:gd name="connsiteX5" fmla="*/ 0 w 3038193"/>
              <a:gd name="connsiteY5" fmla="*/ 728521 h 1098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8193" h="1098544">
                <a:moveTo>
                  <a:pt x="0" y="0"/>
                </a:moveTo>
                <a:lnTo>
                  <a:pt x="2668170" y="0"/>
                </a:lnTo>
                <a:lnTo>
                  <a:pt x="3038193" y="370023"/>
                </a:lnTo>
                <a:lnTo>
                  <a:pt x="3038193" y="1098544"/>
                </a:lnTo>
                <a:lnTo>
                  <a:pt x="370023" y="1098544"/>
                </a:lnTo>
                <a:lnTo>
                  <a:pt x="0" y="72852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F26D855-8CB3-7E4A-829A-3C600323F5F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944679"/>
            <a:ext cx="4039892" cy="2278251"/>
          </a:xfrm>
          <a:custGeom>
            <a:avLst/>
            <a:gdLst>
              <a:gd name="connsiteX0" fmla="*/ 0 w 4039892"/>
              <a:gd name="connsiteY0" fmla="*/ 0 h 2278251"/>
              <a:gd name="connsiteX1" fmla="*/ 4039892 w 4039892"/>
              <a:gd name="connsiteY1" fmla="*/ 0 h 2278251"/>
              <a:gd name="connsiteX2" fmla="*/ 4039892 w 4039892"/>
              <a:gd name="connsiteY2" fmla="*/ 2278251 h 2278251"/>
              <a:gd name="connsiteX3" fmla="*/ 0 w 4039892"/>
              <a:gd name="connsiteY3" fmla="*/ 2278251 h 227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9892" h="2278251">
                <a:moveTo>
                  <a:pt x="0" y="0"/>
                </a:moveTo>
                <a:lnTo>
                  <a:pt x="4039892" y="0"/>
                </a:lnTo>
                <a:lnTo>
                  <a:pt x="4039892" y="2278251"/>
                </a:lnTo>
                <a:lnTo>
                  <a:pt x="0" y="227825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1589387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4AE364D-6F36-7E9B-54E6-795F3182EE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387123" y="3088840"/>
            <a:ext cx="2382260" cy="3769160"/>
          </a:xfrm>
          <a:custGeom>
            <a:avLst/>
            <a:gdLst>
              <a:gd name="connsiteX0" fmla="*/ 0 w 4039892"/>
              <a:gd name="connsiteY0" fmla="*/ 0 h 2278251"/>
              <a:gd name="connsiteX1" fmla="*/ 4039892 w 4039892"/>
              <a:gd name="connsiteY1" fmla="*/ 0 h 2278251"/>
              <a:gd name="connsiteX2" fmla="*/ 4039892 w 4039892"/>
              <a:gd name="connsiteY2" fmla="*/ 2278251 h 2278251"/>
              <a:gd name="connsiteX3" fmla="*/ 0 w 4039892"/>
              <a:gd name="connsiteY3" fmla="*/ 2278251 h 227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9892" h="2278251">
                <a:moveTo>
                  <a:pt x="0" y="0"/>
                </a:moveTo>
                <a:lnTo>
                  <a:pt x="4039892" y="0"/>
                </a:lnTo>
                <a:lnTo>
                  <a:pt x="4039892" y="2278251"/>
                </a:lnTo>
                <a:lnTo>
                  <a:pt x="0" y="227825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535664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4DBF9F-184F-7442-89E9-8672325008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840" y="2612964"/>
            <a:ext cx="2955730" cy="3184316"/>
          </a:xfrm>
          <a:custGeom>
            <a:avLst/>
            <a:gdLst>
              <a:gd name="connsiteX0" fmla="*/ 0 w 2955730"/>
              <a:gd name="connsiteY0" fmla="*/ 0 h 3184316"/>
              <a:gd name="connsiteX1" fmla="*/ 2374367 w 2955730"/>
              <a:gd name="connsiteY1" fmla="*/ 0 h 3184316"/>
              <a:gd name="connsiteX2" fmla="*/ 2955730 w 2955730"/>
              <a:gd name="connsiteY2" fmla="*/ 581363 h 3184316"/>
              <a:gd name="connsiteX3" fmla="*/ 2955730 w 2955730"/>
              <a:gd name="connsiteY3" fmla="*/ 3184316 h 3184316"/>
              <a:gd name="connsiteX4" fmla="*/ 581363 w 2955730"/>
              <a:gd name="connsiteY4" fmla="*/ 3184316 h 3184316"/>
              <a:gd name="connsiteX5" fmla="*/ 0 w 2955730"/>
              <a:gd name="connsiteY5" fmla="*/ 2602953 h 3184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5730" h="3184316">
                <a:moveTo>
                  <a:pt x="0" y="0"/>
                </a:moveTo>
                <a:lnTo>
                  <a:pt x="2374367" y="0"/>
                </a:lnTo>
                <a:lnTo>
                  <a:pt x="2955730" y="581363"/>
                </a:lnTo>
                <a:lnTo>
                  <a:pt x="2955730" y="3184316"/>
                </a:lnTo>
                <a:lnTo>
                  <a:pt x="581363" y="3184316"/>
                </a:lnTo>
                <a:lnTo>
                  <a:pt x="0" y="2602953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333348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BE621C-AFD8-5345-BC8E-5375A2D897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350970" y="3973021"/>
            <a:ext cx="5080086" cy="1959897"/>
          </a:xfrm>
          <a:custGeom>
            <a:avLst/>
            <a:gdLst>
              <a:gd name="connsiteX0" fmla="*/ 0 w 5080086"/>
              <a:gd name="connsiteY0" fmla="*/ 0 h 1959897"/>
              <a:gd name="connsiteX1" fmla="*/ 4584938 w 5080086"/>
              <a:gd name="connsiteY1" fmla="*/ 0 h 1959897"/>
              <a:gd name="connsiteX2" fmla="*/ 5080086 w 5080086"/>
              <a:gd name="connsiteY2" fmla="*/ 495148 h 1959897"/>
              <a:gd name="connsiteX3" fmla="*/ 5080086 w 5080086"/>
              <a:gd name="connsiteY3" fmla="*/ 1959897 h 1959897"/>
              <a:gd name="connsiteX4" fmla="*/ 495148 w 5080086"/>
              <a:gd name="connsiteY4" fmla="*/ 1959897 h 1959897"/>
              <a:gd name="connsiteX5" fmla="*/ 0 w 5080086"/>
              <a:gd name="connsiteY5" fmla="*/ 1464749 h 195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80086" h="1959897">
                <a:moveTo>
                  <a:pt x="0" y="0"/>
                </a:moveTo>
                <a:lnTo>
                  <a:pt x="4584938" y="0"/>
                </a:lnTo>
                <a:lnTo>
                  <a:pt x="5080086" y="495148"/>
                </a:lnTo>
                <a:lnTo>
                  <a:pt x="5080086" y="1959897"/>
                </a:lnTo>
                <a:lnTo>
                  <a:pt x="495148" y="1959897"/>
                </a:lnTo>
                <a:lnTo>
                  <a:pt x="0" y="146474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351E5F1-3765-6849-B829-F5088D0D0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283" y="1399630"/>
            <a:ext cx="3799211" cy="1686324"/>
          </a:xfrm>
          <a:custGeom>
            <a:avLst/>
            <a:gdLst>
              <a:gd name="connsiteX0" fmla="*/ 0 w 3799211"/>
              <a:gd name="connsiteY0" fmla="*/ 0 h 1686324"/>
              <a:gd name="connsiteX1" fmla="*/ 3263533 w 3799211"/>
              <a:gd name="connsiteY1" fmla="*/ 0 h 1686324"/>
              <a:gd name="connsiteX2" fmla="*/ 3799211 w 3799211"/>
              <a:gd name="connsiteY2" fmla="*/ 535678 h 1686324"/>
              <a:gd name="connsiteX3" fmla="*/ 3799211 w 3799211"/>
              <a:gd name="connsiteY3" fmla="*/ 1686324 h 1686324"/>
              <a:gd name="connsiteX4" fmla="*/ 535678 w 3799211"/>
              <a:gd name="connsiteY4" fmla="*/ 1686324 h 1686324"/>
              <a:gd name="connsiteX5" fmla="*/ 0 w 3799211"/>
              <a:gd name="connsiteY5" fmla="*/ 1150646 h 168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99211" h="1686324">
                <a:moveTo>
                  <a:pt x="0" y="0"/>
                </a:moveTo>
                <a:lnTo>
                  <a:pt x="3263533" y="0"/>
                </a:lnTo>
                <a:lnTo>
                  <a:pt x="3799211" y="535678"/>
                </a:lnTo>
                <a:lnTo>
                  <a:pt x="3799211" y="1686324"/>
                </a:lnTo>
                <a:lnTo>
                  <a:pt x="535678" y="1686324"/>
                </a:lnTo>
                <a:lnTo>
                  <a:pt x="0" y="11506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214902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5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5" r:id="rId6"/>
    <p:sldLayoutId id="2147483654" r:id="rId7"/>
    <p:sldLayoutId id="2147483655" r:id="rId8"/>
    <p:sldLayoutId id="2147483656" r:id="rId9"/>
    <p:sldLayoutId id="2147483657" r:id="rId10"/>
    <p:sldLayoutId id="214748366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6" r:id="rId17"/>
    <p:sldLayoutId id="2147483663" r:id="rId18"/>
    <p:sldLayoutId id="2147483664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4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jpg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g"/><Relationship Id="rId5" Type="http://schemas.microsoft.com/office/2007/relationships/hdphoto" Target="../media/hdphoto4.wdp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57F2A0F-F3A5-8EC1-6949-096DA5414E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nip Diagonal Corner Rectangle 18">
            <a:extLst>
              <a:ext uri="{FF2B5EF4-FFF2-40B4-BE49-F238E27FC236}">
                <a16:creationId xmlns:a16="http://schemas.microsoft.com/office/drawing/2014/main" id="{68C70246-57BC-074F-B326-82A7DDF06407}"/>
              </a:ext>
            </a:extLst>
          </p:cNvPr>
          <p:cNvSpPr/>
          <p:nvPr/>
        </p:nvSpPr>
        <p:spPr>
          <a:xfrm>
            <a:off x="1262743" y="3715659"/>
            <a:ext cx="3856573" cy="1001486"/>
          </a:xfrm>
          <a:prstGeom prst="snip2DiagRect">
            <a:avLst>
              <a:gd name="adj1" fmla="val 0"/>
              <a:gd name="adj2" fmla="val 36420"/>
            </a:avLst>
          </a:prstGeom>
          <a:gradFill>
            <a:gsLst>
              <a:gs pos="0">
                <a:schemeClr val="accent4">
                  <a:alpha val="60303"/>
                </a:schemeClr>
              </a:gs>
              <a:gs pos="55000">
                <a:schemeClr val="accent4">
                  <a:alpha val="94412"/>
                </a:schemeClr>
              </a:gs>
              <a:gs pos="99000">
                <a:schemeClr val="accent4">
                  <a:alpha val="4982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86F1C-E33E-1C4D-B33F-6FB82DB60B2B}"/>
              </a:ext>
            </a:extLst>
          </p:cNvPr>
          <p:cNvSpPr txBox="1"/>
          <p:nvPr/>
        </p:nvSpPr>
        <p:spPr>
          <a:xfrm>
            <a:off x="3607110" y="1419054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982F8-C232-6B41-A837-DEA2EABED2C0}"/>
              </a:ext>
            </a:extLst>
          </p:cNvPr>
          <p:cNvSpPr txBox="1"/>
          <p:nvPr/>
        </p:nvSpPr>
        <p:spPr>
          <a:xfrm>
            <a:off x="4565755" y="2149411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D92A79-F356-4D45-BCD3-F5FA39FC96F7}"/>
              </a:ext>
            </a:extLst>
          </p:cNvPr>
          <p:cNvSpPr/>
          <p:nvPr/>
        </p:nvSpPr>
        <p:spPr>
          <a:xfrm>
            <a:off x="8473468" y="5265049"/>
            <a:ext cx="2445718" cy="5261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D6EA3-3747-954D-8A0B-5212D135580F}"/>
              </a:ext>
            </a:extLst>
          </p:cNvPr>
          <p:cNvSpPr txBox="1"/>
          <p:nvPr/>
        </p:nvSpPr>
        <p:spPr>
          <a:xfrm>
            <a:off x="1468220" y="3881952"/>
            <a:ext cx="3651096" cy="573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sodales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80F0D-6736-C449-885C-C78D9AB7D160}"/>
              </a:ext>
            </a:extLst>
          </p:cNvPr>
          <p:cNvSpPr txBox="1"/>
          <p:nvPr/>
        </p:nvSpPr>
        <p:spPr>
          <a:xfrm>
            <a:off x="905293" y="1461755"/>
            <a:ext cx="1747971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30395-DF5F-2249-9578-A040961A3FBE}"/>
              </a:ext>
            </a:extLst>
          </p:cNvPr>
          <p:cNvSpPr txBox="1"/>
          <p:nvPr/>
        </p:nvSpPr>
        <p:spPr>
          <a:xfrm>
            <a:off x="9762103" y="1418423"/>
            <a:ext cx="1747971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D858DE-D048-7C41-BBCA-3BE9CBC02202}"/>
              </a:ext>
            </a:extLst>
          </p:cNvPr>
          <p:cNvSpPr txBox="1"/>
          <p:nvPr/>
        </p:nvSpPr>
        <p:spPr>
          <a:xfrm>
            <a:off x="905293" y="555663"/>
            <a:ext cx="1181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 err="1">
                <a:solidFill>
                  <a:schemeClr val="accent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HiTect</a:t>
            </a:r>
            <a:endParaRPr lang="en-US" sz="1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D4564-426E-844E-916B-D352ACAF9D57}"/>
              </a:ext>
            </a:extLst>
          </p:cNvPr>
          <p:cNvSpPr txBox="1"/>
          <p:nvPr/>
        </p:nvSpPr>
        <p:spPr>
          <a:xfrm>
            <a:off x="10328298" y="555663"/>
            <a:ext cx="1181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400" b="1" i="0" dirty="0">
                <a:solidFill>
                  <a:schemeClr val="accent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.2024</a:t>
            </a:r>
            <a:endParaRPr lang="en-US" sz="1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9BE5AF-E291-D243-B50E-0364EB4F1E6C}"/>
              </a:ext>
            </a:extLst>
          </p:cNvPr>
          <p:cNvSpPr txBox="1"/>
          <p:nvPr/>
        </p:nvSpPr>
        <p:spPr>
          <a:xfrm>
            <a:off x="8339511" y="5342625"/>
            <a:ext cx="2741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b="1" i="0" dirty="0" err="1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www.yourwebsite.com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837A974-510A-63DF-E670-16F9A7CCC0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BB0A3-87BA-AB4F-899C-444AC26A18F7}"/>
              </a:ext>
            </a:extLst>
          </p:cNvPr>
          <p:cNvSpPr txBox="1"/>
          <p:nvPr/>
        </p:nvSpPr>
        <p:spPr>
          <a:xfrm>
            <a:off x="969494" y="364169"/>
            <a:ext cx="7346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Table o</a:t>
            </a:r>
            <a:r>
              <a:rPr lang="en-ID" sz="4800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f Content</a:t>
            </a:r>
            <a:endParaRPr lang="en-US" sz="4800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4A8DD-34B3-284A-A800-56F9BA9B4E00}"/>
              </a:ext>
            </a:extLst>
          </p:cNvPr>
          <p:cNvSpPr txBox="1"/>
          <p:nvPr/>
        </p:nvSpPr>
        <p:spPr>
          <a:xfrm>
            <a:off x="969494" y="1658482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01.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0DCD6-D489-3A4A-96CE-5229F668CAD1}"/>
              </a:ext>
            </a:extLst>
          </p:cNvPr>
          <p:cNvSpPr txBox="1"/>
          <p:nvPr/>
        </p:nvSpPr>
        <p:spPr>
          <a:xfrm>
            <a:off x="969495" y="2252187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A519D-6A64-8747-960D-BFD52D53D263}"/>
              </a:ext>
            </a:extLst>
          </p:cNvPr>
          <p:cNvSpPr txBox="1"/>
          <p:nvPr/>
        </p:nvSpPr>
        <p:spPr>
          <a:xfrm>
            <a:off x="969493" y="1945278"/>
            <a:ext cx="2958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4DCDA-229A-5B4E-BB28-AE07EB15FF14}"/>
              </a:ext>
            </a:extLst>
          </p:cNvPr>
          <p:cNvSpPr txBox="1"/>
          <p:nvPr/>
        </p:nvSpPr>
        <p:spPr>
          <a:xfrm>
            <a:off x="969493" y="3339877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02.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65A69-76C2-5146-BEA3-30D67EF5570F}"/>
              </a:ext>
            </a:extLst>
          </p:cNvPr>
          <p:cNvSpPr txBox="1"/>
          <p:nvPr/>
        </p:nvSpPr>
        <p:spPr>
          <a:xfrm>
            <a:off x="969494" y="3933582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06973F-B6B7-9E4C-BEE6-C75D66937D78}"/>
              </a:ext>
            </a:extLst>
          </p:cNvPr>
          <p:cNvSpPr txBox="1"/>
          <p:nvPr/>
        </p:nvSpPr>
        <p:spPr>
          <a:xfrm>
            <a:off x="969492" y="3626673"/>
            <a:ext cx="3593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 Evolution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B1052-798C-C342-A2A2-2606D6DF3049}"/>
              </a:ext>
            </a:extLst>
          </p:cNvPr>
          <p:cNvSpPr txBox="1"/>
          <p:nvPr/>
        </p:nvSpPr>
        <p:spPr>
          <a:xfrm>
            <a:off x="4759506" y="1658482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03.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F1E86-C7F5-4149-A555-B2B006E45125}"/>
              </a:ext>
            </a:extLst>
          </p:cNvPr>
          <p:cNvSpPr txBox="1"/>
          <p:nvPr/>
        </p:nvSpPr>
        <p:spPr>
          <a:xfrm>
            <a:off x="4759507" y="2252187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B6C262-65B9-DB4C-9145-C5D130AE0DE5}"/>
              </a:ext>
            </a:extLst>
          </p:cNvPr>
          <p:cNvSpPr txBox="1"/>
          <p:nvPr/>
        </p:nvSpPr>
        <p:spPr>
          <a:xfrm>
            <a:off x="4759506" y="1945278"/>
            <a:ext cx="3356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Glimpse of Data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6EB10-BA2A-054D-8E39-87F72DB9A5B2}"/>
              </a:ext>
            </a:extLst>
          </p:cNvPr>
          <p:cNvSpPr txBox="1"/>
          <p:nvPr/>
        </p:nvSpPr>
        <p:spPr>
          <a:xfrm>
            <a:off x="4759505" y="3339877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04.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3A392-1920-F341-A6C1-8EF762BEA8E4}"/>
              </a:ext>
            </a:extLst>
          </p:cNvPr>
          <p:cNvSpPr txBox="1"/>
          <p:nvPr/>
        </p:nvSpPr>
        <p:spPr>
          <a:xfrm>
            <a:off x="4759506" y="3933582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61964-B2BB-8243-85FF-F66B2D797D7F}"/>
              </a:ext>
            </a:extLst>
          </p:cNvPr>
          <p:cNvSpPr txBox="1"/>
          <p:nvPr/>
        </p:nvSpPr>
        <p:spPr>
          <a:xfrm>
            <a:off x="4759505" y="3626673"/>
            <a:ext cx="21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29BBBB-E478-1F46-9E54-605E496CD0C4}"/>
              </a:ext>
            </a:extLst>
          </p:cNvPr>
          <p:cNvSpPr txBox="1"/>
          <p:nvPr/>
        </p:nvSpPr>
        <p:spPr>
          <a:xfrm>
            <a:off x="8549517" y="1658482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05.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FF74C-8077-D94E-8B7C-9D2A3C0D2216}"/>
              </a:ext>
            </a:extLst>
          </p:cNvPr>
          <p:cNvSpPr txBox="1"/>
          <p:nvPr/>
        </p:nvSpPr>
        <p:spPr>
          <a:xfrm>
            <a:off x="8549518" y="2252187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15972-13C8-F249-9C25-9CE6C5BC4E1E}"/>
              </a:ext>
            </a:extLst>
          </p:cNvPr>
          <p:cNvSpPr txBox="1"/>
          <p:nvPr/>
        </p:nvSpPr>
        <p:spPr>
          <a:xfrm>
            <a:off x="8549516" y="1945278"/>
            <a:ext cx="2813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Baseline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80B20-549F-0F41-ACD7-B25C9333B775}"/>
              </a:ext>
            </a:extLst>
          </p:cNvPr>
          <p:cNvSpPr txBox="1"/>
          <p:nvPr/>
        </p:nvSpPr>
        <p:spPr>
          <a:xfrm>
            <a:off x="8549516" y="3339877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06.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70DAD-3278-7C47-8F93-722D2E3CB8DE}"/>
              </a:ext>
            </a:extLst>
          </p:cNvPr>
          <p:cNvSpPr txBox="1"/>
          <p:nvPr/>
        </p:nvSpPr>
        <p:spPr>
          <a:xfrm>
            <a:off x="8549517" y="3933582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61D15D-6FF8-1A40-8C89-935D3F94AC1E}"/>
              </a:ext>
            </a:extLst>
          </p:cNvPr>
          <p:cNvSpPr txBox="1"/>
          <p:nvPr/>
        </p:nvSpPr>
        <p:spPr>
          <a:xfrm>
            <a:off x="8549516" y="3626673"/>
            <a:ext cx="21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App Demo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11F364-B0D2-16E0-F462-B458AF1D6882}"/>
              </a:ext>
            </a:extLst>
          </p:cNvPr>
          <p:cNvSpPr txBox="1"/>
          <p:nvPr/>
        </p:nvSpPr>
        <p:spPr>
          <a:xfrm>
            <a:off x="984735" y="5018485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07.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8C9DC7-1AD1-3F06-C62E-707AD8F38CE0}"/>
              </a:ext>
            </a:extLst>
          </p:cNvPr>
          <p:cNvSpPr txBox="1"/>
          <p:nvPr/>
        </p:nvSpPr>
        <p:spPr>
          <a:xfrm>
            <a:off x="984736" y="5612188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F55450-272A-0122-F44B-0B75366621E5}"/>
              </a:ext>
            </a:extLst>
          </p:cNvPr>
          <p:cNvSpPr txBox="1"/>
          <p:nvPr/>
        </p:nvSpPr>
        <p:spPr>
          <a:xfrm>
            <a:off x="984734" y="5305279"/>
            <a:ext cx="3593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Learnings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B3D418-C566-4EF8-366C-F8E4152B71C2}"/>
              </a:ext>
            </a:extLst>
          </p:cNvPr>
          <p:cNvSpPr txBox="1"/>
          <p:nvPr/>
        </p:nvSpPr>
        <p:spPr>
          <a:xfrm>
            <a:off x="4774747" y="5018485"/>
            <a:ext cx="902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08.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3CF9A7-C448-AFC1-0480-213E9C2AF484}"/>
              </a:ext>
            </a:extLst>
          </p:cNvPr>
          <p:cNvSpPr txBox="1"/>
          <p:nvPr/>
        </p:nvSpPr>
        <p:spPr>
          <a:xfrm>
            <a:off x="4774748" y="5612188"/>
            <a:ext cx="294294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0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902E79-91ED-28C6-899A-0402DFA0939E}"/>
              </a:ext>
            </a:extLst>
          </p:cNvPr>
          <p:cNvSpPr txBox="1"/>
          <p:nvPr/>
        </p:nvSpPr>
        <p:spPr>
          <a:xfrm>
            <a:off x="4774747" y="5305279"/>
            <a:ext cx="21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7832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collage of cars on a street&#10;&#10;AI-generated content may be incorrect.">
            <a:extLst>
              <a:ext uri="{FF2B5EF4-FFF2-40B4-BE49-F238E27FC236}">
                <a16:creationId xmlns:a16="http://schemas.microsoft.com/office/drawing/2014/main" id="{CF72F8DB-D1D3-B71D-A89C-DE53E6FBB5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104" r="21104"/>
          <a:stretch>
            <a:fillRect/>
          </a:stretch>
        </p:blipFill>
        <p:spPr/>
      </p:pic>
      <p:pic>
        <p:nvPicPr>
          <p:cNvPr id="19" name="Picture Placeholder 18" descr="A steering wheel and dashboard of a car&#10;&#10;AI-generated content may be incorrect.">
            <a:extLst>
              <a:ext uri="{FF2B5EF4-FFF2-40B4-BE49-F238E27FC236}">
                <a16:creationId xmlns:a16="http://schemas.microsoft.com/office/drawing/2014/main" id="{D37E579C-8B5B-BCA9-1EF8-38AD73D80F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2003" r="22003"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FD49F3-2A30-CD28-0701-A2D804EF17D3}"/>
              </a:ext>
            </a:extLst>
          </p:cNvPr>
          <p:cNvSpPr txBox="1"/>
          <p:nvPr/>
        </p:nvSpPr>
        <p:spPr>
          <a:xfrm>
            <a:off x="1004048" y="611345"/>
            <a:ext cx="36967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Project Overview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9A8BAB-5C0C-4296-AE4D-F43BF3533068}"/>
              </a:ext>
            </a:extLst>
          </p:cNvPr>
          <p:cNvSpPr txBox="1"/>
          <p:nvPr/>
        </p:nvSpPr>
        <p:spPr>
          <a:xfrm>
            <a:off x="1004045" y="3464367"/>
            <a:ext cx="3992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Autonomous Navigation</a:t>
            </a:r>
            <a:endParaRPr lang="en-US" sz="20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2805E5-85DF-0D42-C3C7-7FAE127695A6}"/>
              </a:ext>
            </a:extLst>
          </p:cNvPr>
          <p:cNvSpPr txBox="1"/>
          <p:nvPr/>
        </p:nvSpPr>
        <p:spPr>
          <a:xfrm>
            <a:off x="1116452" y="3859032"/>
            <a:ext cx="4498108" cy="901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9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Relies on scene comprehension for path planning and obstacle avoidance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9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Requires instant classification of dynamic objects for decision-making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9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Maps navigation confidence to semantic understanding 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9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Prioritizes responses based on object class importance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99EBE-EEDB-068F-2862-D3CAFA40AC88}"/>
              </a:ext>
            </a:extLst>
          </p:cNvPr>
          <p:cNvSpPr txBox="1"/>
          <p:nvPr/>
        </p:nvSpPr>
        <p:spPr>
          <a:xfrm>
            <a:off x="1004046" y="4947420"/>
            <a:ext cx="3518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Semantic Segmentation</a:t>
            </a:r>
            <a:endParaRPr lang="en-US" sz="20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3FDB05-9080-EC7E-E20D-2B7BA83DDA38}"/>
              </a:ext>
            </a:extLst>
          </p:cNvPr>
          <p:cNvSpPr txBox="1"/>
          <p:nvPr/>
        </p:nvSpPr>
        <p:spPr>
          <a:xfrm>
            <a:off x="1091960" y="5558688"/>
            <a:ext cx="4498108" cy="901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Classifies each pixel in 2D camera images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Creates color-coded maps of urban scene elements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Provides critical object boundaries for collision avoidance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Enables region-based reasoning about urban environments</a:t>
            </a:r>
          </a:p>
        </p:txBody>
      </p:sp>
      <p:sp>
        <p:nvSpPr>
          <p:cNvPr id="3" name="Snip Diagonal Corner Rectangle 7">
            <a:extLst>
              <a:ext uri="{FF2B5EF4-FFF2-40B4-BE49-F238E27FC236}">
                <a16:creationId xmlns:a16="http://schemas.microsoft.com/office/drawing/2014/main" id="{C70D14E3-E96C-A7B1-85D4-12522331CE30}"/>
              </a:ext>
            </a:extLst>
          </p:cNvPr>
          <p:cNvSpPr/>
          <p:nvPr/>
        </p:nvSpPr>
        <p:spPr>
          <a:xfrm>
            <a:off x="1024091" y="2040100"/>
            <a:ext cx="4372502" cy="1214452"/>
          </a:xfrm>
          <a:prstGeom prst="snip2DiagRect">
            <a:avLst>
              <a:gd name="adj1" fmla="val 0"/>
              <a:gd name="adj2" fmla="val 3496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93618-DE30-0650-EBEF-D9248010DFB2}"/>
              </a:ext>
            </a:extLst>
          </p:cNvPr>
          <p:cNvSpPr txBox="1"/>
          <p:nvPr/>
        </p:nvSpPr>
        <p:spPr>
          <a:xfrm>
            <a:off x="1377649" y="2349493"/>
            <a:ext cx="398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chemeClr val="bg1"/>
                </a:solidFill>
              </a:rPr>
              <a:t>To enhance our understanding of autonomous driving systems through advanced semantic segmentation of urban scenes, enabling pixel-level comprehension of critical elements like roads, vehicles, and pedestrians to improve real-time decision-making capabilities.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07493-24D5-9C00-6F5A-6B09B5703326}"/>
              </a:ext>
            </a:extLst>
          </p:cNvPr>
          <p:cNvSpPr txBox="1"/>
          <p:nvPr/>
        </p:nvSpPr>
        <p:spPr>
          <a:xfrm>
            <a:off x="1116452" y="2163055"/>
            <a:ext cx="7858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900" b="1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Purpose: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C22817-3E5D-1895-AA9A-9602BB47826A}"/>
              </a:ext>
            </a:extLst>
          </p:cNvPr>
          <p:cNvSpPr txBox="1"/>
          <p:nvPr/>
        </p:nvSpPr>
        <p:spPr>
          <a:xfrm>
            <a:off x="1398485" y="5321572"/>
            <a:ext cx="1009980" cy="237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7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2D Segmentation</a:t>
            </a:r>
            <a:endParaRPr lang="en-US" sz="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88DD0-F75A-FA72-A915-4100E5DEAD5C}"/>
              </a:ext>
            </a:extLst>
          </p:cNvPr>
          <p:cNvSpPr txBox="1"/>
          <p:nvPr/>
        </p:nvSpPr>
        <p:spPr>
          <a:xfrm>
            <a:off x="2612629" y="5325239"/>
            <a:ext cx="1134169" cy="237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700" dirty="0">
                <a:solidFill>
                  <a:srgbClr val="000000"/>
                </a:solidFill>
                <a:latin typeface="Open Sans" panose="020F0502020204030204" pitchFamily="34" charset="0"/>
              </a:rPr>
              <a:t>3</a:t>
            </a:r>
            <a:r>
              <a:rPr lang="en-ID" sz="7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 Segmentation</a:t>
            </a:r>
            <a:endParaRPr lang="en-US" sz="700" dirty="0"/>
          </a:p>
        </p:txBody>
      </p:sp>
      <p:pic>
        <p:nvPicPr>
          <p:cNvPr id="27" name="Picture 26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50D27931-8255-B2A9-4022-F93EB1E3D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00" y="5364620"/>
            <a:ext cx="285879" cy="190586"/>
          </a:xfrm>
          <a:prstGeom prst="rect">
            <a:avLst/>
          </a:prstGeom>
        </p:spPr>
      </p:pic>
      <p:pic>
        <p:nvPicPr>
          <p:cNvPr id="33" name="Picture 32" descr="A black tick in a grey circle&#10;&#10;AI-generated content may be incorrect.">
            <a:extLst>
              <a:ext uri="{FF2B5EF4-FFF2-40B4-BE49-F238E27FC236}">
                <a16:creationId xmlns:a16="http://schemas.microsoft.com/office/drawing/2014/main" id="{96845136-165B-1521-42E1-5C608F3CE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250" y="5405688"/>
            <a:ext cx="116759" cy="11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3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778C91A2-1D3B-6728-AB81-D8E3371633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15901" r="15901"/>
          <a:stretch/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9284559B-C7BF-CEAB-CD5E-BFC4FE89F64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393" b="7393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633175-191D-0FFF-0F3A-B6041C1C46FA}"/>
              </a:ext>
            </a:extLst>
          </p:cNvPr>
          <p:cNvSpPr txBox="1"/>
          <p:nvPr/>
        </p:nvSpPr>
        <p:spPr>
          <a:xfrm>
            <a:off x="4836922" y="722563"/>
            <a:ext cx="45160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Glimpse </a:t>
            </a:r>
          </a:p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of Dataset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0ACD0-20D5-CBF8-B5F6-29300300D146}"/>
              </a:ext>
            </a:extLst>
          </p:cNvPr>
          <p:cNvSpPr txBox="1"/>
          <p:nvPr/>
        </p:nvSpPr>
        <p:spPr>
          <a:xfrm>
            <a:off x="8010660" y="3139268"/>
            <a:ext cx="3453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Training Sample: 31448</a:t>
            </a:r>
            <a:endParaRPr lang="en-US" sz="2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583BE-2D01-8608-EBAE-1CD4593857A9}"/>
              </a:ext>
            </a:extLst>
          </p:cNvPr>
          <p:cNvSpPr txBox="1"/>
          <p:nvPr/>
        </p:nvSpPr>
        <p:spPr>
          <a:xfrm>
            <a:off x="8010660" y="3610400"/>
            <a:ext cx="2580802" cy="82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RGB Image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>
                <a:solidFill>
                  <a:srgbClr val="000000"/>
                </a:solidFill>
                <a:latin typeface="Open Sans" panose="020F0502020204030204" pitchFamily="34" charset="0"/>
              </a:rPr>
              <a:t>Label Mask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>
                <a:solidFill>
                  <a:srgbClr val="000000"/>
                </a:solidFill>
                <a:latin typeface="Open Sans" panose="020F0502020204030204" pitchFamily="34" charset="0"/>
              </a:rPr>
              <a:t>Lidar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6E66B-7D36-F185-8E7F-F9D2ED1F475E}"/>
              </a:ext>
            </a:extLst>
          </p:cNvPr>
          <p:cNvSpPr txBox="1"/>
          <p:nvPr/>
        </p:nvSpPr>
        <p:spPr>
          <a:xfrm>
            <a:off x="8010660" y="4622321"/>
            <a:ext cx="2111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Classes: 55</a:t>
            </a:r>
            <a:endParaRPr lang="en-US" sz="2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9EF62-6510-9B67-EFFB-C016C23A44D0}"/>
              </a:ext>
            </a:extLst>
          </p:cNvPr>
          <p:cNvSpPr txBox="1"/>
          <p:nvPr/>
        </p:nvSpPr>
        <p:spPr>
          <a:xfrm>
            <a:off x="8010660" y="5093453"/>
            <a:ext cx="3091436" cy="319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Class-to-Class Mapping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DD3140-60FA-D44E-877A-C5208A7E3246}"/>
              </a:ext>
            </a:extLst>
          </p:cNvPr>
          <p:cNvSpPr txBox="1"/>
          <p:nvPr/>
        </p:nvSpPr>
        <p:spPr>
          <a:xfrm>
            <a:off x="4836922" y="2326332"/>
            <a:ext cx="6094562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https://www.a2d2.audi/a2d2/en/download.html</a:t>
            </a:r>
          </a:p>
        </p:txBody>
      </p:sp>
    </p:spTree>
    <p:extLst>
      <p:ext uri="{BB962C8B-B14F-4D97-AF65-F5344CB8AC3E}">
        <p14:creationId xmlns:p14="http://schemas.microsoft.com/office/powerpoint/2010/main" val="229763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61EA52-E30B-D051-9EE8-B18E9B5FD191}"/>
              </a:ext>
            </a:extLst>
          </p:cNvPr>
          <p:cNvSpPr txBox="1"/>
          <p:nvPr/>
        </p:nvSpPr>
        <p:spPr>
          <a:xfrm>
            <a:off x="2814368" y="593207"/>
            <a:ext cx="6094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&lt;div style="background-color: white; padding: 10px; border: 1px solid #ccc;"&gt;</a:t>
            </a:r>
          </a:p>
          <a:p>
            <a:r>
              <a:rPr lang="en-US" sz="1400" dirty="0"/>
              <a:t>&lt;pre&gt;</a:t>
            </a:r>
          </a:p>
          <a:p>
            <a:r>
              <a:rPr lang="en-US" sz="1400" dirty="0" err="1"/>
              <a:t>dataset_root</a:t>
            </a:r>
            <a:r>
              <a:rPr lang="en-US" sz="1400" dirty="0"/>
              <a:t>/</a:t>
            </a:r>
          </a:p>
          <a:p>
            <a:r>
              <a:rPr lang="en-US" sz="1400" dirty="0"/>
              <a:t>├── lidar/</a:t>
            </a:r>
          </a:p>
          <a:p>
            <a:r>
              <a:rPr lang="en-US" sz="1400" dirty="0"/>
              <a:t>│   └── 20180925135056_lidar_sideleft_000061364.npz</a:t>
            </a:r>
          </a:p>
          <a:p>
            <a:r>
              <a:rPr lang="en-US" sz="1400" dirty="0"/>
              <a:t>├── label/</a:t>
            </a:r>
          </a:p>
          <a:p>
            <a:r>
              <a:rPr lang="en-US" sz="1400" dirty="0"/>
              <a:t>│   └── 20180925135056_label_sideright_000061228.png</a:t>
            </a:r>
          </a:p>
          <a:p>
            <a:r>
              <a:rPr lang="en-US" sz="1400" dirty="0"/>
              <a:t>└── camera/</a:t>
            </a:r>
          </a:p>
          <a:p>
            <a:r>
              <a:rPr lang="en-US" sz="1400" dirty="0"/>
              <a:t>    ├── </a:t>
            </a:r>
            <a:r>
              <a:rPr lang="en-US" sz="1400" dirty="0" err="1"/>
              <a:t>cam_front_center</a:t>
            </a:r>
            <a:r>
              <a:rPr lang="en-US" sz="1400" dirty="0"/>
              <a:t>/</a:t>
            </a:r>
          </a:p>
          <a:p>
            <a:r>
              <a:rPr lang="en-US" sz="1400" dirty="0"/>
              <a:t>    │   └── 20180925135056_camera_frontcenter_000081372.png</a:t>
            </a:r>
          </a:p>
          <a:p>
            <a:r>
              <a:rPr lang="en-US" sz="1400" dirty="0"/>
              <a:t>    ├── </a:t>
            </a:r>
            <a:r>
              <a:rPr lang="en-US" sz="1400" dirty="0" err="1"/>
              <a:t>cam_front_left</a:t>
            </a:r>
            <a:r>
              <a:rPr lang="en-US" sz="1400" dirty="0"/>
              <a:t>/</a:t>
            </a:r>
          </a:p>
          <a:p>
            <a:r>
              <a:rPr lang="en-US" sz="1400" dirty="0"/>
              <a:t>    │   └── 20180925135056_camera_frontleft_000081168.png</a:t>
            </a:r>
          </a:p>
          <a:p>
            <a:r>
              <a:rPr lang="en-US" sz="1400" dirty="0"/>
              <a:t>    ├── </a:t>
            </a:r>
            <a:r>
              <a:rPr lang="en-US" sz="1400" dirty="0" err="1"/>
              <a:t>cam_front_right</a:t>
            </a:r>
            <a:r>
              <a:rPr lang="en-US" sz="1400" dirty="0"/>
              <a:t>/</a:t>
            </a:r>
          </a:p>
          <a:p>
            <a:r>
              <a:rPr lang="en-US" sz="1400" dirty="0"/>
              <a:t>    │   └── 20180925135056_camera_frontright_000081212.png</a:t>
            </a:r>
          </a:p>
          <a:p>
            <a:r>
              <a:rPr lang="en-US" sz="1400" dirty="0"/>
              <a:t>    ├── </a:t>
            </a:r>
            <a:r>
              <a:rPr lang="en-US" sz="1400" dirty="0" err="1"/>
              <a:t>cam_rear_center</a:t>
            </a:r>
            <a:r>
              <a:rPr lang="en-US" sz="1400" dirty="0"/>
              <a:t>/</a:t>
            </a:r>
          </a:p>
          <a:p>
            <a:r>
              <a:rPr lang="en-US" sz="1400" dirty="0"/>
              <a:t>    │   └── 20180925135056_camera_rearcenter_000081000.png</a:t>
            </a:r>
          </a:p>
          <a:p>
            <a:r>
              <a:rPr lang="en-US" sz="1400" dirty="0"/>
              <a:t>    ├── </a:t>
            </a:r>
            <a:r>
              <a:rPr lang="en-US" sz="1400" dirty="0" err="1"/>
              <a:t>cam_side_left</a:t>
            </a:r>
            <a:r>
              <a:rPr lang="en-US" sz="1400" dirty="0"/>
              <a:t>/</a:t>
            </a:r>
          </a:p>
          <a:p>
            <a:r>
              <a:rPr lang="en-US" sz="1400" dirty="0"/>
              <a:t>    │   └── 20180925135056_camera_sideleft_000081056.png</a:t>
            </a:r>
          </a:p>
          <a:p>
            <a:r>
              <a:rPr lang="en-US" sz="1400" dirty="0"/>
              <a:t>    └── </a:t>
            </a:r>
            <a:r>
              <a:rPr lang="en-US" sz="1400" dirty="0" err="1"/>
              <a:t>cam_side_right</a:t>
            </a:r>
            <a:r>
              <a:rPr lang="en-US" sz="1400" dirty="0"/>
              <a:t>/</a:t>
            </a:r>
          </a:p>
          <a:p>
            <a:r>
              <a:rPr lang="en-US" sz="1400" dirty="0"/>
              <a:t>        └── 20180925135056_camera_sideright_000081096.png</a:t>
            </a:r>
          </a:p>
          <a:p>
            <a:r>
              <a:rPr lang="en-US" sz="1400" dirty="0"/>
              <a:t>&lt;/pre&gt;</a:t>
            </a:r>
          </a:p>
          <a:p>
            <a:r>
              <a:rPr lang="en-US" sz="1400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29532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C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colorful network pattern on a black background&#10;&#10;AI-generated content may be incorrect.">
            <a:extLst>
              <a:ext uri="{FF2B5EF4-FFF2-40B4-BE49-F238E27FC236}">
                <a16:creationId xmlns:a16="http://schemas.microsoft.com/office/drawing/2014/main" id="{DEA54F39-CDDF-E5FB-D8A8-CC5FAD345AF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2358" b="22358"/>
          <a:stretch>
            <a:fillRect/>
          </a:stretch>
        </p:blipFill>
        <p:spPr>
          <a:xfrm>
            <a:off x="742104" y="1884986"/>
            <a:ext cx="3049703" cy="1686324"/>
          </a:xfrm>
        </p:spPr>
      </p:pic>
      <p:pic>
        <p:nvPicPr>
          <p:cNvPr id="26" name="Picture Placeholder 25" descr="A close-up of a chess board&#10;&#10;AI-generated content may be incorrect.">
            <a:extLst>
              <a:ext uri="{FF2B5EF4-FFF2-40B4-BE49-F238E27FC236}">
                <a16:creationId xmlns:a16="http://schemas.microsoft.com/office/drawing/2014/main" id="{D40FE65F-7AF3-8269-ABE9-9B6780EC0BD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2266" r="2266"/>
          <a:stretch>
            <a:fillRect/>
          </a:stretch>
        </p:blipFill>
        <p:spPr>
          <a:xfrm>
            <a:off x="4541314" y="1884986"/>
            <a:ext cx="3049703" cy="1686324"/>
          </a:xfrm>
        </p:spPr>
      </p:pic>
      <p:pic>
        <p:nvPicPr>
          <p:cNvPr id="28" name="Picture Placeholder 27" descr="A close-up of a network&#10;&#10;AI-generated content may be incorrect.">
            <a:extLst>
              <a:ext uri="{FF2B5EF4-FFF2-40B4-BE49-F238E27FC236}">
                <a16:creationId xmlns:a16="http://schemas.microsoft.com/office/drawing/2014/main" id="{B3A6DB11-C01F-00C9-9B0F-A8C3847FF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rcRect t="859" b="859"/>
          <a:stretch>
            <a:fillRect/>
          </a:stretch>
        </p:blipFill>
        <p:spPr>
          <a:xfrm>
            <a:off x="8340098" y="1885386"/>
            <a:ext cx="3049587" cy="16859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945420-1EF6-024F-B6EC-D78B2C7669E1}"/>
              </a:ext>
            </a:extLst>
          </p:cNvPr>
          <p:cNvSpPr txBox="1"/>
          <p:nvPr/>
        </p:nvSpPr>
        <p:spPr>
          <a:xfrm>
            <a:off x="641742" y="343111"/>
            <a:ext cx="6337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Baseline </a:t>
            </a:r>
            <a:r>
              <a:rPr lang="en-ID" sz="4800" b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</a:t>
            </a:r>
            <a:endParaRPr lang="en-US" sz="48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2AE4AA-8E97-134F-AB47-8C354B465AFE}"/>
              </a:ext>
            </a:extLst>
          </p:cNvPr>
          <p:cNvSpPr/>
          <p:nvPr/>
        </p:nvSpPr>
        <p:spPr>
          <a:xfrm>
            <a:off x="956383" y="2080334"/>
            <a:ext cx="1607699" cy="40732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B8A03-3D59-BE45-A319-F329E8AFBAF7}"/>
              </a:ext>
            </a:extLst>
          </p:cNvPr>
          <p:cNvSpPr txBox="1"/>
          <p:nvPr/>
        </p:nvSpPr>
        <p:spPr>
          <a:xfrm>
            <a:off x="1113038" y="2130107"/>
            <a:ext cx="1294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Architecture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AF8B4-0C01-B342-BC48-4F839DCD31B1}"/>
              </a:ext>
            </a:extLst>
          </p:cNvPr>
          <p:cNvSpPr txBox="1"/>
          <p:nvPr/>
        </p:nvSpPr>
        <p:spPr>
          <a:xfrm>
            <a:off x="598607" y="3874998"/>
            <a:ext cx="3193200" cy="1124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DeepLabV3 with MobileNetV3-Large backbone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Supports high-resolution image processing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8300B4-62D3-AE40-9863-DE9B903B4D8F}"/>
              </a:ext>
            </a:extLst>
          </p:cNvPr>
          <p:cNvSpPr/>
          <p:nvPr/>
        </p:nvSpPr>
        <p:spPr>
          <a:xfrm>
            <a:off x="4755595" y="2080334"/>
            <a:ext cx="2007516" cy="40732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165A5-21E4-E742-AE4F-290620DB5C31}"/>
              </a:ext>
            </a:extLst>
          </p:cNvPr>
          <p:cNvSpPr txBox="1"/>
          <p:nvPr/>
        </p:nvSpPr>
        <p:spPr>
          <a:xfrm>
            <a:off x="4912249" y="2130107"/>
            <a:ext cx="1850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Training Strategy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418742-23D4-E94C-BE84-AC1F532947D3}"/>
              </a:ext>
            </a:extLst>
          </p:cNvPr>
          <p:cNvSpPr txBox="1"/>
          <p:nvPr/>
        </p:nvSpPr>
        <p:spPr>
          <a:xfrm>
            <a:off x="4473245" y="3881608"/>
            <a:ext cx="3402673" cy="1448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F0502020204030204" pitchFamily="34" charset="0"/>
              </a:rPr>
              <a:t>C</a:t>
            </a:r>
            <a:r>
              <a:rPr lang="en-US" sz="1200" b="0" i="0" dirty="0">
                <a:effectLst/>
                <a:latin typeface="Open Sans" panose="020F0502020204030204" pitchFamily="34" charset="0"/>
              </a:rPr>
              <a:t>ustom learning rate scheduling with warmup, peak, and decay phases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Open Sans" panose="020F0502020204030204" pitchFamily="34" charset="0"/>
              </a:rPr>
              <a:t>Automatic Mixed Precision (AMP) for efficient GPU utilization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DEA5854-F138-3A4E-B547-A8F3D800B8D9}"/>
              </a:ext>
            </a:extLst>
          </p:cNvPr>
          <p:cNvSpPr/>
          <p:nvPr/>
        </p:nvSpPr>
        <p:spPr>
          <a:xfrm>
            <a:off x="8554806" y="2080334"/>
            <a:ext cx="1451838" cy="40732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67948-40E2-7A47-B0B6-D9D9246C2EA1}"/>
              </a:ext>
            </a:extLst>
          </p:cNvPr>
          <p:cNvSpPr txBox="1"/>
          <p:nvPr/>
        </p:nvSpPr>
        <p:spPr>
          <a:xfrm>
            <a:off x="8711460" y="2130107"/>
            <a:ext cx="1295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Deployment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814E3-D990-361A-4AE2-E2A0A91E032F}"/>
              </a:ext>
            </a:extLst>
          </p:cNvPr>
          <p:cNvSpPr txBox="1"/>
          <p:nvPr/>
        </p:nvSpPr>
        <p:spPr>
          <a:xfrm>
            <a:off x="702236" y="1172114"/>
            <a:ext cx="785257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https://github.com/aws-samples/sagemaker-a2d2-segmentation-pytorch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415909-5431-C558-C252-40769EF36022}"/>
              </a:ext>
            </a:extLst>
          </p:cNvPr>
          <p:cNvSpPr txBox="1"/>
          <p:nvPr/>
        </p:nvSpPr>
        <p:spPr>
          <a:xfrm>
            <a:off x="8305306" y="3881608"/>
            <a:ext cx="3402673" cy="11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F0502020204030204" pitchFamily="34" charset="0"/>
              </a:rPr>
              <a:t>Regular model checkpointing : </a:t>
            </a:r>
            <a:br>
              <a:rPr lang="en-US" sz="1200" dirty="0">
                <a:latin typeface="Open Sans" panose="020F0502020204030204" pitchFamily="34" charset="0"/>
              </a:rPr>
            </a:br>
            <a:r>
              <a:rPr lang="en-US" sz="1200" dirty="0">
                <a:latin typeface="Open Sans" panose="020F0502020204030204" pitchFamily="34" charset="0"/>
              </a:rPr>
              <a:t>versioned and latest snapshots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F0502020204030204" pitchFamily="34" charset="0"/>
              </a:rPr>
              <a:t>Cloud-ready Architecture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AC21187F-D887-C019-880A-626B357E59A6}"/>
              </a:ext>
            </a:extLst>
          </p:cNvPr>
          <p:cNvSpPr/>
          <p:nvPr/>
        </p:nvSpPr>
        <p:spPr>
          <a:xfrm>
            <a:off x="559710" y="5278562"/>
            <a:ext cx="1489526" cy="40732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935360-BCF0-85F0-7045-DF5733D3EE14}"/>
              </a:ext>
            </a:extLst>
          </p:cNvPr>
          <p:cNvSpPr txBox="1"/>
          <p:nvPr/>
        </p:nvSpPr>
        <p:spPr>
          <a:xfrm>
            <a:off x="716365" y="5328335"/>
            <a:ext cx="1218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Observations: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05033B-9D46-C735-728C-0D63185687F8}"/>
              </a:ext>
            </a:extLst>
          </p:cNvPr>
          <p:cNvSpPr txBox="1"/>
          <p:nvPr/>
        </p:nvSpPr>
        <p:spPr>
          <a:xfrm>
            <a:off x="545581" y="5866390"/>
            <a:ext cx="23300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Missing Train-Test-Validation Split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4D8A04-6874-3721-A8DB-29D81BC24BA0}"/>
              </a:ext>
            </a:extLst>
          </p:cNvPr>
          <p:cNvSpPr txBox="1"/>
          <p:nvPr/>
        </p:nvSpPr>
        <p:spPr>
          <a:xfrm>
            <a:off x="7275802" y="5877433"/>
            <a:ext cx="221696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assessment visualization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13041-9C48-1607-32AB-9BDB64B8643E}"/>
              </a:ext>
            </a:extLst>
          </p:cNvPr>
          <p:cNvSpPr txBox="1"/>
          <p:nvPr/>
        </p:nvSpPr>
        <p:spPr>
          <a:xfrm>
            <a:off x="5114651" y="5881866"/>
            <a:ext cx="20717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Limitations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B9C299-CB98-3DE1-C70C-D328703A9230}"/>
              </a:ext>
            </a:extLst>
          </p:cNvPr>
          <p:cNvSpPr txBox="1"/>
          <p:nvPr/>
        </p:nvSpPr>
        <p:spPr>
          <a:xfrm>
            <a:off x="2828567" y="5868416"/>
            <a:ext cx="221696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Inadequate performance metrics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6D79D1-1A2F-F0DD-07A3-09612BE20E9C}"/>
              </a:ext>
            </a:extLst>
          </p:cNvPr>
          <p:cNvSpPr txBox="1"/>
          <p:nvPr/>
        </p:nvSpPr>
        <p:spPr>
          <a:xfrm>
            <a:off x="9579703" y="5873000"/>
            <a:ext cx="221696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Excessive checkpoints: consuming too much storage</a:t>
            </a:r>
          </a:p>
        </p:txBody>
      </p:sp>
    </p:spTree>
    <p:extLst>
      <p:ext uri="{BB962C8B-B14F-4D97-AF65-F5344CB8AC3E}">
        <p14:creationId xmlns:p14="http://schemas.microsoft.com/office/powerpoint/2010/main" val="262166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/>
      <p:bldP spid="35" grpId="0"/>
      <p:bldP spid="36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>
            <a:extLst>
              <a:ext uri="{FF2B5EF4-FFF2-40B4-BE49-F238E27FC236}">
                <a16:creationId xmlns:a16="http://schemas.microsoft.com/office/drawing/2014/main" id="{97143C94-EFC9-6142-A182-03A2C9FF3ADD}"/>
              </a:ext>
            </a:extLst>
          </p:cNvPr>
          <p:cNvSpPr/>
          <p:nvPr/>
        </p:nvSpPr>
        <p:spPr>
          <a:xfrm>
            <a:off x="648354" y="2783561"/>
            <a:ext cx="3461153" cy="3254136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9F38029B-88B4-E441-90A1-B7DABFEE2EAB}"/>
              </a:ext>
            </a:extLst>
          </p:cNvPr>
          <p:cNvSpPr/>
          <p:nvPr/>
        </p:nvSpPr>
        <p:spPr>
          <a:xfrm>
            <a:off x="4365424" y="2783561"/>
            <a:ext cx="3461153" cy="3254136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Diagonal Corner Rectangle 12">
            <a:extLst>
              <a:ext uri="{FF2B5EF4-FFF2-40B4-BE49-F238E27FC236}">
                <a16:creationId xmlns:a16="http://schemas.microsoft.com/office/drawing/2014/main" id="{F210C166-9941-2544-B79C-78DB00396B1A}"/>
              </a:ext>
            </a:extLst>
          </p:cNvPr>
          <p:cNvSpPr/>
          <p:nvPr/>
        </p:nvSpPr>
        <p:spPr>
          <a:xfrm>
            <a:off x="8082494" y="2783561"/>
            <a:ext cx="3461153" cy="3254136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3" descr="A colorful network pattern on a black background&#10;&#10;AI-generated content may be incorrect.">
            <a:extLst>
              <a:ext uri="{FF2B5EF4-FFF2-40B4-BE49-F238E27FC236}">
                <a16:creationId xmlns:a16="http://schemas.microsoft.com/office/drawing/2014/main" id="{6C5557AE-564B-30A8-8D09-A890BA8DB78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grayscl/>
          </a:blip>
          <a:srcRect t="23549" b="23549"/>
          <a:stretch>
            <a:fillRect/>
          </a:stretch>
        </p:blipFill>
        <p:spPr/>
      </p:pic>
      <p:pic>
        <p:nvPicPr>
          <p:cNvPr id="20" name="Picture Placeholder 19" descr="A close-up of a chess board&#10;&#10;AI-generated content may be incorrect.">
            <a:extLst>
              <a:ext uri="{FF2B5EF4-FFF2-40B4-BE49-F238E27FC236}">
                <a16:creationId xmlns:a16="http://schemas.microsoft.com/office/drawing/2014/main" id="{AF5B6879-AB58-5D7D-294E-D1E1544AB55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91" r="91"/>
          <a:stretch>
            <a:fillRect/>
          </a:stretch>
        </p:blipFill>
        <p:spPr/>
      </p:pic>
      <p:pic>
        <p:nvPicPr>
          <p:cNvPr id="23" name="Picture Placeholder 22" descr="A close-up of a network&#10;&#10;AI-generated content may be incorrect.">
            <a:extLst>
              <a:ext uri="{FF2B5EF4-FFF2-40B4-BE49-F238E27FC236}">
                <a16:creationId xmlns:a16="http://schemas.microsoft.com/office/drawing/2014/main" id="{302BCED5-A7D9-F9C5-5FF0-066A6B0E558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t="2977" b="2977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3D3AE5-A949-604A-BE4D-39B06F6F2F7A}"/>
              </a:ext>
            </a:extLst>
          </p:cNvPr>
          <p:cNvSpPr txBox="1"/>
          <p:nvPr/>
        </p:nvSpPr>
        <p:spPr>
          <a:xfrm>
            <a:off x="4633854" y="1451960"/>
            <a:ext cx="5196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Baseline to Enhanced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57780-8C7C-E447-A6A0-39DD4D1A6B5B}"/>
              </a:ext>
            </a:extLst>
          </p:cNvPr>
          <p:cNvSpPr txBox="1"/>
          <p:nvPr/>
        </p:nvSpPr>
        <p:spPr>
          <a:xfrm>
            <a:off x="3202590" y="770173"/>
            <a:ext cx="5196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Model Evolution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45BAB1-9F1F-8E43-B782-09A3CC44C83B}"/>
              </a:ext>
            </a:extLst>
          </p:cNvPr>
          <p:cNvSpPr/>
          <p:nvPr/>
        </p:nvSpPr>
        <p:spPr>
          <a:xfrm>
            <a:off x="2612570" y="4019487"/>
            <a:ext cx="1094955" cy="39114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E3620D-4619-9843-A8AF-6CE8E9A5D7C1}"/>
              </a:ext>
            </a:extLst>
          </p:cNvPr>
          <p:cNvSpPr/>
          <p:nvPr/>
        </p:nvSpPr>
        <p:spPr>
          <a:xfrm>
            <a:off x="5992586" y="4019487"/>
            <a:ext cx="1432010" cy="39114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58D9F82-119A-C042-8A31-09976A465367}"/>
              </a:ext>
            </a:extLst>
          </p:cNvPr>
          <p:cNvSpPr/>
          <p:nvPr/>
        </p:nvSpPr>
        <p:spPr>
          <a:xfrm>
            <a:off x="9830202" y="4019487"/>
            <a:ext cx="1311464" cy="39114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87C530-3400-BA44-9178-A214F6DB322A}"/>
              </a:ext>
            </a:extLst>
          </p:cNvPr>
          <p:cNvSpPr txBox="1"/>
          <p:nvPr/>
        </p:nvSpPr>
        <p:spPr>
          <a:xfrm>
            <a:off x="2527928" y="4069357"/>
            <a:ext cx="1141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200" b="1" i="0" dirty="0">
                <a:solidFill>
                  <a:srgbClr val="ECECEC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Architecture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89E9F1-9F46-6E48-877C-93D0BCCCEEE4}"/>
              </a:ext>
            </a:extLst>
          </p:cNvPr>
          <p:cNvSpPr txBox="1"/>
          <p:nvPr/>
        </p:nvSpPr>
        <p:spPr>
          <a:xfrm>
            <a:off x="5777600" y="4069356"/>
            <a:ext cx="1608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200" b="1" i="0" dirty="0">
                <a:solidFill>
                  <a:srgbClr val="ECECEC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Training Strategy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C1595-0926-9C48-A6FC-DF520D6D6443}"/>
              </a:ext>
            </a:extLst>
          </p:cNvPr>
          <p:cNvSpPr txBox="1"/>
          <p:nvPr/>
        </p:nvSpPr>
        <p:spPr>
          <a:xfrm>
            <a:off x="9976757" y="4069356"/>
            <a:ext cx="1015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200" b="1" i="0" dirty="0">
                <a:solidFill>
                  <a:srgbClr val="ECECEC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Deployment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2890C0-95D4-1F3D-C799-A4702EC4EC89}"/>
              </a:ext>
            </a:extLst>
          </p:cNvPr>
          <p:cNvSpPr txBox="1"/>
          <p:nvPr/>
        </p:nvSpPr>
        <p:spPr>
          <a:xfrm>
            <a:off x="903765" y="4927614"/>
            <a:ext cx="3193200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DeepLabV3+ with ResNet-50 backbone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6253BA-A4CC-789F-85CF-0A999B149485}"/>
              </a:ext>
            </a:extLst>
          </p:cNvPr>
          <p:cNvSpPr txBox="1"/>
          <p:nvPr/>
        </p:nvSpPr>
        <p:spPr>
          <a:xfrm>
            <a:off x="4714930" y="4804232"/>
            <a:ext cx="3193200" cy="102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Comprehensive train-validation-test split with proper randomization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009113-1D7B-779B-0610-3A7BAAEC0A6D}"/>
              </a:ext>
            </a:extLst>
          </p:cNvPr>
          <p:cNvSpPr txBox="1"/>
          <p:nvPr/>
        </p:nvSpPr>
        <p:spPr>
          <a:xfrm>
            <a:off x="8398938" y="4865206"/>
            <a:ext cx="3038193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Efficient model storage and Visualization pipeline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13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80B30-73BD-B81F-5764-DA615AF6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Diagonal Corner Rectangle 2">
            <a:extLst>
              <a:ext uri="{FF2B5EF4-FFF2-40B4-BE49-F238E27FC236}">
                <a16:creationId xmlns:a16="http://schemas.microsoft.com/office/drawing/2014/main" id="{553683A1-67E9-8AB4-349F-85CD44336E7D}"/>
              </a:ext>
            </a:extLst>
          </p:cNvPr>
          <p:cNvSpPr/>
          <p:nvPr/>
        </p:nvSpPr>
        <p:spPr>
          <a:xfrm>
            <a:off x="7398639" y="2068166"/>
            <a:ext cx="4246576" cy="4312307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FD353605-3994-30D0-1D0D-08597B11B27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212" r="5212"/>
          <a:stretch/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B036EC-F91F-D6E1-2211-466FCBE35E77}"/>
              </a:ext>
            </a:extLst>
          </p:cNvPr>
          <p:cNvSpPr txBox="1"/>
          <p:nvPr/>
        </p:nvSpPr>
        <p:spPr>
          <a:xfrm>
            <a:off x="1455339" y="724954"/>
            <a:ext cx="45995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Architecture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nip Diagonal Corner Rectangle 7">
            <a:extLst>
              <a:ext uri="{FF2B5EF4-FFF2-40B4-BE49-F238E27FC236}">
                <a16:creationId xmlns:a16="http://schemas.microsoft.com/office/drawing/2014/main" id="{324E8D87-1575-6E20-5BA4-7C4BC4302B85}"/>
              </a:ext>
            </a:extLst>
          </p:cNvPr>
          <p:cNvSpPr/>
          <p:nvPr/>
        </p:nvSpPr>
        <p:spPr>
          <a:xfrm>
            <a:off x="1326524" y="4662152"/>
            <a:ext cx="5502021" cy="1718321"/>
          </a:xfrm>
          <a:prstGeom prst="snip2DiagRect">
            <a:avLst>
              <a:gd name="adj1" fmla="val 0"/>
              <a:gd name="adj2" fmla="val 3496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8B079-80C3-718A-5A52-8C9A88160D2B}"/>
              </a:ext>
            </a:extLst>
          </p:cNvPr>
          <p:cNvSpPr txBox="1"/>
          <p:nvPr/>
        </p:nvSpPr>
        <p:spPr>
          <a:xfrm>
            <a:off x="1981547" y="4963465"/>
            <a:ext cx="4191973" cy="319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ViT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7DC63-8586-33C4-5A39-9F764CD1F95F}"/>
              </a:ext>
            </a:extLst>
          </p:cNvPr>
          <p:cNvSpPr txBox="1"/>
          <p:nvPr/>
        </p:nvSpPr>
        <p:spPr>
          <a:xfrm>
            <a:off x="1403022" y="2024543"/>
            <a:ext cx="6094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DeepLabV3+ with ResNet-50 backbone</a:t>
            </a:r>
            <a:b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Atrous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spatial pyramid pooling</a:t>
            </a:r>
            <a:b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 loss function options </a:t>
            </a:r>
            <a:b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Encoder-decoder structure</a:t>
            </a:r>
            <a:b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Confidence visualization capability</a:t>
            </a:r>
          </a:p>
        </p:txBody>
      </p:sp>
    </p:spTree>
    <p:extLst>
      <p:ext uri="{BB962C8B-B14F-4D97-AF65-F5344CB8AC3E}">
        <p14:creationId xmlns:p14="http://schemas.microsoft.com/office/powerpoint/2010/main" val="3511178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A335C398-FE41-794E-9B1B-4F0E06B6B309}"/>
              </a:ext>
            </a:extLst>
          </p:cNvPr>
          <p:cNvSpPr/>
          <p:nvPr/>
        </p:nvSpPr>
        <p:spPr>
          <a:xfrm>
            <a:off x="904972" y="2372264"/>
            <a:ext cx="7006865" cy="4356339"/>
          </a:xfrm>
          <a:prstGeom prst="snip2DiagRect">
            <a:avLst>
              <a:gd name="adj1" fmla="val 0"/>
              <a:gd name="adj2" fmla="val 212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Diagonal Corner Rectangle 12">
            <a:extLst>
              <a:ext uri="{FF2B5EF4-FFF2-40B4-BE49-F238E27FC236}">
                <a16:creationId xmlns:a16="http://schemas.microsoft.com/office/drawing/2014/main" id="{363E6F78-022A-E249-8223-8A132453A465}"/>
              </a:ext>
            </a:extLst>
          </p:cNvPr>
          <p:cNvSpPr/>
          <p:nvPr/>
        </p:nvSpPr>
        <p:spPr>
          <a:xfrm>
            <a:off x="8096081" y="2372264"/>
            <a:ext cx="3204534" cy="4356339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73EC4-D87A-DD4D-9F14-697511D108D4}"/>
              </a:ext>
            </a:extLst>
          </p:cNvPr>
          <p:cNvSpPr txBox="1"/>
          <p:nvPr/>
        </p:nvSpPr>
        <p:spPr>
          <a:xfrm>
            <a:off x="833532" y="684071"/>
            <a:ext cx="5127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Training Strategy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nip Diagonal Corner Rectangle 17">
            <a:extLst>
              <a:ext uri="{FF2B5EF4-FFF2-40B4-BE49-F238E27FC236}">
                <a16:creationId xmlns:a16="http://schemas.microsoft.com/office/drawing/2014/main" id="{15F304AA-DCE3-004C-86C2-76C062D7C0FF}"/>
              </a:ext>
            </a:extLst>
          </p:cNvPr>
          <p:cNvSpPr/>
          <p:nvPr/>
        </p:nvSpPr>
        <p:spPr>
          <a:xfrm>
            <a:off x="7633620" y="869636"/>
            <a:ext cx="3666995" cy="1198530"/>
          </a:xfrm>
          <a:prstGeom prst="snip2DiagRect">
            <a:avLst>
              <a:gd name="adj1" fmla="val 0"/>
              <a:gd name="adj2" fmla="val 3496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B0B98A-0038-6E44-BBA2-C9784AC9A388}"/>
              </a:ext>
            </a:extLst>
          </p:cNvPr>
          <p:cNvSpPr txBox="1"/>
          <p:nvPr/>
        </p:nvSpPr>
        <p:spPr>
          <a:xfrm>
            <a:off x="8081793" y="1029573"/>
            <a:ext cx="2811402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endParaRPr lang="en-US" sz="1100" dirty="0">
              <a:solidFill>
                <a:schemeClr val="accent4"/>
              </a:solidFill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93408B84-C714-0C2C-073D-4090DCD73E1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alphaModFix amt="35000"/>
          </a:blip>
          <a:srcRect t="7677" b="7677"/>
          <a:stretch>
            <a:fillRect/>
          </a:stretch>
        </p:blipFill>
        <p:spPr>
          <a:xfrm>
            <a:off x="1007978" y="2494286"/>
            <a:ext cx="6686783" cy="4070416"/>
          </a:xfr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177359D5-0F15-349B-7D63-BD8BDB00B4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50000"/>
          </a:blip>
          <a:srcRect t="7677" b="7677"/>
          <a:stretch>
            <a:fillRect/>
          </a:stretch>
        </p:blipFill>
        <p:spPr>
          <a:xfrm>
            <a:off x="8199084" y="2530412"/>
            <a:ext cx="3006642" cy="4080860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1A07C6-47F7-DA49-8667-E1F2F42AB294}"/>
              </a:ext>
            </a:extLst>
          </p:cNvPr>
          <p:cNvSpPr/>
          <p:nvPr/>
        </p:nvSpPr>
        <p:spPr>
          <a:xfrm>
            <a:off x="3976778" y="6003988"/>
            <a:ext cx="3359792" cy="37612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Configuration Settings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F12FD4-5F04-DE40-B6F2-4E34556EADCE}"/>
              </a:ext>
            </a:extLst>
          </p:cNvPr>
          <p:cNvSpPr/>
          <p:nvPr/>
        </p:nvSpPr>
        <p:spPr>
          <a:xfrm>
            <a:off x="8842076" y="6003988"/>
            <a:ext cx="2243670" cy="37612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 Metrics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2829D-2246-BFF9-14A0-E9FC3D28ED99}"/>
              </a:ext>
            </a:extLst>
          </p:cNvPr>
          <p:cNvSpPr txBox="1"/>
          <p:nvPr/>
        </p:nvSpPr>
        <p:spPr>
          <a:xfrm>
            <a:off x="1432593" y="2959688"/>
            <a:ext cx="287610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Epochs: 3, Batch Size: 8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Train/Validation/Test: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80/10/10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Focal Loss: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gamma=2.0 and alpha=0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SGD optimizer with momentum=0.95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Learning rate: 0.01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3CEC22-9DC2-104E-1E8C-DB6EE22595C5}"/>
              </a:ext>
            </a:extLst>
          </p:cNvPr>
          <p:cNvSpPr txBox="1"/>
          <p:nvPr/>
        </p:nvSpPr>
        <p:spPr>
          <a:xfrm>
            <a:off x="8328993" y="2841408"/>
            <a:ext cx="269249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Intersection over Union (</a:t>
            </a:r>
            <a:r>
              <a:rPr lang="en-US" sz="13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mIoU</a:t>
            </a: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Pixel Accuracy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F1-Score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Dice Coefficient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947524-01BF-372E-D99D-B4DB06B70C46}"/>
              </a:ext>
            </a:extLst>
          </p:cNvPr>
          <p:cNvSpPr txBox="1"/>
          <p:nvPr/>
        </p:nvSpPr>
        <p:spPr>
          <a:xfrm>
            <a:off x="4189662" y="2973393"/>
            <a:ext cx="287610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50% of Image Resolution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Height: 604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Width: 960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mixed precision (AMP) for efficient GPU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08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D0DF-F5AC-2E4A-9A3E-C563C81B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561A1CF6-1491-0AC9-591B-09972FE1260D}"/>
              </a:ext>
            </a:extLst>
          </p:cNvPr>
          <p:cNvSpPr/>
          <p:nvPr/>
        </p:nvSpPr>
        <p:spPr>
          <a:xfrm>
            <a:off x="904973" y="2372264"/>
            <a:ext cx="3204534" cy="4356339"/>
          </a:xfrm>
          <a:prstGeom prst="snip2DiagRect">
            <a:avLst>
              <a:gd name="adj1" fmla="val 0"/>
              <a:gd name="adj2" fmla="val 212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DB1FCFDA-A310-5A13-70A6-66B1FDDD5881}"/>
              </a:ext>
            </a:extLst>
          </p:cNvPr>
          <p:cNvSpPr/>
          <p:nvPr/>
        </p:nvSpPr>
        <p:spPr>
          <a:xfrm>
            <a:off x="4500527" y="2372264"/>
            <a:ext cx="3204534" cy="4356339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Diagonal Corner Rectangle 12">
            <a:extLst>
              <a:ext uri="{FF2B5EF4-FFF2-40B4-BE49-F238E27FC236}">
                <a16:creationId xmlns:a16="http://schemas.microsoft.com/office/drawing/2014/main" id="{7A38ADC3-A10A-2BF1-AB27-7AE65AAED5A6}"/>
              </a:ext>
            </a:extLst>
          </p:cNvPr>
          <p:cNvSpPr/>
          <p:nvPr/>
        </p:nvSpPr>
        <p:spPr>
          <a:xfrm>
            <a:off x="8096081" y="2372264"/>
            <a:ext cx="3204534" cy="4356339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336A1-DC78-C7C2-A627-279EC541CF6E}"/>
              </a:ext>
            </a:extLst>
          </p:cNvPr>
          <p:cNvSpPr txBox="1"/>
          <p:nvPr/>
        </p:nvSpPr>
        <p:spPr>
          <a:xfrm>
            <a:off x="833532" y="684071"/>
            <a:ext cx="38851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Deployment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E3AFA9A-937D-40F1-47A3-E70F62D095B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alphaModFix amt="35000"/>
          </a:blip>
          <a:srcRect t="7677" b="7677"/>
          <a:stretch>
            <a:fillRect/>
          </a:stretch>
        </p:blipFill>
        <p:spPr>
          <a:xfrm>
            <a:off x="1007979" y="2494286"/>
            <a:ext cx="2998948" cy="4070416"/>
          </a:xfrm>
        </p:spPr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29E8141C-7BE4-9C12-0B03-FED5A159DC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50000"/>
          </a:blip>
          <a:srcRect t="7677" b="7677"/>
          <a:stretch>
            <a:fillRect/>
          </a:stretch>
        </p:blipFill>
        <p:spPr>
          <a:xfrm>
            <a:off x="4603533" y="2513162"/>
            <a:ext cx="3006642" cy="4080860"/>
          </a:xfr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A5713043-21C0-B2B7-38DF-A6A116A2BB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50000"/>
          </a:blip>
          <a:srcRect t="7677" b="7677"/>
          <a:stretch>
            <a:fillRect/>
          </a:stretch>
        </p:blipFill>
        <p:spPr>
          <a:xfrm>
            <a:off x="8199084" y="2530412"/>
            <a:ext cx="3006642" cy="4080860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A31B51-4AF0-D8D4-F80F-3D4EDFF67C63}"/>
              </a:ext>
            </a:extLst>
          </p:cNvPr>
          <p:cNvSpPr/>
          <p:nvPr/>
        </p:nvSpPr>
        <p:spPr>
          <a:xfrm>
            <a:off x="1483744" y="6003988"/>
            <a:ext cx="2410894" cy="37612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Storage Management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D1EC3F-BCC5-5438-F571-ED0C891EA136}"/>
              </a:ext>
            </a:extLst>
          </p:cNvPr>
          <p:cNvSpPr/>
          <p:nvPr/>
        </p:nvSpPr>
        <p:spPr>
          <a:xfrm>
            <a:off x="5199916" y="6003988"/>
            <a:ext cx="2290275" cy="37612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Visualization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59665D3-A5E2-5805-25C4-24EA60F6E713}"/>
              </a:ext>
            </a:extLst>
          </p:cNvPr>
          <p:cNvSpPr/>
          <p:nvPr/>
        </p:nvSpPr>
        <p:spPr>
          <a:xfrm>
            <a:off x="8695426" y="6003988"/>
            <a:ext cx="2390319" cy="37612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Performance Analysis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A0A236-9722-0DB0-CF5E-3AFE3F50E57D}"/>
              </a:ext>
            </a:extLst>
          </p:cNvPr>
          <p:cNvSpPr txBox="1"/>
          <p:nvPr/>
        </p:nvSpPr>
        <p:spPr>
          <a:xfrm>
            <a:off x="1035782" y="2623255"/>
            <a:ext cx="2733961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 checkpoints saved after each epoch and for best performance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State dictionaries saved instead of full models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JSON-formatted metric history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Separated output directories for train/validation/test results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505D4-9247-F7AF-8A7E-A6B2A679C399}"/>
              </a:ext>
            </a:extLst>
          </p:cNvPr>
          <p:cNvSpPr txBox="1"/>
          <p:nvPr/>
        </p:nvSpPr>
        <p:spPr>
          <a:xfrm>
            <a:off x="4614085" y="2611971"/>
            <a:ext cx="269249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RGB color-mapped segmentation outputs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 activation maps showing model confidence levels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Side-by-side comparison of original image and segmentation prediction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Heatmap visualization of pixel-level confidence scores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Per-image metrics saved alongside visual outputs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F9234A-FC5B-69B4-9CE5-009B9BB28D7B}"/>
              </a:ext>
            </a:extLst>
          </p:cNvPr>
          <p:cNvSpPr txBox="1"/>
          <p:nvPr/>
        </p:nvSpPr>
        <p:spPr>
          <a:xfrm>
            <a:off x="8315621" y="2615890"/>
            <a:ext cx="2577574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Comprehensive performance reports in Markdown format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Class-wise confusion analysis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identification of boundary quality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Side-by-side comparison of ground truth vs. prediction</a:t>
            </a:r>
            <a:b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3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identification of challenging classes</a:t>
            </a:r>
          </a:p>
        </p:txBody>
      </p:sp>
    </p:spTree>
    <p:extLst>
      <p:ext uri="{BB962C8B-B14F-4D97-AF65-F5344CB8AC3E}">
        <p14:creationId xmlns:p14="http://schemas.microsoft.com/office/powerpoint/2010/main" val="196339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Diagonal Corner Rectangle 2">
            <a:extLst>
              <a:ext uri="{FF2B5EF4-FFF2-40B4-BE49-F238E27FC236}">
                <a16:creationId xmlns:a16="http://schemas.microsoft.com/office/drawing/2014/main" id="{B8AC04B2-4563-2A17-8152-C877F6FE9BA3}"/>
              </a:ext>
            </a:extLst>
          </p:cNvPr>
          <p:cNvSpPr/>
          <p:nvPr/>
        </p:nvSpPr>
        <p:spPr>
          <a:xfrm>
            <a:off x="7398639" y="2068166"/>
            <a:ext cx="4246576" cy="4312307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59D2707-1150-4B5C-D714-0D95B9BD30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897461-297D-FF1A-A669-08319B7147F8}"/>
              </a:ext>
            </a:extLst>
          </p:cNvPr>
          <p:cNvSpPr/>
          <p:nvPr/>
        </p:nvSpPr>
        <p:spPr>
          <a:xfrm>
            <a:off x="8553412" y="5181943"/>
            <a:ext cx="1693669" cy="5441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82D7F-6E2B-F620-4D66-AFB44398BF37}"/>
              </a:ext>
            </a:extLst>
          </p:cNvPr>
          <p:cNvSpPr txBox="1"/>
          <p:nvPr/>
        </p:nvSpPr>
        <p:spPr>
          <a:xfrm>
            <a:off x="8553412" y="5227255"/>
            <a:ext cx="1695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Morgan </a:t>
            </a:r>
            <a:r>
              <a:rPr lang="en-ID" sz="1200" b="1" i="0" dirty="0" err="1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Rusel</a:t>
            </a:r>
            <a:endParaRPr lang="en-US" sz="12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724E5-2F91-5A40-F4F1-346BF0314709}"/>
              </a:ext>
            </a:extLst>
          </p:cNvPr>
          <p:cNvSpPr txBox="1"/>
          <p:nvPr/>
        </p:nvSpPr>
        <p:spPr>
          <a:xfrm>
            <a:off x="8959514" y="5423140"/>
            <a:ext cx="8814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000" i="1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( Founder )</a:t>
            </a:r>
            <a:endParaRPr lang="en-US" sz="1000" i="1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B8DD9-F971-DCC6-4F7E-05129FE927CC}"/>
              </a:ext>
            </a:extLst>
          </p:cNvPr>
          <p:cNvSpPr txBox="1"/>
          <p:nvPr/>
        </p:nvSpPr>
        <p:spPr>
          <a:xfrm>
            <a:off x="1981546" y="2415728"/>
            <a:ext cx="45995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Meet </a:t>
            </a:r>
          </a:p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The Leader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nip Diagonal Corner Rectangle 7">
            <a:extLst>
              <a:ext uri="{FF2B5EF4-FFF2-40B4-BE49-F238E27FC236}">
                <a16:creationId xmlns:a16="http://schemas.microsoft.com/office/drawing/2014/main" id="{5232B7E5-F906-4505-B2DE-8CCCF9CE67A4}"/>
              </a:ext>
            </a:extLst>
          </p:cNvPr>
          <p:cNvSpPr/>
          <p:nvPr/>
        </p:nvSpPr>
        <p:spPr>
          <a:xfrm>
            <a:off x="1326524" y="4662152"/>
            <a:ext cx="5502021" cy="1718321"/>
          </a:xfrm>
          <a:prstGeom prst="snip2DiagRect">
            <a:avLst>
              <a:gd name="adj1" fmla="val 0"/>
              <a:gd name="adj2" fmla="val 3496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42460-D122-8C54-2CDA-DD6CD9627BCC}"/>
              </a:ext>
            </a:extLst>
          </p:cNvPr>
          <p:cNvSpPr txBox="1"/>
          <p:nvPr/>
        </p:nvSpPr>
        <p:spPr>
          <a:xfrm>
            <a:off x="1981547" y="4963465"/>
            <a:ext cx="4191973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79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BFE3A0-6AEF-664E-8743-9D58864D1CD9}"/>
              </a:ext>
            </a:extLst>
          </p:cNvPr>
          <p:cNvSpPr txBox="1"/>
          <p:nvPr/>
        </p:nvSpPr>
        <p:spPr>
          <a:xfrm>
            <a:off x="2222818" y="1616273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59800-F1F0-5140-91EC-4941A63D3F9B}"/>
              </a:ext>
            </a:extLst>
          </p:cNvPr>
          <p:cNvSpPr txBox="1"/>
          <p:nvPr/>
        </p:nvSpPr>
        <p:spPr>
          <a:xfrm>
            <a:off x="1004047" y="816814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Break Slides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FD6DC-6469-E906-EC99-F28E351B4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1DC5A4-163D-082B-CA7E-1FCBF37A5F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4AE987-279B-B840-98EB-CDCB9C5FCA0B}"/>
              </a:ext>
            </a:extLst>
          </p:cNvPr>
          <p:cNvSpPr/>
          <p:nvPr/>
        </p:nvSpPr>
        <p:spPr>
          <a:xfrm>
            <a:off x="4340176" y="4826834"/>
            <a:ext cx="2164930" cy="6942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hape 9062">
            <a:extLst>
              <a:ext uri="{FF2B5EF4-FFF2-40B4-BE49-F238E27FC236}">
                <a16:creationId xmlns:a16="http://schemas.microsoft.com/office/drawing/2014/main" id="{91A85A90-E3A1-5340-A5B8-74413EA14BBF}"/>
              </a:ext>
            </a:extLst>
          </p:cNvPr>
          <p:cNvSpPr/>
          <p:nvPr/>
        </p:nvSpPr>
        <p:spPr>
          <a:xfrm flipV="1">
            <a:off x="5766163" y="5015158"/>
            <a:ext cx="411899" cy="3160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2" h="21456" extrusionOk="0">
                <a:moveTo>
                  <a:pt x="21129" y="11771"/>
                </a:moveTo>
                <a:cubicBezTo>
                  <a:pt x="14125" y="20995"/>
                  <a:pt x="14125" y="20995"/>
                  <a:pt x="14125" y="20995"/>
                </a:cubicBezTo>
                <a:cubicBezTo>
                  <a:pt x="13890" y="21302"/>
                  <a:pt x="13596" y="21456"/>
                  <a:pt x="13301" y="21456"/>
                </a:cubicBezTo>
                <a:cubicBezTo>
                  <a:pt x="13007" y="21456"/>
                  <a:pt x="12713" y="21302"/>
                  <a:pt x="12477" y="20995"/>
                </a:cubicBezTo>
                <a:cubicBezTo>
                  <a:pt x="12065" y="20457"/>
                  <a:pt x="12065" y="19457"/>
                  <a:pt x="12477" y="18919"/>
                </a:cubicBezTo>
                <a:cubicBezTo>
                  <a:pt x="17598" y="12232"/>
                  <a:pt x="17598" y="12232"/>
                  <a:pt x="17598" y="12232"/>
                </a:cubicBezTo>
                <a:cubicBezTo>
                  <a:pt x="1118" y="12232"/>
                  <a:pt x="1118" y="12232"/>
                  <a:pt x="1118" y="12232"/>
                </a:cubicBezTo>
                <a:cubicBezTo>
                  <a:pt x="471" y="12232"/>
                  <a:pt x="0" y="11540"/>
                  <a:pt x="0" y="10694"/>
                </a:cubicBezTo>
                <a:cubicBezTo>
                  <a:pt x="0" y="9926"/>
                  <a:pt x="471" y="9234"/>
                  <a:pt x="1118" y="9234"/>
                </a:cubicBezTo>
                <a:cubicBezTo>
                  <a:pt x="17598" y="9234"/>
                  <a:pt x="17598" y="9234"/>
                  <a:pt x="17598" y="9234"/>
                </a:cubicBezTo>
                <a:cubicBezTo>
                  <a:pt x="12477" y="2546"/>
                  <a:pt x="12477" y="2546"/>
                  <a:pt x="12477" y="2546"/>
                </a:cubicBezTo>
                <a:cubicBezTo>
                  <a:pt x="12065" y="1931"/>
                  <a:pt x="12065" y="1009"/>
                  <a:pt x="12477" y="394"/>
                </a:cubicBezTo>
                <a:cubicBezTo>
                  <a:pt x="12948" y="-144"/>
                  <a:pt x="13654" y="-144"/>
                  <a:pt x="14125" y="471"/>
                </a:cubicBezTo>
                <a:cubicBezTo>
                  <a:pt x="21129" y="9695"/>
                  <a:pt x="21129" y="9695"/>
                  <a:pt x="21129" y="9695"/>
                </a:cubicBezTo>
                <a:cubicBezTo>
                  <a:pt x="21600" y="10233"/>
                  <a:pt x="21600" y="11156"/>
                  <a:pt x="21129" y="1177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tIns="91439" bIns="91439"/>
          <a:lstStyle/>
          <a:p>
            <a:pPr algn="ctr">
              <a:spcBef>
                <a:spcPts val="800"/>
              </a:spcBef>
              <a:defRPr sz="1800" spc="-180">
                <a:solidFill>
                  <a:srgbClr val="FFFFFF"/>
                </a:solidFill>
              </a:defRPr>
            </a:pPr>
            <a:endParaRPr>
              <a:solidFill>
                <a:schemeClr val="accent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168054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0816D-EC2F-4118-B66D-A063B68E6B0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2C55528-00BD-1BD8-85A4-1E85881C29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C2C77F9-2886-AE73-46C3-06AEFAF007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F1068F2-A291-22CA-CD48-B6A2277C1B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D7185D-87B5-4947-848D-F473D34C9895}"/>
              </a:ext>
            </a:extLst>
          </p:cNvPr>
          <p:cNvSpPr/>
          <p:nvPr/>
        </p:nvSpPr>
        <p:spPr>
          <a:xfrm>
            <a:off x="1255994" y="4063159"/>
            <a:ext cx="1718326" cy="4073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836DD-3B68-6A4A-9A86-5A7C76B7F97A}"/>
              </a:ext>
            </a:extLst>
          </p:cNvPr>
          <p:cNvSpPr txBox="1"/>
          <p:nvPr/>
        </p:nvSpPr>
        <p:spPr>
          <a:xfrm>
            <a:off x="1412648" y="4112932"/>
            <a:ext cx="14238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Opportunities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D8093-2CEA-084E-9193-193FBFD3C55A}"/>
              </a:ext>
            </a:extLst>
          </p:cNvPr>
          <p:cNvSpPr txBox="1"/>
          <p:nvPr/>
        </p:nvSpPr>
        <p:spPr>
          <a:xfrm>
            <a:off x="2013916" y="5140304"/>
            <a:ext cx="1614996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1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AB477-CC0D-8D4E-99AE-6C4BDF47A7A5}"/>
              </a:ext>
            </a:extLst>
          </p:cNvPr>
          <p:cNvSpPr/>
          <p:nvPr/>
        </p:nvSpPr>
        <p:spPr>
          <a:xfrm>
            <a:off x="4208932" y="4134657"/>
            <a:ext cx="1241325" cy="4073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DF7E9-287A-4340-86A0-F88E88611FE8}"/>
              </a:ext>
            </a:extLst>
          </p:cNvPr>
          <p:cNvSpPr txBox="1"/>
          <p:nvPr/>
        </p:nvSpPr>
        <p:spPr>
          <a:xfrm>
            <a:off x="4365586" y="4184430"/>
            <a:ext cx="12413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 err="1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Thereats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C73B3-EA7C-0748-BF84-8A108B8DD84C}"/>
              </a:ext>
            </a:extLst>
          </p:cNvPr>
          <p:cNvSpPr txBox="1"/>
          <p:nvPr/>
        </p:nvSpPr>
        <p:spPr>
          <a:xfrm>
            <a:off x="4966854" y="5211802"/>
            <a:ext cx="1614996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1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856973-BB31-654B-A340-6EA62D04DAE6}"/>
              </a:ext>
            </a:extLst>
          </p:cNvPr>
          <p:cNvSpPr/>
          <p:nvPr/>
        </p:nvSpPr>
        <p:spPr>
          <a:xfrm>
            <a:off x="1255993" y="1377848"/>
            <a:ext cx="1246523" cy="4073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2B973-18AB-D643-AD2E-9FA84E5DDAEE}"/>
              </a:ext>
            </a:extLst>
          </p:cNvPr>
          <p:cNvSpPr txBox="1"/>
          <p:nvPr/>
        </p:nvSpPr>
        <p:spPr>
          <a:xfrm>
            <a:off x="1412648" y="1427621"/>
            <a:ext cx="1032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 err="1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Strenght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F72C2-D638-8D4B-98ED-F7B3F2E208DC}"/>
              </a:ext>
            </a:extLst>
          </p:cNvPr>
          <p:cNvSpPr txBox="1"/>
          <p:nvPr/>
        </p:nvSpPr>
        <p:spPr>
          <a:xfrm>
            <a:off x="2013916" y="2454993"/>
            <a:ext cx="1614996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1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241A59-6C65-224D-B3EC-B43242D22CD4}"/>
              </a:ext>
            </a:extLst>
          </p:cNvPr>
          <p:cNvSpPr/>
          <p:nvPr/>
        </p:nvSpPr>
        <p:spPr>
          <a:xfrm>
            <a:off x="4208931" y="1449346"/>
            <a:ext cx="1397981" cy="4073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90E78B-ABB9-5149-9048-B6C4E22C0DBC}"/>
              </a:ext>
            </a:extLst>
          </p:cNvPr>
          <p:cNvSpPr txBox="1"/>
          <p:nvPr/>
        </p:nvSpPr>
        <p:spPr>
          <a:xfrm>
            <a:off x="4365586" y="1499119"/>
            <a:ext cx="1241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Weakness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6808B-270A-144A-9AB3-E0B51329FC39}"/>
              </a:ext>
            </a:extLst>
          </p:cNvPr>
          <p:cNvSpPr txBox="1"/>
          <p:nvPr/>
        </p:nvSpPr>
        <p:spPr>
          <a:xfrm>
            <a:off x="4966854" y="2526491"/>
            <a:ext cx="1614996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2F22E-99A6-994A-850A-5F6013A7A13A}"/>
              </a:ext>
            </a:extLst>
          </p:cNvPr>
          <p:cNvSpPr txBox="1"/>
          <p:nvPr/>
        </p:nvSpPr>
        <p:spPr>
          <a:xfrm>
            <a:off x="907229" y="757800"/>
            <a:ext cx="595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S</a:t>
            </a:r>
            <a:endParaRPr lang="en-US" sz="3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1A66A2-241F-5E49-98A2-14D68623610D}"/>
              </a:ext>
            </a:extLst>
          </p:cNvPr>
          <p:cNvSpPr txBox="1"/>
          <p:nvPr/>
        </p:nvSpPr>
        <p:spPr>
          <a:xfrm>
            <a:off x="3770199" y="827867"/>
            <a:ext cx="595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W</a:t>
            </a:r>
            <a:endParaRPr lang="en-US" sz="3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C3951F-9272-A043-9FBB-07AD77DEFC83}"/>
              </a:ext>
            </a:extLst>
          </p:cNvPr>
          <p:cNvSpPr txBox="1"/>
          <p:nvPr/>
        </p:nvSpPr>
        <p:spPr>
          <a:xfrm>
            <a:off x="891613" y="3497749"/>
            <a:ext cx="595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b="1" dirty="0">
                <a:latin typeface="Inter" panose="02000503000000020004" pitchFamily="2" charset="0"/>
                <a:ea typeface="Inter" panose="02000503000000020004" pitchFamily="2" charset="0"/>
              </a:rPr>
              <a:t>O</a:t>
            </a:r>
            <a:endParaRPr lang="en-US" sz="3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ECDB64-291E-9247-9F74-6ADEED534FDB}"/>
              </a:ext>
            </a:extLst>
          </p:cNvPr>
          <p:cNvSpPr txBox="1"/>
          <p:nvPr/>
        </p:nvSpPr>
        <p:spPr>
          <a:xfrm>
            <a:off x="3754583" y="3492752"/>
            <a:ext cx="595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T</a:t>
            </a:r>
            <a:endParaRPr lang="en-US" sz="3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1B92A2-FCDA-9B4F-B5D0-701B3D13BD1F}"/>
              </a:ext>
            </a:extLst>
          </p:cNvPr>
          <p:cNvSpPr txBox="1"/>
          <p:nvPr/>
        </p:nvSpPr>
        <p:spPr>
          <a:xfrm>
            <a:off x="7953559" y="1499119"/>
            <a:ext cx="33468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Swot</a:t>
            </a:r>
          </a:p>
          <a:p>
            <a:r>
              <a:rPr lang="en-ID" sz="5400" b="1" dirty="0">
                <a:latin typeface="Inter" panose="02000503000000020004" pitchFamily="2" charset="0"/>
                <a:ea typeface="Inter" panose="02000503000000020004" pitchFamily="2" charset="0"/>
              </a:rPr>
              <a:t>Analysis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54741-65D6-564D-BE32-BE976D1527C0}"/>
              </a:ext>
            </a:extLst>
          </p:cNvPr>
          <p:cNvSpPr txBox="1"/>
          <p:nvPr/>
        </p:nvSpPr>
        <p:spPr>
          <a:xfrm>
            <a:off x="7953559" y="3852365"/>
            <a:ext cx="2111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 err="1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2400" b="1" dirty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2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2CDCA8-091F-2043-9733-2B1D047D14B3}"/>
              </a:ext>
            </a:extLst>
          </p:cNvPr>
          <p:cNvSpPr txBox="1"/>
          <p:nvPr/>
        </p:nvSpPr>
        <p:spPr>
          <a:xfrm>
            <a:off x="7953559" y="4323497"/>
            <a:ext cx="3196728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ac,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dapibus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ut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tortor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Suspendisse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potenti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46853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7F81D9-473A-719F-9444-AAFB61589C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0B4F6A8-97B2-40BB-B42A-B78773E0D5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73EA081-5E82-1B76-6D38-C9692F9549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4D2E8-1F2A-364D-B62E-54713E5CAC0B}"/>
              </a:ext>
            </a:extLst>
          </p:cNvPr>
          <p:cNvSpPr txBox="1"/>
          <p:nvPr/>
        </p:nvSpPr>
        <p:spPr>
          <a:xfrm>
            <a:off x="1534523" y="1616551"/>
            <a:ext cx="39688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4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4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4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51828-4D39-A445-8F1C-C6C706DD32A8}"/>
              </a:ext>
            </a:extLst>
          </p:cNvPr>
          <p:cNvSpPr txBox="1"/>
          <p:nvPr/>
        </p:nvSpPr>
        <p:spPr>
          <a:xfrm>
            <a:off x="1004047" y="868804"/>
            <a:ext cx="51963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Our gallery</a:t>
            </a:r>
            <a:endParaRPr lang="en-US" sz="4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37BD95-6EBA-6E46-AA59-551640649826}"/>
              </a:ext>
            </a:extLst>
          </p:cNvPr>
          <p:cNvSpPr/>
          <p:nvPr/>
        </p:nvSpPr>
        <p:spPr>
          <a:xfrm>
            <a:off x="9141943" y="5394107"/>
            <a:ext cx="2008094" cy="6122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nip Diagonal Corner Rectangle 7">
            <a:extLst>
              <a:ext uri="{FF2B5EF4-FFF2-40B4-BE49-F238E27FC236}">
                <a16:creationId xmlns:a16="http://schemas.microsoft.com/office/drawing/2014/main" id="{249CB517-AD72-6149-8911-A888A3E2A8EF}"/>
              </a:ext>
            </a:extLst>
          </p:cNvPr>
          <p:cNvSpPr/>
          <p:nvPr/>
        </p:nvSpPr>
        <p:spPr>
          <a:xfrm>
            <a:off x="1637129" y="2637926"/>
            <a:ext cx="2285427" cy="1859081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12E20-4D04-414E-A22C-CA640A733455}"/>
              </a:ext>
            </a:extLst>
          </p:cNvPr>
          <p:cNvSpPr txBox="1"/>
          <p:nvPr/>
        </p:nvSpPr>
        <p:spPr>
          <a:xfrm>
            <a:off x="1878978" y="2874698"/>
            <a:ext cx="1801730" cy="1335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0" name="Shape 9062">
            <a:extLst>
              <a:ext uri="{FF2B5EF4-FFF2-40B4-BE49-F238E27FC236}">
                <a16:creationId xmlns:a16="http://schemas.microsoft.com/office/drawing/2014/main" id="{9FE8F291-3600-FB49-9846-F122E622294A}"/>
              </a:ext>
            </a:extLst>
          </p:cNvPr>
          <p:cNvSpPr/>
          <p:nvPr/>
        </p:nvSpPr>
        <p:spPr>
          <a:xfrm flipV="1">
            <a:off x="10445262" y="5515277"/>
            <a:ext cx="408428" cy="313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2" h="21456" extrusionOk="0">
                <a:moveTo>
                  <a:pt x="21129" y="11771"/>
                </a:moveTo>
                <a:cubicBezTo>
                  <a:pt x="14125" y="20995"/>
                  <a:pt x="14125" y="20995"/>
                  <a:pt x="14125" y="20995"/>
                </a:cubicBezTo>
                <a:cubicBezTo>
                  <a:pt x="13890" y="21302"/>
                  <a:pt x="13596" y="21456"/>
                  <a:pt x="13301" y="21456"/>
                </a:cubicBezTo>
                <a:cubicBezTo>
                  <a:pt x="13007" y="21456"/>
                  <a:pt x="12713" y="21302"/>
                  <a:pt x="12477" y="20995"/>
                </a:cubicBezTo>
                <a:cubicBezTo>
                  <a:pt x="12065" y="20457"/>
                  <a:pt x="12065" y="19457"/>
                  <a:pt x="12477" y="18919"/>
                </a:cubicBezTo>
                <a:cubicBezTo>
                  <a:pt x="17598" y="12232"/>
                  <a:pt x="17598" y="12232"/>
                  <a:pt x="17598" y="12232"/>
                </a:cubicBezTo>
                <a:cubicBezTo>
                  <a:pt x="1118" y="12232"/>
                  <a:pt x="1118" y="12232"/>
                  <a:pt x="1118" y="12232"/>
                </a:cubicBezTo>
                <a:cubicBezTo>
                  <a:pt x="471" y="12232"/>
                  <a:pt x="0" y="11540"/>
                  <a:pt x="0" y="10694"/>
                </a:cubicBezTo>
                <a:cubicBezTo>
                  <a:pt x="0" y="9926"/>
                  <a:pt x="471" y="9234"/>
                  <a:pt x="1118" y="9234"/>
                </a:cubicBezTo>
                <a:cubicBezTo>
                  <a:pt x="17598" y="9234"/>
                  <a:pt x="17598" y="9234"/>
                  <a:pt x="17598" y="9234"/>
                </a:cubicBezTo>
                <a:cubicBezTo>
                  <a:pt x="12477" y="2546"/>
                  <a:pt x="12477" y="2546"/>
                  <a:pt x="12477" y="2546"/>
                </a:cubicBezTo>
                <a:cubicBezTo>
                  <a:pt x="12065" y="1931"/>
                  <a:pt x="12065" y="1009"/>
                  <a:pt x="12477" y="394"/>
                </a:cubicBezTo>
                <a:cubicBezTo>
                  <a:pt x="12948" y="-144"/>
                  <a:pt x="13654" y="-144"/>
                  <a:pt x="14125" y="471"/>
                </a:cubicBezTo>
                <a:cubicBezTo>
                  <a:pt x="21129" y="9695"/>
                  <a:pt x="21129" y="9695"/>
                  <a:pt x="21129" y="9695"/>
                </a:cubicBezTo>
                <a:cubicBezTo>
                  <a:pt x="21600" y="10233"/>
                  <a:pt x="21600" y="11156"/>
                  <a:pt x="21129" y="1177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tIns="91439" bIns="91439"/>
          <a:lstStyle/>
          <a:p>
            <a:pPr algn="ctr">
              <a:spcBef>
                <a:spcPts val="800"/>
              </a:spcBef>
              <a:defRPr sz="1800" spc="-180">
                <a:solidFill>
                  <a:srgbClr val="FFFFFF"/>
                </a:solidFill>
              </a:defRPr>
            </a:pPr>
            <a:endParaRPr>
              <a:solidFill>
                <a:schemeClr val="accent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709640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69F0DF4-C52F-706D-5910-2DE6E00BBD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C0D52-33EB-0846-8604-79F5ED6B54C4}"/>
              </a:ext>
            </a:extLst>
          </p:cNvPr>
          <p:cNvSpPr txBox="1"/>
          <p:nvPr/>
        </p:nvSpPr>
        <p:spPr>
          <a:xfrm>
            <a:off x="6554975" y="1854352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58715-9D43-A747-B905-053BC0D1AF5E}"/>
              </a:ext>
            </a:extLst>
          </p:cNvPr>
          <p:cNvSpPr txBox="1"/>
          <p:nvPr/>
        </p:nvSpPr>
        <p:spPr>
          <a:xfrm>
            <a:off x="5336204" y="1054893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About Us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742D3-572F-B843-8BB0-7098182E881F}"/>
              </a:ext>
            </a:extLst>
          </p:cNvPr>
          <p:cNvSpPr txBox="1"/>
          <p:nvPr/>
        </p:nvSpPr>
        <p:spPr>
          <a:xfrm>
            <a:off x="1147273" y="1054893"/>
            <a:ext cx="2811402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eget</a:t>
            </a:r>
            <a:endParaRPr lang="en-US" sz="11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AAB2CB-10EB-7143-948A-89D83306E5FF}"/>
              </a:ext>
            </a:extLst>
          </p:cNvPr>
          <p:cNvSpPr/>
          <p:nvPr/>
        </p:nvSpPr>
        <p:spPr>
          <a:xfrm>
            <a:off x="8462904" y="4860084"/>
            <a:ext cx="2164930" cy="6942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hape 9062">
            <a:extLst>
              <a:ext uri="{FF2B5EF4-FFF2-40B4-BE49-F238E27FC236}">
                <a16:creationId xmlns:a16="http://schemas.microsoft.com/office/drawing/2014/main" id="{D779EDBC-A61D-774B-B309-7E6C3F2B8BF5}"/>
              </a:ext>
            </a:extLst>
          </p:cNvPr>
          <p:cNvSpPr/>
          <p:nvPr/>
        </p:nvSpPr>
        <p:spPr>
          <a:xfrm flipV="1">
            <a:off x="9868439" y="5042587"/>
            <a:ext cx="429112" cy="329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2" h="21456" extrusionOk="0">
                <a:moveTo>
                  <a:pt x="21129" y="11771"/>
                </a:moveTo>
                <a:cubicBezTo>
                  <a:pt x="14125" y="20995"/>
                  <a:pt x="14125" y="20995"/>
                  <a:pt x="14125" y="20995"/>
                </a:cubicBezTo>
                <a:cubicBezTo>
                  <a:pt x="13890" y="21302"/>
                  <a:pt x="13596" y="21456"/>
                  <a:pt x="13301" y="21456"/>
                </a:cubicBezTo>
                <a:cubicBezTo>
                  <a:pt x="13007" y="21456"/>
                  <a:pt x="12713" y="21302"/>
                  <a:pt x="12477" y="20995"/>
                </a:cubicBezTo>
                <a:cubicBezTo>
                  <a:pt x="12065" y="20457"/>
                  <a:pt x="12065" y="19457"/>
                  <a:pt x="12477" y="18919"/>
                </a:cubicBezTo>
                <a:cubicBezTo>
                  <a:pt x="17598" y="12232"/>
                  <a:pt x="17598" y="12232"/>
                  <a:pt x="17598" y="12232"/>
                </a:cubicBezTo>
                <a:cubicBezTo>
                  <a:pt x="1118" y="12232"/>
                  <a:pt x="1118" y="12232"/>
                  <a:pt x="1118" y="12232"/>
                </a:cubicBezTo>
                <a:cubicBezTo>
                  <a:pt x="471" y="12232"/>
                  <a:pt x="0" y="11540"/>
                  <a:pt x="0" y="10694"/>
                </a:cubicBezTo>
                <a:cubicBezTo>
                  <a:pt x="0" y="9926"/>
                  <a:pt x="471" y="9234"/>
                  <a:pt x="1118" y="9234"/>
                </a:cubicBezTo>
                <a:cubicBezTo>
                  <a:pt x="17598" y="9234"/>
                  <a:pt x="17598" y="9234"/>
                  <a:pt x="17598" y="9234"/>
                </a:cubicBezTo>
                <a:cubicBezTo>
                  <a:pt x="12477" y="2546"/>
                  <a:pt x="12477" y="2546"/>
                  <a:pt x="12477" y="2546"/>
                </a:cubicBezTo>
                <a:cubicBezTo>
                  <a:pt x="12065" y="1931"/>
                  <a:pt x="12065" y="1009"/>
                  <a:pt x="12477" y="394"/>
                </a:cubicBezTo>
                <a:cubicBezTo>
                  <a:pt x="12948" y="-144"/>
                  <a:pt x="13654" y="-144"/>
                  <a:pt x="14125" y="471"/>
                </a:cubicBezTo>
                <a:cubicBezTo>
                  <a:pt x="21129" y="9695"/>
                  <a:pt x="21129" y="9695"/>
                  <a:pt x="21129" y="9695"/>
                </a:cubicBezTo>
                <a:cubicBezTo>
                  <a:pt x="21600" y="10233"/>
                  <a:pt x="21600" y="11156"/>
                  <a:pt x="21129" y="1177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tIns="91439" bIns="91439"/>
          <a:lstStyle/>
          <a:p>
            <a:pPr algn="ctr">
              <a:spcBef>
                <a:spcPts val="800"/>
              </a:spcBef>
              <a:defRPr sz="1800" spc="-180">
                <a:solidFill>
                  <a:srgbClr val="FFFFFF"/>
                </a:solidFill>
              </a:defRPr>
            </a:pPr>
            <a:endParaRPr>
              <a:solidFill>
                <a:schemeClr val="accent1"/>
              </a:solidFill>
              <a:latin typeface="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3C2F9-0ACC-217F-C742-25E2D74913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07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>
            <a:extLst>
              <a:ext uri="{FF2B5EF4-FFF2-40B4-BE49-F238E27FC236}">
                <a16:creationId xmlns:a16="http://schemas.microsoft.com/office/drawing/2014/main" id="{CEF67D4D-89FC-D24E-BAE5-ABADAF5DF524}"/>
              </a:ext>
            </a:extLst>
          </p:cNvPr>
          <p:cNvSpPr/>
          <p:nvPr/>
        </p:nvSpPr>
        <p:spPr>
          <a:xfrm>
            <a:off x="665748" y="2583327"/>
            <a:ext cx="3461153" cy="3593489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>
            <a:extLst>
              <a:ext uri="{FF2B5EF4-FFF2-40B4-BE49-F238E27FC236}">
                <a16:creationId xmlns:a16="http://schemas.microsoft.com/office/drawing/2014/main" id="{D89855CE-226A-A548-850B-A5C8D7C076CE}"/>
              </a:ext>
            </a:extLst>
          </p:cNvPr>
          <p:cNvSpPr/>
          <p:nvPr/>
        </p:nvSpPr>
        <p:spPr>
          <a:xfrm>
            <a:off x="4457827" y="2583327"/>
            <a:ext cx="3461153" cy="3593489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nip Diagonal Corner Rectangle 22">
            <a:extLst>
              <a:ext uri="{FF2B5EF4-FFF2-40B4-BE49-F238E27FC236}">
                <a16:creationId xmlns:a16="http://schemas.microsoft.com/office/drawing/2014/main" id="{6BD7EA44-D3BC-5A48-BC87-8B2E2B4A9175}"/>
              </a:ext>
            </a:extLst>
          </p:cNvPr>
          <p:cNvSpPr/>
          <p:nvPr/>
        </p:nvSpPr>
        <p:spPr>
          <a:xfrm>
            <a:off x="8249906" y="2583327"/>
            <a:ext cx="3461153" cy="3593489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947CF-CCB0-9241-82B4-65D133E021B3}"/>
              </a:ext>
            </a:extLst>
          </p:cNvPr>
          <p:cNvSpPr txBox="1"/>
          <p:nvPr/>
        </p:nvSpPr>
        <p:spPr>
          <a:xfrm>
            <a:off x="4633854" y="1451960"/>
            <a:ext cx="5196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D530A-B4AB-F443-BED9-FF0C58E975A8}"/>
              </a:ext>
            </a:extLst>
          </p:cNvPr>
          <p:cNvSpPr txBox="1"/>
          <p:nvPr/>
        </p:nvSpPr>
        <p:spPr>
          <a:xfrm>
            <a:off x="3202590" y="770173"/>
            <a:ext cx="5196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Our Pricelist</a:t>
            </a:r>
            <a:endParaRPr lang="en-US" sz="4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DBAAE3-64AF-164C-B520-A76C3B6C0D84}"/>
              </a:ext>
            </a:extLst>
          </p:cNvPr>
          <p:cNvSpPr txBox="1"/>
          <p:nvPr/>
        </p:nvSpPr>
        <p:spPr>
          <a:xfrm>
            <a:off x="779957" y="846493"/>
            <a:ext cx="1747971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C059A-E7AD-A54A-AEAA-0273CB650086}"/>
              </a:ext>
            </a:extLst>
          </p:cNvPr>
          <p:cNvSpPr txBox="1"/>
          <p:nvPr/>
        </p:nvSpPr>
        <p:spPr>
          <a:xfrm>
            <a:off x="9636767" y="803161"/>
            <a:ext cx="1747971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94456EE-4FB2-994D-A988-5EE398B465B0}"/>
              </a:ext>
            </a:extLst>
          </p:cNvPr>
          <p:cNvSpPr/>
          <p:nvPr/>
        </p:nvSpPr>
        <p:spPr>
          <a:xfrm>
            <a:off x="2527928" y="4660292"/>
            <a:ext cx="1376748" cy="45882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E43CC-9D15-FC4E-AD39-879391089579}"/>
              </a:ext>
            </a:extLst>
          </p:cNvPr>
          <p:cNvSpPr txBox="1"/>
          <p:nvPr/>
        </p:nvSpPr>
        <p:spPr>
          <a:xfrm>
            <a:off x="2659221" y="4705040"/>
            <a:ext cx="757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Inter" panose="02000503000000020004" pitchFamily="2" charset="0"/>
                <a:ea typeface="Inter" panose="02000503000000020004" pitchFamily="2" charset="0"/>
              </a:rPr>
              <a:t>$60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35A19-34C1-D246-92B0-DD860B5924F3}"/>
              </a:ext>
            </a:extLst>
          </p:cNvPr>
          <p:cNvSpPr txBox="1"/>
          <p:nvPr/>
        </p:nvSpPr>
        <p:spPr>
          <a:xfrm>
            <a:off x="3153734" y="4789120"/>
            <a:ext cx="685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i="1" dirty="0">
                <a:latin typeface="Inter" panose="02000503000000020004" pitchFamily="2" charset="0"/>
                <a:ea typeface="Inter" panose="02000503000000020004" pitchFamily="2" charset="0"/>
              </a:rPr>
              <a:t>/Month</a:t>
            </a:r>
            <a:endParaRPr lang="en-US" sz="1000" i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52F0AC-10E9-7843-A792-3FE65DC17C66}"/>
              </a:ext>
            </a:extLst>
          </p:cNvPr>
          <p:cNvSpPr txBox="1"/>
          <p:nvPr/>
        </p:nvSpPr>
        <p:spPr>
          <a:xfrm>
            <a:off x="1208153" y="5235697"/>
            <a:ext cx="271275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185208-5856-A841-99BF-5F671D31C11A}"/>
              </a:ext>
            </a:extLst>
          </p:cNvPr>
          <p:cNvSpPr/>
          <p:nvPr/>
        </p:nvSpPr>
        <p:spPr>
          <a:xfrm>
            <a:off x="6222670" y="4660292"/>
            <a:ext cx="1474085" cy="45882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BD6F2-D47D-D046-9C11-94574458C1DE}"/>
              </a:ext>
            </a:extLst>
          </p:cNvPr>
          <p:cNvSpPr txBox="1"/>
          <p:nvPr/>
        </p:nvSpPr>
        <p:spPr>
          <a:xfrm>
            <a:off x="6368175" y="4705040"/>
            <a:ext cx="757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Inter" panose="02000503000000020004" pitchFamily="2" charset="0"/>
                <a:ea typeface="Inter" panose="02000503000000020004" pitchFamily="2" charset="0"/>
              </a:rPr>
              <a:t>$160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9B358E-D67B-A149-B877-593CF0CABE30}"/>
              </a:ext>
            </a:extLst>
          </p:cNvPr>
          <p:cNvSpPr txBox="1"/>
          <p:nvPr/>
        </p:nvSpPr>
        <p:spPr>
          <a:xfrm>
            <a:off x="6945813" y="4789120"/>
            <a:ext cx="685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i="1" dirty="0">
                <a:latin typeface="Inter" panose="02000503000000020004" pitchFamily="2" charset="0"/>
                <a:ea typeface="Inter" panose="02000503000000020004" pitchFamily="2" charset="0"/>
              </a:rPr>
              <a:t>/Month</a:t>
            </a:r>
            <a:endParaRPr lang="en-US" sz="1000" i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3130E-780E-9B4E-AC67-9172C631D157}"/>
              </a:ext>
            </a:extLst>
          </p:cNvPr>
          <p:cNvSpPr txBox="1"/>
          <p:nvPr/>
        </p:nvSpPr>
        <p:spPr>
          <a:xfrm>
            <a:off x="5000232" y="5235697"/>
            <a:ext cx="271275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CC65495-2FFB-9E42-A93A-1D5712857A4F}"/>
              </a:ext>
            </a:extLst>
          </p:cNvPr>
          <p:cNvSpPr/>
          <p:nvPr/>
        </p:nvSpPr>
        <p:spPr>
          <a:xfrm>
            <a:off x="9912952" y="4660292"/>
            <a:ext cx="1575882" cy="45882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08F2E3-C2E7-A34A-8685-E61E982D46CD}"/>
              </a:ext>
            </a:extLst>
          </p:cNvPr>
          <p:cNvSpPr txBox="1"/>
          <p:nvPr/>
        </p:nvSpPr>
        <p:spPr>
          <a:xfrm>
            <a:off x="10119451" y="4705040"/>
            <a:ext cx="881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Inter" panose="02000503000000020004" pitchFamily="2" charset="0"/>
                <a:ea typeface="Inter" panose="02000503000000020004" pitchFamily="2" charset="0"/>
              </a:rPr>
              <a:t>$260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F9AF39-00E9-504A-BFDF-0C9F258F8C11}"/>
              </a:ext>
            </a:extLst>
          </p:cNvPr>
          <p:cNvSpPr txBox="1"/>
          <p:nvPr/>
        </p:nvSpPr>
        <p:spPr>
          <a:xfrm>
            <a:off x="10737892" y="4789120"/>
            <a:ext cx="685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i="1" dirty="0">
                <a:latin typeface="Inter" panose="02000503000000020004" pitchFamily="2" charset="0"/>
                <a:ea typeface="Inter" panose="02000503000000020004" pitchFamily="2" charset="0"/>
              </a:rPr>
              <a:t>/Month</a:t>
            </a:r>
            <a:endParaRPr lang="en-US" sz="1000" i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0391BD-A0D7-D044-9276-1D1E43382777}"/>
              </a:ext>
            </a:extLst>
          </p:cNvPr>
          <p:cNvSpPr txBox="1"/>
          <p:nvPr/>
        </p:nvSpPr>
        <p:spPr>
          <a:xfrm>
            <a:off x="8792311" y="5235697"/>
            <a:ext cx="271275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92FDE-C417-3422-5ABD-8B1C0285EE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90B4595-3CDB-CD65-F32B-1A084B19D5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0606554-5E6E-5ACA-254E-38F0A5E690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289923-C6A6-6542-B2B1-5FFA34E60A8F}"/>
              </a:ext>
            </a:extLst>
          </p:cNvPr>
          <p:cNvSpPr/>
          <p:nvPr/>
        </p:nvSpPr>
        <p:spPr>
          <a:xfrm>
            <a:off x="1089870" y="3033196"/>
            <a:ext cx="1238924" cy="3911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17490-F9C9-184A-BF61-484633210E8D}"/>
              </a:ext>
            </a:extLst>
          </p:cNvPr>
          <p:cNvSpPr txBox="1"/>
          <p:nvPr/>
        </p:nvSpPr>
        <p:spPr>
          <a:xfrm>
            <a:off x="1235047" y="3090267"/>
            <a:ext cx="10613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Basic Price</a:t>
            </a:r>
            <a:endParaRPr lang="en-US" sz="12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32B3E26-ADA1-F44D-A826-4F3800DEF2EE}"/>
              </a:ext>
            </a:extLst>
          </p:cNvPr>
          <p:cNvSpPr/>
          <p:nvPr/>
        </p:nvSpPr>
        <p:spPr>
          <a:xfrm>
            <a:off x="4881949" y="3033196"/>
            <a:ext cx="1486226" cy="3911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C0DA7-EA16-AD4A-86FC-3770C524881A}"/>
              </a:ext>
            </a:extLst>
          </p:cNvPr>
          <p:cNvSpPr txBox="1"/>
          <p:nvPr/>
        </p:nvSpPr>
        <p:spPr>
          <a:xfrm>
            <a:off x="5027125" y="3090267"/>
            <a:ext cx="13321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Standard Price</a:t>
            </a:r>
            <a:endParaRPr lang="en-US" sz="12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0946208-46D2-8E42-A897-F9F9E08089C4}"/>
              </a:ext>
            </a:extLst>
          </p:cNvPr>
          <p:cNvSpPr/>
          <p:nvPr/>
        </p:nvSpPr>
        <p:spPr>
          <a:xfrm>
            <a:off x="8674027" y="3033196"/>
            <a:ext cx="1559185" cy="3911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CEE6DB-194D-364A-95D9-AF58D05EE6D8}"/>
              </a:ext>
            </a:extLst>
          </p:cNvPr>
          <p:cNvSpPr txBox="1"/>
          <p:nvPr/>
        </p:nvSpPr>
        <p:spPr>
          <a:xfrm>
            <a:off x="8819205" y="3090267"/>
            <a:ext cx="1327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Premium Price</a:t>
            </a:r>
            <a:endParaRPr lang="en-US" sz="12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67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>
            <a:extLst>
              <a:ext uri="{FF2B5EF4-FFF2-40B4-BE49-F238E27FC236}">
                <a16:creationId xmlns:a16="http://schemas.microsoft.com/office/drawing/2014/main" id="{F8450452-3783-4641-B6FD-F206835C33AA}"/>
              </a:ext>
            </a:extLst>
          </p:cNvPr>
          <p:cNvSpPr/>
          <p:nvPr/>
        </p:nvSpPr>
        <p:spPr>
          <a:xfrm>
            <a:off x="1057113" y="2241180"/>
            <a:ext cx="10166699" cy="3783106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9D3AB-8CA5-2243-9974-7FE24EA315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4" t="2" r="-2066" b="-2567"/>
          <a:stretch/>
        </p:blipFill>
        <p:spPr>
          <a:xfrm>
            <a:off x="5342965" y="2787291"/>
            <a:ext cx="5583115" cy="2985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9EA9F9-FD17-7745-8802-09C150DB79B7}"/>
              </a:ext>
            </a:extLst>
          </p:cNvPr>
          <p:cNvSpPr txBox="1"/>
          <p:nvPr/>
        </p:nvSpPr>
        <p:spPr>
          <a:xfrm>
            <a:off x="1004047" y="760926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App Demo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Snip Diagonal Corner Rectangle 6">
            <a:extLst>
              <a:ext uri="{FF2B5EF4-FFF2-40B4-BE49-F238E27FC236}">
                <a16:creationId xmlns:a16="http://schemas.microsoft.com/office/drawing/2014/main" id="{7A895D37-2F97-2B40-8B77-C46ABFD8B6E1}"/>
              </a:ext>
            </a:extLst>
          </p:cNvPr>
          <p:cNvSpPr/>
          <p:nvPr/>
        </p:nvSpPr>
        <p:spPr>
          <a:xfrm>
            <a:off x="1797483" y="4283073"/>
            <a:ext cx="3038193" cy="1098544"/>
          </a:xfrm>
          <a:prstGeom prst="snip2DiagRect">
            <a:avLst>
              <a:gd name="adj1" fmla="val 0"/>
              <a:gd name="adj2" fmla="val 3368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F32D9-CB7A-4647-8F26-E9D0F1BD9CFD}"/>
              </a:ext>
            </a:extLst>
          </p:cNvPr>
          <p:cNvSpPr txBox="1"/>
          <p:nvPr/>
        </p:nvSpPr>
        <p:spPr>
          <a:xfrm>
            <a:off x="8552329" y="939194"/>
            <a:ext cx="2671483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1F9E5C-5B77-2A4D-B071-F393F8DAEE20}"/>
              </a:ext>
            </a:extLst>
          </p:cNvPr>
          <p:cNvSpPr txBox="1"/>
          <p:nvPr/>
        </p:nvSpPr>
        <p:spPr>
          <a:xfrm>
            <a:off x="2253008" y="4601512"/>
            <a:ext cx="2408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4,9 RATTING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ADA0-9559-8D33-A403-D8BFCDFB75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B715C13-65BE-980B-F8F1-3D7C419385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05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Diagonal Corner Rectangle 2">
            <a:extLst>
              <a:ext uri="{FF2B5EF4-FFF2-40B4-BE49-F238E27FC236}">
                <a16:creationId xmlns:a16="http://schemas.microsoft.com/office/drawing/2014/main" id="{114ED692-366C-E93B-5264-6DB462B0BF56}"/>
              </a:ext>
            </a:extLst>
          </p:cNvPr>
          <p:cNvSpPr/>
          <p:nvPr/>
        </p:nvSpPr>
        <p:spPr>
          <a:xfrm>
            <a:off x="605308" y="669701"/>
            <a:ext cx="10908405" cy="5354585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4D0C3-4B21-6F92-AD60-5658F718FB48}"/>
              </a:ext>
            </a:extLst>
          </p:cNvPr>
          <p:cNvSpPr txBox="1"/>
          <p:nvPr/>
        </p:nvSpPr>
        <p:spPr>
          <a:xfrm>
            <a:off x="5608392" y="2280743"/>
            <a:ext cx="4206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Mobile Apps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B4EB8115-30CF-CD8D-B5E7-ADA2F376F1A4}"/>
              </a:ext>
            </a:extLst>
          </p:cNvPr>
          <p:cNvSpPr/>
          <p:nvPr/>
        </p:nvSpPr>
        <p:spPr>
          <a:xfrm>
            <a:off x="5608392" y="4630803"/>
            <a:ext cx="2900563" cy="1048780"/>
          </a:xfrm>
          <a:prstGeom prst="snip2DiagRect">
            <a:avLst>
              <a:gd name="adj1" fmla="val 0"/>
              <a:gd name="adj2" fmla="val 3368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CC62C-D5AB-22AB-91EB-8FD75E2D20D0}"/>
              </a:ext>
            </a:extLst>
          </p:cNvPr>
          <p:cNvSpPr txBox="1"/>
          <p:nvPr/>
        </p:nvSpPr>
        <p:spPr>
          <a:xfrm>
            <a:off x="6063917" y="4949242"/>
            <a:ext cx="2408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4,9 RATING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00BEF-5E21-895A-968C-EDC17F8C48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893" y="2066555"/>
            <a:ext cx="3664734" cy="593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AB223E-FB9E-4532-0DB6-CE55F110D5F2}"/>
              </a:ext>
            </a:extLst>
          </p:cNvPr>
          <p:cNvSpPr txBox="1"/>
          <p:nvPr/>
        </p:nvSpPr>
        <p:spPr>
          <a:xfrm>
            <a:off x="5608391" y="3125934"/>
            <a:ext cx="4965163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Lorem ipsum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scing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0F8A2B1-6A9A-4DC3-D2A1-E51D860F31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79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Diagonal Corner Rectangle 1">
            <a:extLst>
              <a:ext uri="{FF2B5EF4-FFF2-40B4-BE49-F238E27FC236}">
                <a16:creationId xmlns:a16="http://schemas.microsoft.com/office/drawing/2014/main" id="{3F8F0F86-6266-FCB4-131B-E1A74B3E4871}"/>
              </a:ext>
            </a:extLst>
          </p:cNvPr>
          <p:cNvSpPr/>
          <p:nvPr/>
        </p:nvSpPr>
        <p:spPr>
          <a:xfrm>
            <a:off x="4584879" y="151519"/>
            <a:ext cx="7315200" cy="6390950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ACA2A-A933-2B9C-15AD-04C7C1259FD8}"/>
              </a:ext>
            </a:extLst>
          </p:cNvPr>
          <p:cNvSpPr txBox="1"/>
          <p:nvPr/>
        </p:nvSpPr>
        <p:spPr>
          <a:xfrm>
            <a:off x="1038822" y="1939844"/>
            <a:ext cx="3087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Simple Brazil Map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75367-6977-F944-D163-5AB147522518}"/>
              </a:ext>
            </a:extLst>
          </p:cNvPr>
          <p:cNvSpPr txBox="1"/>
          <p:nvPr/>
        </p:nvSpPr>
        <p:spPr>
          <a:xfrm>
            <a:off x="1038821" y="3479724"/>
            <a:ext cx="2607355" cy="158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adipi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Lorem ipsum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ac,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scing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eget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hendrerit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ac, </a:t>
            </a:r>
            <a:endParaRPr lang="en-US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FE127D-71D7-2EE3-3133-C29675B8B1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5290" y="1008950"/>
            <a:ext cx="5165890" cy="4941547"/>
            <a:chOff x="722" y="0"/>
            <a:chExt cx="4320" cy="4320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2A65D8B-32FE-84E0-6DDE-9C049633B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337"/>
              <a:ext cx="39" cy="44"/>
            </a:xfrm>
            <a:custGeom>
              <a:avLst/>
              <a:gdLst>
                <a:gd name="T0" fmla="*/ 9 w 16"/>
                <a:gd name="T1" fmla="*/ 2 h 18"/>
                <a:gd name="T2" fmla="*/ 5 w 16"/>
                <a:gd name="T3" fmla="*/ 0 h 18"/>
                <a:gd name="T4" fmla="*/ 2 w 16"/>
                <a:gd name="T5" fmla="*/ 1 h 18"/>
                <a:gd name="T6" fmla="*/ 1 w 16"/>
                <a:gd name="T7" fmla="*/ 9 h 18"/>
                <a:gd name="T8" fmla="*/ 9 w 16"/>
                <a:gd name="T9" fmla="*/ 18 h 18"/>
                <a:gd name="T10" fmla="*/ 10 w 16"/>
                <a:gd name="T11" fmla="*/ 18 h 18"/>
                <a:gd name="T12" fmla="*/ 14 w 16"/>
                <a:gd name="T13" fmla="*/ 14 h 18"/>
                <a:gd name="T14" fmla="*/ 9 w 16"/>
                <a:gd name="T15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8">
                  <a:moveTo>
                    <a:pt x="9" y="2"/>
                  </a:moveTo>
                  <a:cubicBezTo>
                    <a:pt x="8" y="1"/>
                    <a:pt x="6" y="0"/>
                    <a:pt x="5" y="0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1" y="7"/>
                    <a:pt x="1" y="9"/>
                  </a:cubicBezTo>
                  <a:cubicBezTo>
                    <a:pt x="3" y="16"/>
                    <a:pt x="6" y="18"/>
                    <a:pt x="9" y="18"/>
                  </a:cubicBezTo>
                  <a:cubicBezTo>
                    <a:pt x="9" y="18"/>
                    <a:pt x="9" y="18"/>
                    <a:pt x="10" y="18"/>
                  </a:cubicBezTo>
                  <a:cubicBezTo>
                    <a:pt x="13" y="17"/>
                    <a:pt x="14" y="16"/>
                    <a:pt x="14" y="14"/>
                  </a:cubicBezTo>
                  <a:cubicBezTo>
                    <a:pt x="16" y="10"/>
                    <a:pt x="11" y="4"/>
                    <a:pt x="9" y="2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4EE830A-287E-0E7D-3492-1F0934503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3239"/>
              <a:ext cx="32" cy="29"/>
            </a:xfrm>
            <a:custGeom>
              <a:avLst/>
              <a:gdLst>
                <a:gd name="T0" fmla="*/ 12 w 13"/>
                <a:gd name="T1" fmla="*/ 1 h 12"/>
                <a:gd name="T2" fmla="*/ 9 w 13"/>
                <a:gd name="T3" fmla="*/ 0 h 12"/>
                <a:gd name="T4" fmla="*/ 6 w 13"/>
                <a:gd name="T5" fmla="*/ 2 h 12"/>
                <a:gd name="T6" fmla="*/ 5 w 13"/>
                <a:gd name="T7" fmla="*/ 5 h 12"/>
                <a:gd name="T8" fmla="*/ 5 w 13"/>
                <a:gd name="T9" fmla="*/ 5 h 12"/>
                <a:gd name="T10" fmla="*/ 5 w 13"/>
                <a:gd name="T11" fmla="*/ 5 h 12"/>
                <a:gd name="T12" fmla="*/ 3 w 13"/>
                <a:gd name="T13" fmla="*/ 4 h 12"/>
                <a:gd name="T14" fmla="*/ 0 w 13"/>
                <a:gd name="T15" fmla="*/ 5 h 12"/>
                <a:gd name="T16" fmla="*/ 0 w 13"/>
                <a:gd name="T17" fmla="*/ 8 h 12"/>
                <a:gd name="T18" fmla="*/ 4 w 13"/>
                <a:gd name="T19" fmla="*/ 12 h 12"/>
                <a:gd name="T20" fmla="*/ 8 w 13"/>
                <a:gd name="T21" fmla="*/ 12 h 12"/>
                <a:gd name="T22" fmla="*/ 13 w 13"/>
                <a:gd name="T23" fmla="*/ 8 h 12"/>
                <a:gd name="T24" fmla="*/ 12 w 13"/>
                <a:gd name="T2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2">
                  <a:moveTo>
                    <a:pt x="12" y="1"/>
                  </a:moveTo>
                  <a:cubicBezTo>
                    <a:pt x="11" y="0"/>
                    <a:pt x="10" y="0"/>
                    <a:pt x="9" y="0"/>
                  </a:cubicBezTo>
                  <a:cubicBezTo>
                    <a:pt x="8" y="0"/>
                    <a:pt x="6" y="1"/>
                    <a:pt x="6" y="2"/>
                  </a:cubicBezTo>
                  <a:cubicBezTo>
                    <a:pt x="6" y="3"/>
                    <a:pt x="5" y="4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4"/>
                    <a:pt x="3" y="4"/>
                    <a:pt x="3" y="4"/>
                  </a:cubicBezTo>
                  <a:cubicBezTo>
                    <a:pt x="1" y="4"/>
                    <a:pt x="1" y="5"/>
                    <a:pt x="0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11"/>
                    <a:pt x="3" y="11"/>
                    <a:pt x="4" y="12"/>
                  </a:cubicBezTo>
                  <a:cubicBezTo>
                    <a:pt x="6" y="12"/>
                    <a:pt x="7" y="12"/>
                    <a:pt x="8" y="12"/>
                  </a:cubicBezTo>
                  <a:cubicBezTo>
                    <a:pt x="11" y="12"/>
                    <a:pt x="13" y="11"/>
                    <a:pt x="13" y="8"/>
                  </a:cubicBezTo>
                  <a:cubicBezTo>
                    <a:pt x="13" y="6"/>
                    <a:pt x="13" y="2"/>
                    <a:pt x="12" y="1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2736D2F-3CD9-1031-3D12-0F95BA4D5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3171"/>
              <a:ext cx="36" cy="19"/>
            </a:xfrm>
            <a:custGeom>
              <a:avLst/>
              <a:gdLst>
                <a:gd name="T0" fmla="*/ 11 w 15"/>
                <a:gd name="T1" fmla="*/ 0 h 8"/>
                <a:gd name="T2" fmla="*/ 3 w 15"/>
                <a:gd name="T3" fmla="*/ 1 h 8"/>
                <a:gd name="T4" fmla="*/ 1 w 15"/>
                <a:gd name="T5" fmla="*/ 6 h 8"/>
                <a:gd name="T6" fmla="*/ 5 w 15"/>
                <a:gd name="T7" fmla="*/ 8 h 8"/>
                <a:gd name="T8" fmla="*/ 8 w 15"/>
                <a:gd name="T9" fmla="*/ 8 h 8"/>
                <a:gd name="T10" fmla="*/ 9 w 15"/>
                <a:gd name="T11" fmla="*/ 8 h 8"/>
                <a:gd name="T12" fmla="*/ 10 w 15"/>
                <a:gd name="T13" fmla="*/ 8 h 8"/>
                <a:gd name="T14" fmla="*/ 14 w 15"/>
                <a:gd name="T15" fmla="*/ 2 h 8"/>
                <a:gd name="T16" fmla="*/ 11 w 15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cubicBezTo>
                    <a:pt x="10" y="0"/>
                    <a:pt x="4" y="0"/>
                    <a:pt x="3" y="1"/>
                  </a:cubicBezTo>
                  <a:cubicBezTo>
                    <a:pt x="2" y="2"/>
                    <a:pt x="0" y="3"/>
                    <a:pt x="1" y="6"/>
                  </a:cubicBezTo>
                  <a:cubicBezTo>
                    <a:pt x="2" y="8"/>
                    <a:pt x="3" y="8"/>
                    <a:pt x="5" y="8"/>
                  </a:cubicBezTo>
                  <a:cubicBezTo>
                    <a:pt x="6" y="8"/>
                    <a:pt x="7" y="8"/>
                    <a:pt x="8" y="8"/>
                  </a:cubicBezTo>
                  <a:cubicBezTo>
                    <a:pt x="8" y="8"/>
                    <a:pt x="9" y="8"/>
                    <a:pt x="9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3" y="7"/>
                    <a:pt x="15" y="6"/>
                    <a:pt x="14" y="2"/>
                  </a:cubicBezTo>
                  <a:cubicBezTo>
                    <a:pt x="14" y="0"/>
                    <a:pt x="12" y="0"/>
                    <a:pt x="11" y="0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8E7F05E-A2F5-C444-95A4-26ED109E9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3158"/>
              <a:ext cx="54" cy="22"/>
            </a:xfrm>
            <a:custGeom>
              <a:avLst/>
              <a:gdLst>
                <a:gd name="T0" fmla="*/ 21 w 22"/>
                <a:gd name="T1" fmla="*/ 4 h 9"/>
                <a:gd name="T2" fmla="*/ 21 w 22"/>
                <a:gd name="T3" fmla="*/ 3 h 9"/>
                <a:gd name="T4" fmla="*/ 20 w 22"/>
                <a:gd name="T5" fmla="*/ 2 h 9"/>
                <a:gd name="T6" fmla="*/ 18 w 22"/>
                <a:gd name="T7" fmla="*/ 2 h 9"/>
                <a:gd name="T8" fmla="*/ 16 w 22"/>
                <a:gd name="T9" fmla="*/ 1 h 9"/>
                <a:gd name="T10" fmla="*/ 13 w 22"/>
                <a:gd name="T11" fmla="*/ 0 h 9"/>
                <a:gd name="T12" fmla="*/ 12 w 22"/>
                <a:gd name="T13" fmla="*/ 0 h 9"/>
                <a:gd name="T14" fmla="*/ 9 w 22"/>
                <a:gd name="T15" fmla="*/ 1 h 9"/>
                <a:gd name="T16" fmla="*/ 8 w 22"/>
                <a:gd name="T17" fmla="*/ 2 h 9"/>
                <a:gd name="T18" fmla="*/ 8 w 22"/>
                <a:gd name="T19" fmla="*/ 2 h 9"/>
                <a:gd name="T20" fmla="*/ 1 w 22"/>
                <a:gd name="T21" fmla="*/ 5 h 9"/>
                <a:gd name="T22" fmla="*/ 3 w 22"/>
                <a:gd name="T23" fmla="*/ 8 h 9"/>
                <a:gd name="T24" fmla="*/ 7 w 22"/>
                <a:gd name="T25" fmla="*/ 9 h 9"/>
                <a:gd name="T26" fmla="*/ 10 w 22"/>
                <a:gd name="T27" fmla="*/ 8 h 9"/>
                <a:gd name="T28" fmla="*/ 11 w 22"/>
                <a:gd name="T29" fmla="*/ 8 h 9"/>
                <a:gd name="T30" fmla="*/ 14 w 22"/>
                <a:gd name="T31" fmla="*/ 8 h 9"/>
                <a:gd name="T32" fmla="*/ 15 w 22"/>
                <a:gd name="T33" fmla="*/ 8 h 9"/>
                <a:gd name="T34" fmla="*/ 16 w 22"/>
                <a:gd name="T35" fmla="*/ 8 h 9"/>
                <a:gd name="T36" fmla="*/ 18 w 22"/>
                <a:gd name="T37" fmla="*/ 8 h 9"/>
                <a:gd name="T38" fmla="*/ 21 w 22"/>
                <a:gd name="T39" fmla="*/ 7 h 9"/>
                <a:gd name="T40" fmla="*/ 21 w 22"/>
                <a:gd name="T41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9">
                  <a:moveTo>
                    <a:pt x="21" y="4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19" y="2"/>
                    <a:pt x="18" y="2"/>
                  </a:cubicBezTo>
                  <a:cubicBezTo>
                    <a:pt x="17" y="1"/>
                    <a:pt x="17" y="1"/>
                    <a:pt x="16" y="1"/>
                  </a:cubicBezTo>
                  <a:cubicBezTo>
                    <a:pt x="16" y="0"/>
                    <a:pt x="14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4" y="2"/>
                    <a:pt x="1" y="3"/>
                    <a:pt x="1" y="5"/>
                  </a:cubicBezTo>
                  <a:cubicBezTo>
                    <a:pt x="0" y="7"/>
                    <a:pt x="3" y="8"/>
                    <a:pt x="3" y="8"/>
                  </a:cubicBezTo>
                  <a:cubicBezTo>
                    <a:pt x="4" y="8"/>
                    <a:pt x="6" y="9"/>
                    <a:pt x="7" y="9"/>
                  </a:cubicBezTo>
                  <a:cubicBezTo>
                    <a:pt x="8" y="9"/>
                    <a:pt x="9" y="8"/>
                    <a:pt x="1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8"/>
                    <a:pt x="13" y="8"/>
                    <a:pt x="14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7" y="8"/>
                    <a:pt x="18" y="8"/>
                  </a:cubicBezTo>
                  <a:cubicBezTo>
                    <a:pt x="19" y="8"/>
                    <a:pt x="20" y="8"/>
                    <a:pt x="21" y="7"/>
                  </a:cubicBezTo>
                  <a:cubicBezTo>
                    <a:pt x="21" y="6"/>
                    <a:pt x="22" y="5"/>
                    <a:pt x="21" y="4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2B68E1F-42BE-7981-17D2-6DE2084B0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2306"/>
              <a:ext cx="100" cy="66"/>
            </a:xfrm>
            <a:custGeom>
              <a:avLst/>
              <a:gdLst>
                <a:gd name="T0" fmla="*/ 40 w 41"/>
                <a:gd name="T1" fmla="*/ 7 h 27"/>
                <a:gd name="T2" fmla="*/ 33 w 41"/>
                <a:gd name="T3" fmla="*/ 1 h 27"/>
                <a:gd name="T4" fmla="*/ 10 w 41"/>
                <a:gd name="T5" fmla="*/ 0 h 27"/>
                <a:gd name="T6" fmla="*/ 3 w 41"/>
                <a:gd name="T7" fmla="*/ 0 h 27"/>
                <a:gd name="T8" fmla="*/ 3 w 41"/>
                <a:gd name="T9" fmla="*/ 2 h 27"/>
                <a:gd name="T10" fmla="*/ 2 w 41"/>
                <a:gd name="T11" fmla="*/ 8 h 27"/>
                <a:gd name="T12" fmla="*/ 1 w 41"/>
                <a:gd name="T13" fmla="*/ 12 h 27"/>
                <a:gd name="T14" fmla="*/ 1 w 41"/>
                <a:gd name="T15" fmla="*/ 21 h 27"/>
                <a:gd name="T16" fmla="*/ 1 w 41"/>
                <a:gd name="T17" fmla="*/ 25 h 27"/>
                <a:gd name="T18" fmla="*/ 38 w 41"/>
                <a:gd name="T19" fmla="*/ 27 h 27"/>
                <a:gd name="T20" fmla="*/ 38 w 41"/>
                <a:gd name="T21" fmla="*/ 25 h 27"/>
                <a:gd name="T22" fmla="*/ 40 w 41"/>
                <a:gd name="T23" fmla="*/ 15 h 27"/>
                <a:gd name="T24" fmla="*/ 41 w 41"/>
                <a:gd name="T25" fmla="*/ 13 h 27"/>
                <a:gd name="T26" fmla="*/ 40 w 41"/>
                <a:gd name="T27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27">
                  <a:moveTo>
                    <a:pt x="40" y="7"/>
                  </a:moveTo>
                  <a:cubicBezTo>
                    <a:pt x="38" y="3"/>
                    <a:pt x="37" y="1"/>
                    <a:pt x="33" y="1"/>
                  </a:cubicBezTo>
                  <a:cubicBezTo>
                    <a:pt x="25" y="1"/>
                    <a:pt x="17" y="1"/>
                    <a:pt x="1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4"/>
                    <a:pt x="2" y="6"/>
                    <a:pt x="2" y="8"/>
                  </a:cubicBezTo>
                  <a:cubicBezTo>
                    <a:pt x="1" y="9"/>
                    <a:pt x="1" y="11"/>
                    <a:pt x="1" y="12"/>
                  </a:cubicBezTo>
                  <a:cubicBezTo>
                    <a:pt x="0" y="15"/>
                    <a:pt x="0" y="18"/>
                    <a:pt x="1" y="21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1"/>
                    <a:pt x="39" y="18"/>
                    <a:pt x="40" y="15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1"/>
                    <a:pt x="41" y="9"/>
                    <a:pt x="40" y="7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0EF4D6A-B453-7B94-B21A-A57671010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722"/>
              <a:ext cx="759" cy="1013"/>
            </a:xfrm>
            <a:custGeom>
              <a:avLst/>
              <a:gdLst>
                <a:gd name="T0" fmla="*/ 303 w 311"/>
                <a:gd name="T1" fmla="*/ 78 h 415"/>
                <a:gd name="T2" fmla="*/ 299 w 311"/>
                <a:gd name="T3" fmla="*/ 80 h 415"/>
                <a:gd name="T4" fmla="*/ 288 w 311"/>
                <a:gd name="T5" fmla="*/ 78 h 415"/>
                <a:gd name="T6" fmla="*/ 267 w 311"/>
                <a:gd name="T7" fmla="*/ 69 h 415"/>
                <a:gd name="T8" fmla="*/ 248 w 311"/>
                <a:gd name="T9" fmla="*/ 60 h 415"/>
                <a:gd name="T10" fmla="*/ 229 w 311"/>
                <a:gd name="T11" fmla="*/ 59 h 415"/>
                <a:gd name="T12" fmla="*/ 225 w 311"/>
                <a:gd name="T13" fmla="*/ 64 h 415"/>
                <a:gd name="T14" fmla="*/ 205 w 311"/>
                <a:gd name="T15" fmla="*/ 71 h 415"/>
                <a:gd name="T16" fmla="*/ 203 w 311"/>
                <a:gd name="T17" fmla="*/ 70 h 415"/>
                <a:gd name="T18" fmla="*/ 199 w 311"/>
                <a:gd name="T19" fmla="*/ 58 h 415"/>
                <a:gd name="T20" fmla="*/ 187 w 311"/>
                <a:gd name="T21" fmla="*/ 79 h 415"/>
                <a:gd name="T22" fmla="*/ 177 w 311"/>
                <a:gd name="T23" fmla="*/ 85 h 415"/>
                <a:gd name="T24" fmla="*/ 192 w 311"/>
                <a:gd name="T25" fmla="*/ 49 h 415"/>
                <a:gd name="T26" fmla="*/ 185 w 311"/>
                <a:gd name="T27" fmla="*/ 42 h 415"/>
                <a:gd name="T28" fmla="*/ 181 w 311"/>
                <a:gd name="T29" fmla="*/ 31 h 415"/>
                <a:gd name="T30" fmla="*/ 173 w 311"/>
                <a:gd name="T31" fmla="*/ 23 h 415"/>
                <a:gd name="T32" fmla="*/ 166 w 311"/>
                <a:gd name="T33" fmla="*/ 18 h 415"/>
                <a:gd name="T34" fmla="*/ 156 w 311"/>
                <a:gd name="T35" fmla="*/ 13 h 415"/>
                <a:gd name="T36" fmla="*/ 150 w 311"/>
                <a:gd name="T37" fmla="*/ 18 h 415"/>
                <a:gd name="T38" fmla="*/ 148 w 311"/>
                <a:gd name="T39" fmla="*/ 22 h 415"/>
                <a:gd name="T40" fmla="*/ 137 w 311"/>
                <a:gd name="T41" fmla="*/ 6 h 415"/>
                <a:gd name="T42" fmla="*/ 125 w 311"/>
                <a:gd name="T43" fmla="*/ 3 h 415"/>
                <a:gd name="T44" fmla="*/ 114 w 311"/>
                <a:gd name="T45" fmla="*/ 2 h 415"/>
                <a:gd name="T46" fmla="*/ 106 w 311"/>
                <a:gd name="T47" fmla="*/ 26 h 415"/>
                <a:gd name="T48" fmla="*/ 101 w 311"/>
                <a:gd name="T49" fmla="*/ 46 h 415"/>
                <a:gd name="T50" fmla="*/ 88 w 311"/>
                <a:gd name="T51" fmla="*/ 74 h 415"/>
                <a:gd name="T52" fmla="*/ 77 w 311"/>
                <a:gd name="T53" fmla="*/ 98 h 415"/>
                <a:gd name="T54" fmla="*/ 65 w 311"/>
                <a:gd name="T55" fmla="*/ 122 h 415"/>
                <a:gd name="T56" fmla="*/ 55 w 311"/>
                <a:gd name="T57" fmla="*/ 133 h 415"/>
                <a:gd name="T58" fmla="*/ 43 w 311"/>
                <a:gd name="T59" fmla="*/ 152 h 415"/>
                <a:gd name="T60" fmla="*/ 37 w 311"/>
                <a:gd name="T61" fmla="*/ 153 h 415"/>
                <a:gd name="T62" fmla="*/ 8 w 311"/>
                <a:gd name="T63" fmla="*/ 171 h 415"/>
                <a:gd name="T64" fmla="*/ 5 w 311"/>
                <a:gd name="T65" fmla="*/ 178 h 415"/>
                <a:gd name="T66" fmla="*/ 12 w 311"/>
                <a:gd name="T67" fmla="*/ 179 h 415"/>
                <a:gd name="T68" fmla="*/ 22 w 311"/>
                <a:gd name="T69" fmla="*/ 182 h 415"/>
                <a:gd name="T70" fmla="*/ 36 w 311"/>
                <a:gd name="T71" fmla="*/ 190 h 415"/>
                <a:gd name="T72" fmla="*/ 49 w 311"/>
                <a:gd name="T73" fmla="*/ 219 h 415"/>
                <a:gd name="T74" fmla="*/ 48 w 311"/>
                <a:gd name="T75" fmla="*/ 240 h 415"/>
                <a:gd name="T76" fmla="*/ 37 w 311"/>
                <a:gd name="T77" fmla="*/ 270 h 415"/>
                <a:gd name="T78" fmla="*/ 42 w 311"/>
                <a:gd name="T79" fmla="*/ 274 h 415"/>
                <a:gd name="T80" fmla="*/ 44 w 311"/>
                <a:gd name="T81" fmla="*/ 278 h 415"/>
                <a:gd name="T82" fmla="*/ 53 w 311"/>
                <a:gd name="T83" fmla="*/ 298 h 415"/>
                <a:gd name="T84" fmla="*/ 74 w 311"/>
                <a:gd name="T85" fmla="*/ 306 h 415"/>
                <a:gd name="T86" fmla="*/ 88 w 311"/>
                <a:gd name="T87" fmla="*/ 325 h 415"/>
                <a:gd name="T88" fmla="*/ 69 w 311"/>
                <a:gd name="T89" fmla="*/ 343 h 415"/>
                <a:gd name="T90" fmla="*/ 61 w 311"/>
                <a:gd name="T91" fmla="*/ 354 h 415"/>
                <a:gd name="T92" fmla="*/ 63 w 311"/>
                <a:gd name="T93" fmla="*/ 357 h 415"/>
                <a:gd name="T94" fmla="*/ 72 w 311"/>
                <a:gd name="T95" fmla="*/ 365 h 415"/>
                <a:gd name="T96" fmla="*/ 82 w 311"/>
                <a:gd name="T97" fmla="*/ 384 h 415"/>
                <a:gd name="T98" fmla="*/ 86 w 311"/>
                <a:gd name="T99" fmla="*/ 397 h 415"/>
                <a:gd name="T100" fmla="*/ 107 w 311"/>
                <a:gd name="T101" fmla="*/ 413 h 415"/>
                <a:gd name="T102" fmla="*/ 116 w 311"/>
                <a:gd name="T103" fmla="*/ 385 h 415"/>
                <a:gd name="T104" fmla="*/ 130 w 311"/>
                <a:gd name="T105" fmla="*/ 312 h 415"/>
                <a:gd name="T106" fmla="*/ 190 w 311"/>
                <a:gd name="T107" fmla="*/ 269 h 415"/>
                <a:gd name="T108" fmla="*/ 222 w 311"/>
                <a:gd name="T109" fmla="*/ 259 h 415"/>
                <a:gd name="T110" fmla="*/ 235 w 311"/>
                <a:gd name="T111" fmla="*/ 258 h 415"/>
                <a:gd name="T112" fmla="*/ 245 w 311"/>
                <a:gd name="T113" fmla="*/ 260 h 415"/>
                <a:gd name="T114" fmla="*/ 244 w 311"/>
                <a:gd name="T115" fmla="*/ 223 h 415"/>
                <a:gd name="T116" fmla="*/ 259 w 311"/>
                <a:gd name="T117" fmla="*/ 193 h 415"/>
                <a:gd name="T118" fmla="*/ 255 w 311"/>
                <a:gd name="T119" fmla="*/ 156 h 415"/>
                <a:gd name="T120" fmla="*/ 256 w 311"/>
                <a:gd name="T121" fmla="*/ 139 h 415"/>
                <a:gd name="T122" fmla="*/ 269 w 311"/>
                <a:gd name="T123" fmla="*/ 115 h 415"/>
                <a:gd name="T124" fmla="*/ 300 w 311"/>
                <a:gd name="T125" fmla="*/ 96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1" h="415">
                  <a:moveTo>
                    <a:pt x="308" y="81"/>
                  </a:moveTo>
                  <a:cubicBezTo>
                    <a:pt x="308" y="80"/>
                    <a:pt x="308" y="80"/>
                    <a:pt x="308" y="80"/>
                  </a:cubicBezTo>
                  <a:cubicBezTo>
                    <a:pt x="307" y="79"/>
                    <a:pt x="307" y="79"/>
                    <a:pt x="307" y="79"/>
                  </a:cubicBezTo>
                  <a:cubicBezTo>
                    <a:pt x="305" y="79"/>
                    <a:pt x="304" y="78"/>
                    <a:pt x="303" y="78"/>
                  </a:cubicBezTo>
                  <a:cubicBezTo>
                    <a:pt x="302" y="79"/>
                    <a:pt x="302" y="79"/>
                    <a:pt x="302" y="79"/>
                  </a:cubicBezTo>
                  <a:cubicBezTo>
                    <a:pt x="302" y="79"/>
                    <a:pt x="302" y="79"/>
                    <a:pt x="302" y="79"/>
                  </a:cubicBezTo>
                  <a:cubicBezTo>
                    <a:pt x="301" y="79"/>
                    <a:pt x="300" y="80"/>
                    <a:pt x="300" y="80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9" y="80"/>
                    <a:pt x="298" y="80"/>
                    <a:pt x="298" y="80"/>
                  </a:cubicBezTo>
                  <a:cubicBezTo>
                    <a:pt x="298" y="80"/>
                    <a:pt x="297" y="80"/>
                    <a:pt x="297" y="80"/>
                  </a:cubicBezTo>
                  <a:cubicBezTo>
                    <a:pt x="296" y="80"/>
                    <a:pt x="294" y="80"/>
                    <a:pt x="292" y="79"/>
                  </a:cubicBezTo>
                  <a:cubicBezTo>
                    <a:pt x="291" y="79"/>
                    <a:pt x="289" y="79"/>
                    <a:pt x="288" y="78"/>
                  </a:cubicBezTo>
                  <a:cubicBezTo>
                    <a:pt x="286" y="78"/>
                    <a:pt x="284" y="78"/>
                    <a:pt x="282" y="77"/>
                  </a:cubicBezTo>
                  <a:cubicBezTo>
                    <a:pt x="280" y="76"/>
                    <a:pt x="278" y="75"/>
                    <a:pt x="276" y="73"/>
                  </a:cubicBezTo>
                  <a:cubicBezTo>
                    <a:pt x="275" y="73"/>
                    <a:pt x="274" y="72"/>
                    <a:pt x="273" y="71"/>
                  </a:cubicBezTo>
                  <a:cubicBezTo>
                    <a:pt x="271" y="70"/>
                    <a:pt x="269" y="69"/>
                    <a:pt x="267" y="69"/>
                  </a:cubicBezTo>
                  <a:cubicBezTo>
                    <a:pt x="266" y="68"/>
                    <a:pt x="264" y="68"/>
                    <a:pt x="263" y="67"/>
                  </a:cubicBezTo>
                  <a:cubicBezTo>
                    <a:pt x="262" y="66"/>
                    <a:pt x="261" y="65"/>
                    <a:pt x="259" y="65"/>
                  </a:cubicBezTo>
                  <a:cubicBezTo>
                    <a:pt x="257" y="63"/>
                    <a:pt x="255" y="62"/>
                    <a:pt x="252" y="61"/>
                  </a:cubicBezTo>
                  <a:cubicBezTo>
                    <a:pt x="251" y="61"/>
                    <a:pt x="249" y="60"/>
                    <a:pt x="248" y="60"/>
                  </a:cubicBezTo>
                  <a:cubicBezTo>
                    <a:pt x="244" y="58"/>
                    <a:pt x="241" y="57"/>
                    <a:pt x="237" y="57"/>
                  </a:cubicBezTo>
                  <a:cubicBezTo>
                    <a:pt x="237" y="57"/>
                    <a:pt x="237" y="57"/>
                    <a:pt x="237" y="57"/>
                  </a:cubicBezTo>
                  <a:cubicBezTo>
                    <a:pt x="236" y="56"/>
                    <a:pt x="235" y="56"/>
                    <a:pt x="234" y="56"/>
                  </a:cubicBezTo>
                  <a:cubicBezTo>
                    <a:pt x="231" y="56"/>
                    <a:pt x="230" y="58"/>
                    <a:pt x="229" y="59"/>
                  </a:cubicBezTo>
                  <a:cubicBezTo>
                    <a:pt x="229" y="60"/>
                    <a:pt x="229" y="61"/>
                    <a:pt x="229" y="62"/>
                  </a:cubicBezTo>
                  <a:cubicBezTo>
                    <a:pt x="229" y="62"/>
                    <a:pt x="229" y="63"/>
                    <a:pt x="229" y="63"/>
                  </a:cubicBezTo>
                  <a:cubicBezTo>
                    <a:pt x="229" y="63"/>
                    <a:pt x="227" y="64"/>
                    <a:pt x="226" y="64"/>
                  </a:cubicBezTo>
                  <a:cubicBezTo>
                    <a:pt x="225" y="64"/>
                    <a:pt x="225" y="64"/>
                    <a:pt x="225" y="64"/>
                  </a:cubicBezTo>
                  <a:cubicBezTo>
                    <a:pt x="222" y="64"/>
                    <a:pt x="220" y="64"/>
                    <a:pt x="217" y="66"/>
                  </a:cubicBezTo>
                  <a:cubicBezTo>
                    <a:pt x="215" y="67"/>
                    <a:pt x="214" y="67"/>
                    <a:pt x="212" y="68"/>
                  </a:cubicBezTo>
                  <a:cubicBezTo>
                    <a:pt x="211" y="68"/>
                    <a:pt x="210" y="68"/>
                    <a:pt x="210" y="68"/>
                  </a:cubicBezTo>
                  <a:cubicBezTo>
                    <a:pt x="207" y="69"/>
                    <a:pt x="206" y="70"/>
                    <a:pt x="205" y="71"/>
                  </a:cubicBezTo>
                  <a:cubicBezTo>
                    <a:pt x="204" y="72"/>
                    <a:pt x="204" y="72"/>
                    <a:pt x="203" y="73"/>
                  </a:cubicBezTo>
                  <a:cubicBezTo>
                    <a:pt x="203" y="73"/>
                    <a:pt x="202" y="74"/>
                    <a:pt x="201" y="74"/>
                  </a:cubicBezTo>
                  <a:cubicBezTo>
                    <a:pt x="201" y="75"/>
                    <a:pt x="200" y="76"/>
                    <a:pt x="200" y="76"/>
                  </a:cubicBezTo>
                  <a:cubicBezTo>
                    <a:pt x="200" y="73"/>
                    <a:pt x="201" y="72"/>
                    <a:pt x="203" y="70"/>
                  </a:cubicBezTo>
                  <a:cubicBezTo>
                    <a:pt x="204" y="69"/>
                    <a:pt x="204" y="69"/>
                    <a:pt x="204" y="69"/>
                  </a:cubicBezTo>
                  <a:cubicBezTo>
                    <a:pt x="207" y="66"/>
                    <a:pt x="207" y="63"/>
                    <a:pt x="206" y="61"/>
                  </a:cubicBezTo>
                  <a:cubicBezTo>
                    <a:pt x="206" y="59"/>
                    <a:pt x="204" y="58"/>
                    <a:pt x="201" y="58"/>
                  </a:cubicBezTo>
                  <a:cubicBezTo>
                    <a:pt x="201" y="58"/>
                    <a:pt x="200" y="58"/>
                    <a:pt x="199" y="58"/>
                  </a:cubicBezTo>
                  <a:cubicBezTo>
                    <a:pt x="195" y="59"/>
                    <a:pt x="192" y="62"/>
                    <a:pt x="191" y="68"/>
                  </a:cubicBezTo>
                  <a:cubicBezTo>
                    <a:pt x="190" y="70"/>
                    <a:pt x="189" y="72"/>
                    <a:pt x="189" y="75"/>
                  </a:cubicBezTo>
                  <a:cubicBezTo>
                    <a:pt x="188" y="76"/>
                    <a:pt x="188" y="77"/>
                    <a:pt x="187" y="78"/>
                  </a:cubicBezTo>
                  <a:cubicBezTo>
                    <a:pt x="187" y="79"/>
                    <a:pt x="187" y="79"/>
                    <a:pt x="187" y="79"/>
                  </a:cubicBezTo>
                  <a:cubicBezTo>
                    <a:pt x="186" y="83"/>
                    <a:pt x="185" y="84"/>
                    <a:pt x="182" y="85"/>
                  </a:cubicBezTo>
                  <a:cubicBezTo>
                    <a:pt x="180" y="87"/>
                    <a:pt x="179" y="87"/>
                    <a:pt x="178" y="87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8" y="87"/>
                    <a:pt x="177" y="87"/>
                    <a:pt x="177" y="85"/>
                  </a:cubicBezTo>
                  <a:cubicBezTo>
                    <a:pt x="177" y="80"/>
                    <a:pt x="179" y="73"/>
                    <a:pt x="184" y="65"/>
                  </a:cubicBezTo>
                  <a:cubicBezTo>
                    <a:pt x="185" y="63"/>
                    <a:pt x="186" y="63"/>
                    <a:pt x="187" y="62"/>
                  </a:cubicBezTo>
                  <a:cubicBezTo>
                    <a:pt x="189" y="61"/>
                    <a:pt x="191" y="60"/>
                    <a:pt x="192" y="59"/>
                  </a:cubicBezTo>
                  <a:cubicBezTo>
                    <a:pt x="194" y="56"/>
                    <a:pt x="194" y="52"/>
                    <a:pt x="192" y="49"/>
                  </a:cubicBezTo>
                  <a:cubicBezTo>
                    <a:pt x="191" y="47"/>
                    <a:pt x="189" y="46"/>
                    <a:pt x="187" y="46"/>
                  </a:cubicBezTo>
                  <a:cubicBezTo>
                    <a:pt x="186" y="46"/>
                    <a:pt x="185" y="47"/>
                    <a:pt x="184" y="47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5" y="45"/>
                    <a:pt x="185" y="44"/>
                    <a:pt x="185" y="42"/>
                  </a:cubicBezTo>
                  <a:cubicBezTo>
                    <a:pt x="185" y="40"/>
                    <a:pt x="185" y="37"/>
                    <a:pt x="184" y="35"/>
                  </a:cubicBezTo>
                  <a:cubicBezTo>
                    <a:pt x="184" y="34"/>
                    <a:pt x="183" y="34"/>
                    <a:pt x="182" y="33"/>
                  </a:cubicBezTo>
                  <a:cubicBezTo>
                    <a:pt x="182" y="33"/>
                    <a:pt x="181" y="32"/>
                    <a:pt x="181" y="32"/>
                  </a:cubicBezTo>
                  <a:cubicBezTo>
                    <a:pt x="181" y="31"/>
                    <a:pt x="181" y="31"/>
                    <a:pt x="181" y="31"/>
                  </a:cubicBezTo>
                  <a:cubicBezTo>
                    <a:pt x="180" y="31"/>
                    <a:pt x="180" y="31"/>
                    <a:pt x="180" y="31"/>
                  </a:cubicBezTo>
                  <a:cubicBezTo>
                    <a:pt x="178" y="30"/>
                    <a:pt x="176" y="28"/>
                    <a:pt x="174" y="27"/>
                  </a:cubicBezTo>
                  <a:cubicBezTo>
                    <a:pt x="174" y="27"/>
                    <a:pt x="174" y="26"/>
                    <a:pt x="174" y="26"/>
                  </a:cubicBezTo>
                  <a:cubicBezTo>
                    <a:pt x="174" y="25"/>
                    <a:pt x="174" y="24"/>
                    <a:pt x="173" y="23"/>
                  </a:cubicBezTo>
                  <a:cubicBezTo>
                    <a:pt x="172" y="22"/>
                    <a:pt x="171" y="22"/>
                    <a:pt x="170" y="21"/>
                  </a:cubicBezTo>
                  <a:cubicBezTo>
                    <a:pt x="170" y="21"/>
                    <a:pt x="169" y="21"/>
                    <a:pt x="169" y="20"/>
                  </a:cubicBezTo>
                  <a:cubicBezTo>
                    <a:pt x="169" y="20"/>
                    <a:pt x="168" y="20"/>
                    <a:pt x="168" y="20"/>
                  </a:cubicBezTo>
                  <a:cubicBezTo>
                    <a:pt x="167" y="19"/>
                    <a:pt x="166" y="19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7"/>
                    <a:pt x="165" y="16"/>
                    <a:pt x="165" y="16"/>
                  </a:cubicBezTo>
                  <a:cubicBezTo>
                    <a:pt x="163" y="14"/>
                    <a:pt x="161" y="12"/>
                    <a:pt x="159" y="12"/>
                  </a:cubicBezTo>
                  <a:cubicBezTo>
                    <a:pt x="158" y="12"/>
                    <a:pt x="157" y="13"/>
                    <a:pt x="156" y="13"/>
                  </a:cubicBezTo>
                  <a:cubicBezTo>
                    <a:pt x="155" y="14"/>
                    <a:pt x="155" y="14"/>
                    <a:pt x="154" y="15"/>
                  </a:cubicBezTo>
                  <a:cubicBezTo>
                    <a:pt x="154" y="15"/>
                    <a:pt x="153" y="15"/>
                    <a:pt x="153" y="16"/>
                  </a:cubicBezTo>
                  <a:cubicBezTo>
                    <a:pt x="153" y="16"/>
                    <a:pt x="152" y="16"/>
                    <a:pt x="152" y="16"/>
                  </a:cubicBezTo>
                  <a:cubicBezTo>
                    <a:pt x="151" y="16"/>
                    <a:pt x="150" y="17"/>
                    <a:pt x="150" y="18"/>
                  </a:cubicBezTo>
                  <a:cubicBezTo>
                    <a:pt x="149" y="19"/>
                    <a:pt x="149" y="21"/>
                    <a:pt x="149" y="23"/>
                  </a:cubicBezTo>
                  <a:cubicBezTo>
                    <a:pt x="149" y="24"/>
                    <a:pt x="149" y="25"/>
                    <a:pt x="149" y="26"/>
                  </a:cubicBezTo>
                  <a:cubicBezTo>
                    <a:pt x="149" y="25"/>
                    <a:pt x="149" y="24"/>
                    <a:pt x="149" y="24"/>
                  </a:cubicBezTo>
                  <a:cubicBezTo>
                    <a:pt x="148" y="23"/>
                    <a:pt x="148" y="23"/>
                    <a:pt x="148" y="22"/>
                  </a:cubicBezTo>
                  <a:cubicBezTo>
                    <a:pt x="148" y="20"/>
                    <a:pt x="147" y="18"/>
                    <a:pt x="145" y="16"/>
                  </a:cubicBezTo>
                  <a:cubicBezTo>
                    <a:pt x="145" y="15"/>
                    <a:pt x="145" y="14"/>
                    <a:pt x="144" y="13"/>
                  </a:cubicBezTo>
                  <a:cubicBezTo>
                    <a:pt x="144" y="12"/>
                    <a:pt x="144" y="10"/>
                    <a:pt x="142" y="8"/>
                  </a:cubicBezTo>
                  <a:cubicBezTo>
                    <a:pt x="141" y="7"/>
                    <a:pt x="138" y="6"/>
                    <a:pt x="137" y="6"/>
                  </a:cubicBezTo>
                  <a:cubicBezTo>
                    <a:pt x="134" y="6"/>
                    <a:pt x="134" y="6"/>
                    <a:pt x="134" y="6"/>
                  </a:cubicBezTo>
                  <a:cubicBezTo>
                    <a:pt x="134" y="6"/>
                    <a:pt x="133" y="6"/>
                    <a:pt x="133" y="6"/>
                  </a:cubicBezTo>
                  <a:cubicBezTo>
                    <a:pt x="131" y="6"/>
                    <a:pt x="129" y="5"/>
                    <a:pt x="127" y="4"/>
                  </a:cubicBezTo>
                  <a:cubicBezTo>
                    <a:pt x="127" y="4"/>
                    <a:pt x="126" y="3"/>
                    <a:pt x="125" y="3"/>
                  </a:cubicBezTo>
                  <a:cubicBezTo>
                    <a:pt x="123" y="2"/>
                    <a:pt x="121" y="1"/>
                    <a:pt x="119" y="1"/>
                  </a:cubicBezTo>
                  <a:cubicBezTo>
                    <a:pt x="118" y="1"/>
                    <a:pt x="117" y="1"/>
                    <a:pt x="11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3" y="5"/>
                    <a:pt x="112" y="7"/>
                    <a:pt x="111" y="10"/>
                  </a:cubicBezTo>
                  <a:cubicBezTo>
                    <a:pt x="111" y="12"/>
                    <a:pt x="110" y="14"/>
                    <a:pt x="110" y="16"/>
                  </a:cubicBezTo>
                  <a:cubicBezTo>
                    <a:pt x="109" y="18"/>
                    <a:pt x="109" y="19"/>
                    <a:pt x="108" y="21"/>
                  </a:cubicBezTo>
                  <a:cubicBezTo>
                    <a:pt x="107" y="23"/>
                    <a:pt x="106" y="25"/>
                    <a:pt x="106" y="26"/>
                  </a:cubicBezTo>
                  <a:cubicBezTo>
                    <a:pt x="106" y="28"/>
                    <a:pt x="107" y="30"/>
                    <a:pt x="107" y="31"/>
                  </a:cubicBezTo>
                  <a:cubicBezTo>
                    <a:pt x="107" y="33"/>
                    <a:pt x="108" y="35"/>
                    <a:pt x="108" y="37"/>
                  </a:cubicBezTo>
                  <a:cubicBezTo>
                    <a:pt x="107" y="40"/>
                    <a:pt x="105" y="42"/>
                    <a:pt x="104" y="43"/>
                  </a:cubicBezTo>
                  <a:cubicBezTo>
                    <a:pt x="103" y="44"/>
                    <a:pt x="102" y="45"/>
                    <a:pt x="101" y="46"/>
                  </a:cubicBezTo>
                  <a:cubicBezTo>
                    <a:pt x="99" y="48"/>
                    <a:pt x="99" y="51"/>
                    <a:pt x="98" y="53"/>
                  </a:cubicBezTo>
                  <a:cubicBezTo>
                    <a:pt x="98" y="54"/>
                    <a:pt x="98" y="55"/>
                    <a:pt x="97" y="57"/>
                  </a:cubicBezTo>
                  <a:cubicBezTo>
                    <a:pt x="96" y="60"/>
                    <a:pt x="94" y="62"/>
                    <a:pt x="92" y="65"/>
                  </a:cubicBezTo>
                  <a:cubicBezTo>
                    <a:pt x="90" y="67"/>
                    <a:pt x="88" y="70"/>
                    <a:pt x="88" y="74"/>
                  </a:cubicBezTo>
                  <a:cubicBezTo>
                    <a:pt x="87" y="75"/>
                    <a:pt x="87" y="76"/>
                    <a:pt x="87" y="78"/>
                  </a:cubicBezTo>
                  <a:cubicBezTo>
                    <a:pt x="87" y="80"/>
                    <a:pt x="87" y="82"/>
                    <a:pt x="86" y="85"/>
                  </a:cubicBezTo>
                  <a:cubicBezTo>
                    <a:pt x="84" y="89"/>
                    <a:pt x="82" y="92"/>
                    <a:pt x="80" y="94"/>
                  </a:cubicBezTo>
                  <a:cubicBezTo>
                    <a:pt x="79" y="95"/>
                    <a:pt x="78" y="96"/>
                    <a:pt x="77" y="98"/>
                  </a:cubicBezTo>
                  <a:cubicBezTo>
                    <a:pt x="75" y="100"/>
                    <a:pt x="72" y="102"/>
                    <a:pt x="71" y="105"/>
                  </a:cubicBezTo>
                  <a:cubicBezTo>
                    <a:pt x="69" y="108"/>
                    <a:pt x="68" y="110"/>
                    <a:pt x="68" y="113"/>
                  </a:cubicBezTo>
                  <a:cubicBezTo>
                    <a:pt x="68" y="114"/>
                    <a:pt x="68" y="116"/>
                    <a:pt x="67" y="117"/>
                  </a:cubicBezTo>
                  <a:cubicBezTo>
                    <a:pt x="67" y="119"/>
                    <a:pt x="66" y="120"/>
                    <a:pt x="65" y="122"/>
                  </a:cubicBezTo>
                  <a:cubicBezTo>
                    <a:pt x="64" y="122"/>
                    <a:pt x="64" y="123"/>
                    <a:pt x="64" y="124"/>
                  </a:cubicBezTo>
                  <a:cubicBezTo>
                    <a:pt x="63" y="125"/>
                    <a:pt x="61" y="126"/>
                    <a:pt x="60" y="126"/>
                  </a:cubicBezTo>
                  <a:cubicBezTo>
                    <a:pt x="58" y="127"/>
                    <a:pt x="56" y="128"/>
                    <a:pt x="56" y="130"/>
                  </a:cubicBezTo>
                  <a:cubicBezTo>
                    <a:pt x="55" y="131"/>
                    <a:pt x="55" y="132"/>
                    <a:pt x="55" y="133"/>
                  </a:cubicBezTo>
                  <a:cubicBezTo>
                    <a:pt x="55" y="135"/>
                    <a:pt x="55" y="137"/>
                    <a:pt x="53" y="138"/>
                  </a:cubicBezTo>
                  <a:cubicBezTo>
                    <a:pt x="50" y="140"/>
                    <a:pt x="48" y="143"/>
                    <a:pt x="46" y="146"/>
                  </a:cubicBezTo>
                  <a:cubicBezTo>
                    <a:pt x="45" y="147"/>
                    <a:pt x="45" y="148"/>
                    <a:pt x="44" y="149"/>
                  </a:cubicBezTo>
                  <a:cubicBezTo>
                    <a:pt x="44" y="150"/>
                    <a:pt x="43" y="151"/>
                    <a:pt x="43" y="152"/>
                  </a:cubicBezTo>
                  <a:cubicBezTo>
                    <a:pt x="41" y="153"/>
                    <a:pt x="41" y="153"/>
                    <a:pt x="41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39" y="153"/>
                    <a:pt x="39" y="153"/>
                    <a:pt x="38" y="153"/>
                  </a:cubicBezTo>
                  <a:cubicBezTo>
                    <a:pt x="38" y="153"/>
                    <a:pt x="37" y="153"/>
                    <a:pt x="37" y="153"/>
                  </a:cubicBezTo>
                  <a:cubicBezTo>
                    <a:pt x="34" y="153"/>
                    <a:pt x="30" y="154"/>
                    <a:pt x="27" y="156"/>
                  </a:cubicBezTo>
                  <a:cubicBezTo>
                    <a:pt x="25" y="157"/>
                    <a:pt x="24" y="158"/>
                    <a:pt x="23" y="160"/>
                  </a:cubicBezTo>
                  <a:cubicBezTo>
                    <a:pt x="21" y="162"/>
                    <a:pt x="20" y="163"/>
                    <a:pt x="18" y="164"/>
                  </a:cubicBezTo>
                  <a:cubicBezTo>
                    <a:pt x="15" y="167"/>
                    <a:pt x="11" y="169"/>
                    <a:pt x="8" y="171"/>
                  </a:cubicBezTo>
                  <a:cubicBezTo>
                    <a:pt x="6" y="173"/>
                    <a:pt x="6" y="173"/>
                    <a:pt x="6" y="173"/>
                  </a:cubicBezTo>
                  <a:cubicBezTo>
                    <a:pt x="5" y="173"/>
                    <a:pt x="4" y="174"/>
                    <a:pt x="3" y="175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5" y="178"/>
                    <a:pt x="5" y="178"/>
                    <a:pt x="5" y="178"/>
                  </a:cubicBezTo>
                  <a:cubicBezTo>
                    <a:pt x="5" y="178"/>
                    <a:pt x="5" y="178"/>
                    <a:pt x="5" y="178"/>
                  </a:cubicBezTo>
                  <a:cubicBezTo>
                    <a:pt x="6" y="178"/>
                    <a:pt x="6" y="178"/>
                    <a:pt x="7" y="178"/>
                  </a:cubicBezTo>
                  <a:cubicBezTo>
                    <a:pt x="7" y="178"/>
                    <a:pt x="8" y="178"/>
                    <a:pt x="8" y="178"/>
                  </a:cubicBezTo>
                  <a:cubicBezTo>
                    <a:pt x="10" y="178"/>
                    <a:pt x="11" y="178"/>
                    <a:pt x="12" y="179"/>
                  </a:cubicBezTo>
                  <a:cubicBezTo>
                    <a:pt x="13" y="179"/>
                    <a:pt x="14" y="180"/>
                    <a:pt x="14" y="181"/>
                  </a:cubicBezTo>
                  <a:cubicBezTo>
                    <a:pt x="15" y="182"/>
                    <a:pt x="16" y="183"/>
                    <a:pt x="18" y="184"/>
                  </a:cubicBezTo>
                  <a:cubicBezTo>
                    <a:pt x="18" y="184"/>
                    <a:pt x="18" y="184"/>
                    <a:pt x="19" y="184"/>
                  </a:cubicBezTo>
                  <a:cubicBezTo>
                    <a:pt x="20" y="184"/>
                    <a:pt x="21" y="183"/>
                    <a:pt x="22" y="182"/>
                  </a:cubicBezTo>
                  <a:cubicBezTo>
                    <a:pt x="23" y="182"/>
                    <a:pt x="24" y="181"/>
                    <a:pt x="26" y="181"/>
                  </a:cubicBezTo>
                  <a:cubicBezTo>
                    <a:pt x="28" y="181"/>
                    <a:pt x="29" y="182"/>
                    <a:pt x="30" y="184"/>
                  </a:cubicBezTo>
                  <a:cubicBezTo>
                    <a:pt x="30" y="185"/>
                    <a:pt x="30" y="186"/>
                    <a:pt x="31" y="187"/>
                  </a:cubicBezTo>
                  <a:cubicBezTo>
                    <a:pt x="32" y="190"/>
                    <a:pt x="34" y="190"/>
                    <a:pt x="36" y="190"/>
                  </a:cubicBezTo>
                  <a:cubicBezTo>
                    <a:pt x="38" y="190"/>
                    <a:pt x="39" y="190"/>
                    <a:pt x="41" y="191"/>
                  </a:cubicBezTo>
                  <a:cubicBezTo>
                    <a:pt x="43" y="192"/>
                    <a:pt x="46" y="196"/>
                    <a:pt x="48" y="198"/>
                  </a:cubicBezTo>
                  <a:cubicBezTo>
                    <a:pt x="51" y="204"/>
                    <a:pt x="50" y="208"/>
                    <a:pt x="49" y="213"/>
                  </a:cubicBezTo>
                  <a:cubicBezTo>
                    <a:pt x="49" y="215"/>
                    <a:pt x="49" y="217"/>
                    <a:pt x="49" y="219"/>
                  </a:cubicBezTo>
                  <a:cubicBezTo>
                    <a:pt x="48" y="221"/>
                    <a:pt x="49" y="223"/>
                    <a:pt x="50" y="225"/>
                  </a:cubicBezTo>
                  <a:cubicBezTo>
                    <a:pt x="50" y="227"/>
                    <a:pt x="51" y="228"/>
                    <a:pt x="51" y="230"/>
                  </a:cubicBezTo>
                  <a:cubicBezTo>
                    <a:pt x="51" y="233"/>
                    <a:pt x="50" y="236"/>
                    <a:pt x="49" y="239"/>
                  </a:cubicBezTo>
                  <a:cubicBezTo>
                    <a:pt x="48" y="240"/>
                    <a:pt x="48" y="240"/>
                    <a:pt x="48" y="240"/>
                  </a:cubicBezTo>
                  <a:cubicBezTo>
                    <a:pt x="47" y="243"/>
                    <a:pt x="47" y="247"/>
                    <a:pt x="46" y="251"/>
                  </a:cubicBezTo>
                  <a:cubicBezTo>
                    <a:pt x="46" y="254"/>
                    <a:pt x="45" y="258"/>
                    <a:pt x="44" y="262"/>
                  </a:cubicBezTo>
                  <a:cubicBezTo>
                    <a:pt x="43" y="263"/>
                    <a:pt x="42" y="265"/>
                    <a:pt x="40" y="266"/>
                  </a:cubicBezTo>
                  <a:cubicBezTo>
                    <a:pt x="39" y="267"/>
                    <a:pt x="37" y="268"/>
                    <a:pt x="37" y="270"/>
                  </a:cubicBezTo>
                  <a:cubicBezTo>
                    <a:pt x="36" y="271"/>
                    <a:pt x="36" y="272"/>
                    <a:pt x="36" y="272"/>
                  </a:cubicBezTo>
                  <a:cubicBezTo>
                    <a:pt x="36" y="273"/>
                    <a:pt x="36" y="273"/>
                    <a:pt x="36" y="273"/>
                  </a:cubicBezTo>
                  <a:cubicBezTo>
                    <a:pt x="36" y="273"/>
                    <a:pt x="36" y="273"/>
                    <a:pt x="36" y="273"/>
                  </a:cubicBezTo>
                  <a:cubicBezTo>
                    <a:pt x="37" y="274"/>
                    <a:pt x="39" y="274"/>
                    <a:pt x="42" y="274"/>
                  </a:cubicBezTo>
                  <a:cubicBezTo>
                    <a:pt x="43" y="274"/>
                    <a:pt x="43" y="274"/>
                    <a:pt x="43" y="274"/>
                  </a:cubicBezTo>
                  <a:cubicBezTo>
                    <a:pt x="43" y="272"/>
                    <a:pt x="43" y="272"/>
                    <a:pt x="43" y="272"/>
                  </a:cubicBezTo>
                  <a:cubicBezTo>
                    <a:pt x="43" y="275"/>
                    <a:pt x="43" y="275"/>
                    <a:pt x="43" y="275"/>
                  </a:cubicBezTo>
                  <a:cubicBezTo>
                    <a:pt x="44" y="276"/>
                    <a:pt x="44" y="277"/>
                    <a:pt x="44" y="278"/>
                  </a:cubicBezTo>
                  <a:cubicBezTo>
                    <a:pt x="43" y="281"/>
                    <a:pt x="43" y="283"/>
                    <a:pt x="45" y="286"/>
                  </a:cubicBezTo>
                  <a:cubicBezTo>
                    <a:pt x="45" y="288"/>
                    <a:pt x="47" y="289"/>
                    <a:pt x="49" y="291"/>
                  </a:cubicBezTo>
                  <a:cubicBezTo>
                    <a:pt x="49" y="292"/>
                    <a:pt x="50" y="293"/>
                    <a:pt x="51" y="294"/>
                  </a:cubicBezTo>
                  <a:cubicBezTo>
                    <a:pt x="52" y="295"/>
                    <a:pt x="52" y="296"/>
                    <a:pt x="53" y="298"/>
                  </a:cubicBezTo>
                  <a:cubicBezTo>
                    <a:pt x="56" y="301"/>
                    <a:pt x="59" y="305"/>
                    <a:pt x="63" y="308"/>
                  </a:cubicBezTo>
                  <a:cubicBezTo>
                    <a:pt x="64" y="309"/>
                    <a:pt x="65" y="310"/>
                    <a:pt x="66" y="310"/>
                  </a:cubicBezTo>
                  <a:cubicBezTo>
                    <a:pt x="67" y="310"/>
                    <a:pt x="68" y="309"/>
                    <a:pt x="70" y="308"/>
                  </a:cubicBezTo>
                  <a:cubicBezTo>
                    <a:pt x="71" y="307"/>
                    <a:pt x="72" y="307"/>
                    <a:pt x="74" y="306"/>
                  </a:cubicBezTo>
                  <a:cubicBezTo>
                    <a:pt x="76" y="306"/>
                    <a:pt x="79" y="305"/>
                    <a:pt x="82" y="305"/>
                  </a:cubicBezTo>
                  <a:cubicBezTo>
                    <a:pt x="84" y="305"/>
                    <a:pt x="85" y="305"/>
                    <a:pt x="86" y="306"/>
                  </a:cubicBezTo>
                  <a:cubicBezTo>
                    <a:pt x="91" y="308"/>
                    <a:pt x="90" y="312"/>
                    <a:pt x="89" y="315"/>
                  </a:cubicBezTo>
                  <a:cubicBezTo>
                    <a:pt x="88" y="318"/>
                    <a:pt x="88" y="321"/>
                    <a:pt x="88" y="325"/>
                  </a:cubicBezTo>
                  <a:cubicBezTo>
                    <a:pt x="88" y="326"/>
                    <a:pt x="88" y="327"/>
                    <a:pt x="87" y="329"/>
                  </a:cubicBezTo>
                  <a:cubicBezTo>
                    <a:pt x="86" y="329"/>
                    <a:pt x="85" y="328"/>
                    <a:pt x="85" y="328"/>
                  </a:cubicBezTo>
                  <a:cubicBezTo>
                    <a:pt x="76" y="328"/>
                    <a:pt x="71" y="333"/>
                    <a:pt x="69" y="340"/>
                  </a:cubicBezTo>
                  <a:cubicBezTo>
                    <a:pt x="69" y="341"/>
                    <a:pt x="69" y="342"/>
                    <a:pt x="69" y="343"/>
                  </a:cubicBezTo>
                  <a:cubicBezTo>
                    <a:pt x="69" y="344"/>
                    <a:pt x="69" y="346"/>
                    <a:pt x="69" y="347"/>
                  </a:cubicBezTo>
                  <a:cubicBezTo>
                    <a:pt x="68" y="349"/>
                    <a:pt x="67" y="349"/>
                    <a:pt x="65" y="350"/>
                  </a:cubicBezTo>
                  <a:cubicBezTo>
                    <a:pt x="65" y="350"/>
                    <a:pt x="64" y="351"/>
                    <a:pt x="63" y="351"/>
                  </a:cubicBezTo>
                  <a:cubicBezTo>
                    <a:pt x="62" y="352"/>
                    <a:pt x="61" y="353"/>
                    <a:pt x="61" y="354"/>
                  </a:cubicBezTo>
                  <a:cubicBezTo>
                    <a:pt x="60" y="356"/>
                    <a:pt x="60" y="356"/>
                    <a:pt x="60" y="356"/>
                  </a:cubicBezTo>
                  <a:cubicBezTo>
                    <a:pt x="62" y="357"/>
                    <a:pt x="62" y="357"/>
                    <a:pt x="62" y="357"/>
                  </a:cubicBezTo>
                  <a:cubicBezTo>
                    <a:pt x="63" y="357"/>
                    <a:pt x="63" y="357"/>
                    <a:pt x="63" y="357"/>
                  </a:cubicBezTo>
                  <a:cubicBezTo>
                    <a:pt x="63" y="357"/>
                    <a:pt x="63" y="357"/>
                    <a:pt x="63" y="357"/>
                  </a:cubicBezTo>
                  <a:cubicBezTo>
                    <a:pt x="63" y="357"/>
                    <a:pt x="64" y="357"/>
                    <a:pt x="65" y="356"/>
                  </a:cubicBezTo>
                  <a:cubicBezTo>
                    <a:pt x="65" y="356"/>
                    <a:pt x="66" y="356"/>
                    <a:pt x="67" y="356"/>
                  </a:cubicBezTo>
                  <a:cubicBezTo>
                    <a:pt x="67" y="356"/>
                    <a:pt x="68" y="356"/>
                    <a:pt x="68" y="356"/>
                  </a:cubicBezTo>
                  <a:cubicBezTo>
                    <a:pt x="71" y="358"/>
                    <a:pt x="71" y="361"/>
                    <a:pt x="72" y="365"/>
                  </a:cubicBezTo>
                  <a:cubicBezTo>
                    <a:pt x="72" y="367"/>
                    <a:pt x="72" y="370"/>
                    <a:pt x="73" y="371"/>
                  </a:cubicBezTo>
                  <a:cubicBezTo>
                    <a:pt x="74" y="373"/>
                    <a:pt x="76" y="374"/>
                    <a:pt x="78" y="374"/>
                  </a:cubicBezTo>
                  <a:cubicBezTo>
                    <a:pt x="81" y="375"/>
                    <a:pt x="84" y="377"/>
                    <a:pt x="85" y="379"/>
                  </a:cubicBezTo>
                  <a:cubicBezTo>
                    <a:pt x="85" y="381"/>
                    <a:pt x="84" y="382"/>
                    <a:pt x="82" y="384"/>
                  </a:cubicBezTo>
                  <a:cubicBezTo>
                    <a:pt x="81" y="384"/>
                    <a:pt x="80" y="385"/>
                    <a:pt x="80" y="386"/>
                  </a:cubicBezTo>
                  <a:cubicBezTo>
                    <a:pt x="80" y="389"/>
                    <a:pt x="81" y="390"/>
                    <a:pt x="82" y="392"/>
                  </a:cubicBezTo>
                  <a:cubicBezTo>
                    <a:pt x="83" y="392"/>
                    <a:pt x="83" y="393"/>
                    <a:pt x="84" y="394"/>
                  </a:cubicBezTo>
                  <a:cubicBezTo>
                    <a:pt x="85" y="394"/>
                    <a:pt x="86" y="397"/>
                    <a:pt x="86" y="397"/>
                  </a:cubicBezTo>
                  <a:cubicBezTo>
                    <a:pt x="89" y="400"/>
                    <a:pt x="91" y="403"/>
                    <a:pt x="93" y="406"/>
                  </a:cubicBezTo>
                  <a:cubicBezTo>
                    <a:pt x="95" y="409"/>
                    <a:pt x="95" y="409"/>
                    <a:pt x="98" y="409"/>
                  </a:cubicBezTo>
                  <a:cubicBezTo>
                    <a:pt x="99" y="409"/>
                    <a:pt x="99" y="409"/>
                    <a:pt x="99" y="409"/>
                  </a:cubicBezTo>
                  <a:cubicBezTo>
                    <a:pt x="102" y="410"/>
                    <a:pt x="104" y="411"/>
                    <a:pt x="107" y="413"/>
                  </a:cubicBezTo>
                  <a:cubicBezTo>
                    <a:pt x="109" y="415"/>
                    <a:pt x="109" y="415"/>
                    <a:pt x="109" y="415"/>
                  </a:cubicBezTo>
                  <a:cubicBezTo>
                    <a:pt x="110" y="412"/>
                    <a:pt x="110" y="412"/>
                    <a:pt x="110" y="412"/>
                  </a:cubicBezTo>
                  <a:cubicBezTo>
                    <a:pt x="110" y="411"/>
                    <a:pt x="111" y="409"/>
                    <a:pt x="112" y="407"/>
                  </a:cubicBezTo>
                  <a:cubicBezTo>
                    <a:pt x="114" y="400"/>
                    <a:pt x="116" y="394"/>
                    <a:pt x="116" y="385"/>
                  </a:cubicBezTo>
                  <a:cubicBezTo>
                    <a:pt x="116" y="380"/>
                    <a:pt x="115" y="374"/>
                    <a:pt x="114" y="369"/>
                  </a:cubicBezTo>
                  <a:cubicBezTo>
                    <a:pt x="110" y="354"/>
                    <a:pt x="115" y="344"/>
                    <a:pt x="122" y="332"/>
                  </a:cubicBezTo>
                  <a:cubicBezTo>
                    <a:pt x="123" y="330"/>
                    <a:pt x="124" y="328"/>
                    <a:pt x="125" y="326"/>
                  </a:cubicBezTo>
                  <a:cubicBezTo>
                    <a:pt x="127" y="322"/>
                    <a:pt x="129" y="317"/>
                    <a:pt x="130" y="312"/>
                  </a:cubicBezTo>
                  <a:cubicBezTo>
                    <a:pt x="131" y="310"/>
                    <a:pt x="131" y="306"/>
                    <a:pt x="132" y="303"/>
                  </a:cubicBezTo>
                  <a:cubicBezTo>
                    <a:pt x="135" y="296"/>
                    <a:pt x="141" y="293"/>
                    <a:pt x="148" y="291"/>
                  </a:cubicBezTo>
                  <a:cubicBezTo>
                    <a:pt x="162" y="288"/>
                    <a:pt x="176" y="281"/>
                    <a:pt x="189" y="270"/>
                  </a:cubicBezTo>
                  <a:cubicBezTo>
                    <a:pt x="190" y="269"/>
                    <a:pt x="190" y="269"/>
                    <a:pt x="190" y="269"/>
                  </a:cubicBezTo>
                  <a:cubicBezTo>
                    <a:pt x="195" y="265"/>
                    <a:pt x="201" y="260"/>
                    <a:pt x="207" y="258"/>
                  </a:cubicBezTo>
                  <a:cubicBezTo>
                    <a:pt x="210" y="257"/>
                    <a:pt x="212" y="257"/>
                    <a:pt x="214" y="257"/>
                  </a:cubicBezTo>
                  <a:cubicBezTo>
                    <a:pt x="215" y="257"/>
                    <a:pt x="216" y="257"/>
                    <a:pt x="217" y="257"/>
                  </a:cubicBezTo>
                  <a:cubicBezTo>
                    <a:pt x="219" y="257"/>
                    <a:pt x="220" y="258"/>
                    <a:pt x="222" y="259"/>
                  </a:cubicBezTo>
                  <a:cubicBezTo>
                    <a:pt x="224" y="259"/>
                    <a:pt x="225" y="260"/>
                    <a:pt x="227" y="260"/>
                  </a:cubicBezTo>
                  <a:cubicBezTo>
                    <a:pt x="228" y="260"/>
                    <a:pt x="229" y="260"/>
                    <a:pt x="231" y="259"/>
                  </a:cubicBezTo>
                  <a:cubicBezTo>
                    <a:pt x="232" y="259"/>
                    <a:pt x="233" y="258"/>
                    <a:pt x="235" y="258"/>
                  </a:cubicBezTo>
                  <a:cubicBezTo>
                    <a:pt x="235" y="258"/>
                    <a:pt x="235" y="258"/>
                    <a:pt x="235" y="258"/>
                  </a:cubicBezTo>
                  <a:cubicBezTo>
                    <a:pt x="236" y="258"/>
                    <a:pt x="238" y="259"/>
                    <a:pt x="239" y="259"/>
                  </a:cubicBezTo>
                  <a:cubicBezTo>
                    <a:pt x="240" y="259"/>
                    <a:pt x="240" y="259"/>
                    <a:pt x="240" y="259"/>
                  </a:cubicBezTo>
                  <a:cubicBezTo>
                    <a:pt x="240" y="259"/>
                    <a:pt x="241" y="259"/>
                    <a:pt x="242" y="259"/>
                  </a:cubicBezTo>
                  <a:cubicBezTo>
                    <a:pt x="243" y="260"/>
                    <a:pt x="244" y="260"/>
                    <a:pt x="245" y="260"/>
                  </a:cubicBezTo>
                  <a:cubicBezTo>
                    <a:pt x="249" y="260"/>
                    <a:pt x="251" y="258"/>
                    <a:pt x="253" y="253"/>
                  </a:cubicBezTo>
                  <a:cubicBezTo>
                    <a:pt x="255" y="246"/>
                    <a:pt x="258" y="237"/>
                    <a:pt x="250" y="231"/>
                  </a:cubicBezTo>
                  <a:cubicBezTo>
                    <a:pt x="250" y="231"/>
                    <a:pt x="250" y="230"/>
                    <a:pt x="249" y="230"/>
                  </a:cubicBezTo>
                  <a:cubicBezTo>
                    <a:pt x="247" y="228"/>
                    <a:pt x="244" y="227"/>
                    <a:pt x="244" y="223"/>
                  </a:cubicBezTo>
                  <a:cubicBezTo>
                    <a:pt x="243" y="220"/>
                    <a:pt x="244" y="214"/>
                    <a:pt x="245" y="210"/>
                  </a:cubicBezTo>
                  <a:cubicBezTo>
                    <a:pt x="246" y="207"/>
                    <a:pt x="249" y="203"/>
                    <a:pt x="251" y="200"/>
                  </a:cubicBezTo>
                  <a:cubicBezTo>
                    <a:pt x="252" y="199"/>
                    <a:pt x="253" y="198"/>
                    <a:pt x="255" y="198"/>
                  </a:cubicBezTo>
                  <a:cubicBezTo>
                    <a:pt x="256" y="196"/>
                    <a:pt x="258" y="195"/>
                    <a:pt x="259" y="193"/>
                  </a:cubicBezTo>
                  <a:cubicBezTo>
                    <a:pt x="260" y="189"/>
                    <a:pt x="258" y="184"/>
                    <a:pt x="257" y="180"/>
                  </a:cubicBezTo>
                  <a:cubicBezTo>
                    <a:pt x="255" y="177"/>
                    <a:pt x="254" y="173"/>
                    <a:pt x="254" y="169"/>
                  </a:cubicBezTo>
                  <a:cubicBezTo>
                    <a:pt x="254" y="168"/>
                    <a:pt x="255" y="167"/>
                    <a:pt x="255" y="166"/>
                  </a:cubicBezTo>
                  <a:cubicBezTo>
                    <a:pt x="255" y="162"/>
                    <a:pt x="256" y="159"/>
                    <a:pt x="255" y="156"/>
                  </a:cubicBezTo>
                  <a:cubicBezTo>
                    <a:pt x="255" y="154"/>
                    <a:pt x="254" y="153"/>
                    <a:pt x="253" y="151"/>
                  </a:cubicBezTo>
                  <a:cubicBezTo>
                    <a:pt x="252" y="148"/>
                    <a:pt x="251" y="146"/>
                    <a:pt x="252" y="143"/>
                  </a:cubicBezTo>
                  <a:cubicBezTo>
                    <a:pt x="252" y="142"/>
                    <a:pt x="253" y="141"/>
                    <a:pt x="254" y="140"/>
                  </a:cubicBezTo>
                  <a:cubicBezTo>
                    <a:pt x="255" y="140"/>
                    <a:pt x="255" y="139"/>
                    <a:pt x="256" y="139"/>
                  </a:cubicBezTo>
                  <a:cubicBezTo>
                    <a:pt x="257" y="138"/>
                    <a:pt x="257" y="138"/>
                    <a:pt x="257" y="138"/>
                  </a:cubicBezTo>
                  <a:cubicBezTo>
                    <a:pt x="260" y="134"/>
                    <a:pt x="264" y="129"/>
                    <a:pt x="266" y="125"/>
                  </a:cubicBezTo>
                  <a:cubicBezTo>
                    <a:pt x="266" y="124"/>
                    <a:pt x="266" y="123"/>
                    <a:pt x="266" y="122"/>
                  </a:cubicBezTo>
                  <a:cubicBezTo>
                    <a:pt x="267" y="119"/>
                    <a:pt x="267" y="117"/>
                    <a:pt x="269" y="115"/>
                  </a:cubicBezTo>
                  <a:cubicBezTo>
                    <a:pt x="272" y="112"/>
                    <a:pt x="275" y="111"/>
                    <a:pt x="280" y="110"/>
                  </a:cubicBezTo>
                  <a:cubicBezTo>
                    <a:pt x="287" y="110"/>
                    <a:pt x="290" y="107"/>
                    <a:pt x="294" y="103"/>
                  </a:cubicBezTo>
                  <a:cubicBezTo>
                    <a:pt x="295" y="101"/>
                    <a:pt x="297" y="99"/>
                    <a:pt x="299" y="98"/>
                  </a:cubicBezTo>
                  <a:cubicBezTo>
                    <a:pt x="300" y="96"/>
                    <a:pt x="300" y="96"/>
                    <a:pt x="300" y="96"/>
                  </a:cubicBezTo>
                  <a:cubicBezTo>
                    <a:pt x="305" y="92"/>
                    <a:pt x="311" y="88"/>
                    <a:pt x="308" y="81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558F0D4-BAB1-3548-0725-D7C5FD769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0"/>
              <a:ext cx="666" cy="740"/>
            </a:xfrm>
            <a:custGeom>
              <a:avLst/>
              <a:gdLst>
                <a:gd name="T0" fmla="*/ 271 w 273"/>
                <a:gd name="T1" fmla="*/ 209 h 303"/>
                <a:gd name="T2" fmla="*/ 269 w 273"/>
                <a:gd name="T3" fmla="*/ 183 h 303"/>
                <a:gd name="T4" fmla="*/ 266 w 273"/>
                <a:gd name="T5" fmla="*/ 174 h 303"/>
                <a:gd name="T6" fmla="*/ 259 w 273"/>
                <a:gd name="T7" fmla="*/ 173 h 303"/>
                <a:gd name="T8" fmla="*/ 243 w 273"/>
                <a:gd name="T9" fmla="*/ 159 h 303"/>
                <a:gd name="T10" fmla="*/ 231 w 273"/>
                <a:gd name="T11" fmla="*/ 131 h 303"/>
                <a:gd name="T12" fmla="*/ 227 w 273"/>
                <a:gd name="T13" fmla="*/ 96 h 303"/>
                <a:gd name="T14" fmla="*/ 230 w 273"/>
                <a:gd name="T15" fmla="*/ 80 h 303"/>
                <a:gd name="T16" fmla="*/ 243 w 273"/>
                <a:gd name="T17" fmla="*/ 61 h 303"/>
                <a:gd name="T18" fmla="*/ 238 w 273"/>
                <a:gd name="T19" fmla="*/ 45 h 303"/>
                <a:gd name="T20" fmla="*/ 223 w 273"/>
                <a:gd name="T21" fmla="*/ 32 h 303"/>
                <a:gd name="T22" fmla="*/ 217 w 273"/>
                <a:gd name="T23" fmla="*/ 33 h 303"/>
                <a:gd name="T24" fmla="*/ 221 w 273"/>
                <a:gd name="T25" fmla="*/ 22 h 303"/>
                <a:gd name="T26" fmla="*/ 204 w 273"/>
                <a:gd name="T27" fmla="*/ 0 h 303"/>
                <a:gd name="T28" fmla="*/ 191 w 273"/>
                <a:gd name="T29" fmla="*/ 4 h 303"/>
                <a:gd name="T30" fmla="*/ 191 w 273"/>
                <a:gd name="T31" fmla="*/ 15 h 303"/>
                <a:gd name="T32" fmla="*/ 177 w 273"/>
                <a:gd name="T33" fmla="*/ 27 h 303"/>
                <a:gd name="T34" fmla="*/ 173 w 273"/>
                <a:gd name="T35" fmla="*/ 32 h 303"/>
                <a:gd name="T36" fmla="*/ 164 w 273"/>
                <a:gd name="T37" fmla="*/ 31 h 303"/>
                <a:gd name="T38" fmla="*/ 154 w 273"/>
                <a:gd name="T39" fmla="*/ 39 h 303"/>
                <a:gd name="T40" fmla="*/ 146 w 273"/>
                <a:gd name="T41" fmla="*/ 46 h 303"/>
                <a:gd name="T42" fmla="*/ 142 w 273"/>
                <a:gd name="T43" fmla="*/ 46 h 303"/>
                <a:gd name="T44" fmla="*/ 134 w 273"/>
                <a:gd name="T45" fmla="*/ 50 h 303"/>
                <a:gd name="T46" fmla="*/ 131 w 273"/>
                <a:gd name="T47" fmla="*/ 49 h 303"/>
                <a:gd name="T48" fmla="*/ 120 w 273"/>
                <a:gd name="T49" fmla="*/ 52 h 303"/>
                <a:gd name="T50" fmla="*/ 111 w 273"/>
                <a:gd name="T51" fmla="*/ 49 h 303"/>
                <a:gd name="T52" fmla="*/ 92 w 273"/>
                <a:gd name="T53" fmla="*/ 68 h 303"/>
                <a:gd name="T54" fmla="*/ 85 w 273"/>
                <a:gd name="T55" fmla="*/ 77 h 303"/>
                <a:gd name="T56" fmla="*/ 68 w 273"/>
                <a:gd name="T57" fmla="*/ 61 h 303"/>
                <a:gd name="T58" fmla="*/ 60 w 273"/>
                <a:gd name="T59" fmla="*/ 63 h 303"/>
                <a:gd name="T60" fmla="*/ 54 w 273"/>
                <a:gd name="T61" fmla="*/ 61 h 303"/>
                <a:gd name="T62" fmla="*/ 45 w 273"/>
                <a:gd name="T63" fmla="*/ 60 h 303"/>
                <a:gd name="T64" fmla="*/ 37 w 273"/>
                <a:gd name="T65" fmla="*/ 63 h 303"/>
                <a:gd name="T66" fmla="*/ 22 w 273"/>
                <a:gd name="T67" fmla="*/ 52 h 303"/>
                <a:gd name="T68" fmla="*/ 14 w 273"/>
                <a:gd name="T69" fmla="*/ 53 h 303"/>
                <a:gd name="T70" fmla="*/ 5 w 273"/>
                <a:gd name="T71" fmla="*/ 48 h 303"/>
                <a:gd name="T72" fmla="*/ 12 w 273"/>
                <a:gd name="T73" fmla="*/ 68 h 303"/>
                <a:gd name="T74" fmla="*/ 24 w 273"/>
                <a:gd name="T75" fmla="*/ 79 h 303"/>
                <a:gd name="T76" fmla="*/ 25 w 273"/>
                <a:gd name="T77" fmla="*/ 96 h 303"/>
                <a:gd name="T78" fmla="*/ 31 w 273"/>
                <a:gd name="T79" fmla="*/ 111 h 303"/>
                <a:gd name="T80" fmla="*/ 34 w 273"/>
                <a:gd name="T81" fmla="*/ 129 h 303"/>
                <a:gd name="T82" fmla="*/ 45 w 273"/>
                <a:gd name="T83" fmla="*/ 132 h 303"/>
                <a:gd name="T84" fmla="*/ 62 w 273"/>
                <a:gd name="T85" fmla="*/ 133 h 303"/>
                <a:gd name="T86" fmla="*/ 63 w 273"/>
                <a:gd name="T87" fmla="*/ 139 h 303"/>
                <a:gd name="T88" fmla="*/ 68 w 273"/>
                <a:gd name="T89" fmla="*/ 141 h 303"/>
                <a:gd name="T90" fmla="*/ 87 w 273"/>
                <a:gd name="T91" fmla="*/ 148 h 303"/>
                <a:gd name="T92" fmla="*/ 96 w 273"/>
                <a:gd name="T93" fmla="*/ 163 h 303"/>
                <a:gd name="T94" fmla="*/ 105 w 273"/>
                <a:gd name="T95" fmla="*/ 218 h 303"/>
                <a:gd name="T96" fmla="*/ 113 w 273"/>
                <a:gd name="T97" fmla="*/ 258 h 303"/>
                <a:gd name="T98" fmla="*/ 111 w 273"/>
                <a:gd name="T99" fmla="*/ 275 h 303"/>
                <a:gd name="T100" fmla="*/ 121 w 273"/>
                <a:gd name="T101" fmla="*/ 287 h 303"/>
                <a:gd name="T102" fmla="*/ 132 w 273"/>
                <a:gd name="T103" fmla="*/ 293 h 303"/>
                <a:gd name="T104" fmla="*/ 146 w 273"/>
                <a:gd name="T105" fmla="*/ 303 h 303"/>
                <a:gd name="T106" fmla="*/ 148 w 273"/>
                <a:gd name="T107" fmla="*/ 295 h 303"/>
                <a:gd name="T108" fmla="*/ 152 w 273"/>
                <a:gd name="T109" fmla="*/ 273 h 303"/>
                <a:gd name="T110" fmla="*/ 175 w 273"/>
                <a:gd name="T111" fmla="*/ 261 h 303"/>
                <a:gd name="T112" fmla="*/ 196 w 273"/>
                <a:gd name="T113" fmla="*/ 275 h 303"/>
                <a:gd name="T114" fmla="*/ 202 w 273"/>
                <a:gd name="T115" fmla="*/ 256 h 303"/>
                <a:gd name="T116" fmla="*/ 211 w 273"/>
                <a:gd name="T117" fmla="*/ 240 h 303"/>
                <a:gd name="T118" fmla="*/ 232 w 273"/>
                <a:gd name="T119" fmla="*/ 228 h 303"/>
                <a:gd name="T120" fmla="*/ 271 w 273"/>
                <a:gd name="T121" fmla="*/ 226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73" h="303">
                  <a:moveTo>
                    <a:pt x="273" y="223"/>
                  </a:moveTo>
                  <a:cubicBezTo>
                    <a:pt x="273" y="222"/>
                    <a:pt x="272" y="221"/>
                    <a:pt x="272" y="219"/>
                  </a:cubicBezTo>
                  <a:cubicBezTo>
                    <a:pt x="272" y="216"/>
                    <a:pt x="271" y="213"/>
                    <a:pt x="271" y="209"/>
                  </a:cubicBezTo>
                  <a:cubicBezTo>
                    <a:pt x="270" y="207"/>
                    <a:pt x="270" y="204"/>
                    <a:pt x="270" y="201"/>
                  </a:cubicBezTo>
                  <a:cubicBezTo>
                    <a:pt x="270" y="197"/>
                    <a:pt x="270" y="194"/>
                    <a:pt x="270" y="189"/>
                  </a:cubicBezTo>
                  <a:cubicBezTo>
                    <a:pt x="269" y="188"/>
                    <a:pt x="269" y="186"/>
                    <a:pt x="269" y="183"/>
                  </a:cubicBezTo>
                  <a:cubicBezTo>
                    <a:pt x="268" y="181"/>
                    <a:pt x="267" y="178"/>
                    <a:pt x="267" y="175"/>
                  </a:cubicBezTo>
                  <a:cubicBezTo>
                    <a:pt x="267" y="174"/>
                    <a:pt x="267" y="174"/>
                    <a:pt x="267" y="174"/>
                  </a:cubicBezTo>
                  <a:cubicBezTo>
                    <a:pt x="266" y="174"/>
                    <a:pt x="266" y="174"/>
                    <a:pt x="266" y="174"/>
                  </a:cubicBezTo>
                  <a:cubicBezTo>
                    <a:pt x="265" y="173"/>
                    <a:pt x="264" y="173"/>
                    <a:pt x="263" y="173"/>
                  </a:cubicBezTo>
                  <a:cubicBezTo>
                    <a:pt x="262" y="173"/>
                    <a:pt x="262" y="173"/>
                    <a:pt x="261" y="173"/>
                  </a:cubicBezTo>
                  <a:cubicBezTo>
                    <a:pt x="259" y="173"/>
                    <a:pt x="259" y="173"/>
                    <a:pt x="259" y="173"/>
                  </a:cubicBezTo>
                  <a:cubicBezTo>
                    <a:pt x="258" y="173"/>
                    <a:pt x="257" y="173"/>
                    <a:pt x="255" y="172"/>
                  </a:cubicBezTo>
                  <a:cubicBezTo>
                    <a:pt x="252" y="169"/>
                    <a:pt x="250" y="167"/>
                    <a:pt x="248" y="164"/>
                  </a:cubicBezTo>
                  <a:cubicBezTo>
                    <a:pt x="246" y="162"/>
                    <a:pt x="244" y="161"/>
                    <a:pt x="243" y="159"/>
                  </a:cubicBezTo>
                  <a:cubicBezTo>
                    <a:pt x="239" y="156"/>
                    <a:pt x="235" y="151"/>
                    <a:pt x="235" y="145"/>
                  </a:cubicBezTo>
                  <a:cubicBezTo>
                    <a:pt x="235" y="140"/>
                    <a:pt x="235" y="136"/>
                    <a:pt x="232" y="132"/>
                  </a:cubicBezTo>
                  <a:cubicBezTo>
                    <a:pt x="231" y="131"/>
                    <a:pt x="231" y="131"/>
                    <a:pt x="231" y="131"/>
                  </a:cubicBezTo>
                  <a:cubicBezTo>
                    <a:pt x="229" y="128"/>
                    <a:pt x="227" y="127"/>
                    <a:pt x="226" y="123"/>
                  </a:cubicBezTo>
                  <a:cubicBezTo>
                    <a:pt x="225" y="117"/>
                    <a:pt x="222" y="107"/>
                    <a:pt x="224" y="101"/>
                  </a:cubicBezTo>
                  <a:cubicBezTo>
                    <a:pt x="225" y="99"/>
                    <a:pt x="226" y="98"/>
                    <a:pt x="227" y="96"/>
                  </a:cubicBezTo>
                  <a:cubicBezTo>
                    <a:pt x="228" y="95"/>
                    <a:pt x="229" y="93"/>
                    <a:pt x="230" y="91"/>
                  </a:cubicBezTo>
                  <a:cubicBezTo>
                    <a:pt x="230" y="89"/>
                    <a:pt x="230" y="87"/>
                    <a:pt x="230" y="85"/>
                  </a:cubicBezTo>
                  <a:cubicBezTo>
                    <a:pt x="230" y="83"/>
                    <a:pt x="230" y="81"/>
                    <a:pt x="230" y="80"/>
                  </a:cubicBezTo>
                  <a:cubicBezTo>
                    <a:pt x="231" y="78"/>
                    <a:pt x="233" y="77"/>
                    <a:pt x="234" y="75"/>
                  </a:cubicBezTo>
                  <a:cubicBezTo>
                    <a:pt x="236" y="74"/>
                    <a:pt x="237" y="73"/>
                    <a:pt x="238" y="72"/>
                  </a:cubicBezTo>
                  <a:cubicBezTo>
                    <a:pt x="240" y="69"/>
                    <a:pt x="242" y="65"/>
                    <a:pt x="243" y="61"/>
                  </a:cubicBezTo>
                  <a:cubicBezTo>
                    <a:pt x="243" y="58"/>
                    <a:pt x="241" y="55"/>
                    <a:pt x="239" y="53"/>
                  </a:cubicBezTo>
                  <a:cubicBezTo>
                    <a:pt x="239" y="52"/>
                    <a:pt x="238" y="51"/>
                    <a:pt x="238" y="51"/>
                  </a:cubicBezTo>
                  <a:cubicBezTo>
                    <a:pt x="237" y="49"/>
                    <a:pt x="237" y="47"/>
                    <a:pt x="238" y="45"/>
                  </a:cubicBezTo>
                  <a:cubicBezTo>
                    <a:pt x="238" y="42"/>
                    <a:pt x="238" y="37"/>
                    <a:pt x="232" y="35"/>
                  </a:cubicBezTo>
                  <a:cubicBezTo>
                    <a:pt x="232" y="35"/>
                    <a:pt x="231" y="34"/>
                    <a:pt x="230" y="34"/>
                  </a:cubicBezTo>
                  <a:cubicBezTo>
                    <a:pt x="228" y="33"/>
                    <a:pt x="225" y="32"/>
                    <a:pt x="223" y="32"/>
                  </a:cubicBezTo>
                  <a:cubicBezTo>
                    <a:pt x="222" y="32"/>
                    <a:pt x="221" y="33"/>
                    <a:pt x="220" y="33"/>
                  </a:cubicBezTo>
                  <a:cubicBezTo>
                    <a:pt x="220" y="33"/>
                    <a:pt x="219" y="33"/>
                    <a:pt x="218" y="33"/>
                  </a:cubicBezTo>
                  <a:cubicBezTo>
                    <a:pt x="218" y="33"/>
                    <a:pt x="218" y="33"/>
                    <a:pt x="217" y="33"/>
                  </a:cubicBezTo>
                  <a:cubicBezTo>
                    <a:pt x="218" y="32"/>
                    <a:pt x="218" y="31"/>
                    <a:pt x="218" y="31"/>
                  </a:cubicBezTo>
                  <a:cubicBezTo>
                    <a:pt x="219" y="29"/>
                    <a:pt x="220" y="27"/>
                    <a:pt x="221" y="24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3" y="16"/>
                    <a:pt x="225" y="9"/>
                    <a:pt x="220" y="3"/>
                  </a:cubicBezTo>
                  <a:cubicBezTo>
                    <a:pt x="217" y="1"/>
                    <a:pt x="214" y="0"/>
                    <a:pt x="211" y="0"/>
                  </a:cubicBezTo>
                  <a:cubicBezTo>
                    <a:pt x="209" y="0"/>
                    <a:pt x="206" y="0"/>
                    <a:pt x="204" y="0"/>
                  </a:cubicBezTo>
                  <a:cubicBezTo>
                    <a:pt x="203" y="1"/>
                    <a:pt x="203" y="1"/>
                    <a:pt x="203" y="1"/>
                  </a:cubicBezTo>
                  <a:cubicBezTo>
                    <a:pt x="202" y="1"/>
                    <a:pt x="201" y="1"/>
                    <a:pt x="200" y="1"/>
                  </a:cubicBezTo>
                  <a:cubicBezTo>
                    <a:pt x="197" y="1"/>
                    <a:pt x="193" y="1"/>
                    <a:pt x="191" y="4"/>
                  </a:cubicBezTo>
                  <a:cubicBezTo>
                    <a:pt x="190" y="5"/>
                    <a:pt x="189" y="6"/>
                    <a:pt x="190" y="8"/>
                  </a:cubicBezTo>
                  <a:cubicBezTo>
                    <a:pt x="190" y="10"/>
                    <a:pt x="190" y="11"/>
                    <a:pt x="191" y="12"/>
                  </a:cubicBezTo>
                  <a:cubicBezTo>
                    <a:pt x="192" y="13"/>
                    <a:pt x="192" y="14"/>
                    <a:pt x="191" y="15"/>
                  </a:cubicBezTo>
                  <a:cubicBezTo>
                    <a:pt x="189" y="18"/>
                    <a:pt x="185" y="22"/>
                    <a:pt x="183" y="23"/>
                  </a:cubicBezTo>
                  <a:cubicBezTo>
                    <a:pt x="182" y="23"/>
                    <a:pt x="182" y="24"/>
                    <a:pt x="181" y="24"/>
                  </a:cubicBezTo>
                  <a:cubicBezTo>
                    <a:pt x="180" y="24"/>
                    <a:pt x="178" y="24"/>
                    <a:pt x="177" y="27"/>
                  </a:cubicBezTo>
                  <a:cubicBezTo>
                    <a:pt x="176" y="28"/>
                    <a:pt x="176" y="29"/>
                    <a:pt x="176" y="30"/>
                  </a:cubicBezTo>
                  <a:cubicBezTo>
                    <a:pt x="176" y="31"/>
                    <a:pt x="176" y="31"/>
                    <a:pt x="175" y="32"/>
                  </a:cubicBezTo>
                  <a:cubicBezTo>
                    <a:pt x="175" y="32"/>
                    <a:pt x="174" y="32"/>
                    <a:pt x="173" y="32"/>
                  </a:cubicBezTo>
                  <a:cubicBezTo>
                    <a:pt x="172" y="32"/>
                    <a:pt x="171" y="32"/>
                    <a:pt x="170" y="32"/>
                  </a:cubicBezTo>
                  <a:cubicBezTo>
                    <a:pt x="169" y="31"/>
                    <a:pt x="167" y="31"/>
                    <a:pt x="165" y="31"/>
                  </a:cubicBezTo>
                  <a:cubicBezTo>
                    <a:pt x="165" y="31"/>
                    <a:pt x="165" y="31"/>
                    <a:pt x="164" y="31"/>
                  </a:cubicBezTo>
                  <a:cubicBezTo>
                    <a:pt x="161" y="31"/>
                    <a:pt x="160" y="33"/>
                    <a:pt x="158" y="35"/>
                  </a:cubicBezTo>
                  <a:cubicBezTo>
                    <a:pt x="157" y="37"/>
                    <a:pt x="156" y="38"/>
                    <a:pt x="155" y="38"/>
                  </a:cubicBezTo>
                  <a:cubicBezTo>
                    <a:pt x="155" y="38"/>
                    <a:pt x="154" y="38"/>
                    <a:pt x="154" y="39"/>
                  </a:cubicBezTo>
                  <a:cubicBezTo>
                    <a:pt x="152" y="39"/>
                    <a:pt x="151" y="40"/>
                    <a:pt x="150" y="42"/>
                  </a:cubicBezTo>
                  <a:cubicBezTo>
                    <a:pt x="149" y="42"/>
                    <a:pt x="149" y="43"/>
                    <a:pt x="149" y="43"/>
                  </a:cubicBezTo>
                  <a:cubicBezTo>
                    <a:pt x="148" y="45"/>
                    <a:pt x="148" y="46"/>
                    <a:pt x="146" y="46"/>
                  </a:cubicBezTo>
                  <a:cubicBezTo>
                    <a:pt x="146" y="46"/>
                    <a:pt x="145" y="46"/>
                    <a:pt x="145" y="46"/>
                  </a:cubicBezTo>
                  <a:cubicBezTo>
                    <a:pt x="145" y="46"/>
                    <a:pt x="144" y="46"/>
                    <a:pt x="144" y="46"/>
                  </a:cubicBezTo>
                  <a:cubicBezTo>
                    <a:pt x="143" y="46"/>
                    <a:pt x="142" y="46"/>
                    <a:pt x="142" y="46"/>
                  </a:cubicBezTo>
                  <a:cubicBezTo>
                    <a:pt x="141" y="46"/>
                    <a:pt x="140" y="46"/>
                    <a:pt x="139" y="46"/>
                  </a:cubicBezTo>
                  <a:cubicBezTo>
                    <a:pt x="138" y="47"/>
                    <a:pt x="137" y="48"/>
                    <a:pt x="136" y="49"/>
                  </a:cubicBezTo>
                  <a:cubicBezTo>
                    <a:pt x="135" y="49"/>
                    <a:pt x="135" y="49"/>
                    <a:pt x="134" y="50"/>
                  </a:cubicBezTo>
                  <a:cubicBezTo>
                    <a:pt x="134" y="50"/>
                    <a:pt x="134" y="50"/>
                    <a:pt x="134" y="50"/>
                  </a:cubicBezTo>
                  <a:cubicBezTo>
                    <a:pt x="133" y="50"/>
                    <a:pt x="133" y="50"/>
                    <a:pt x="132" y="50"/>
                  </a:cubicBezTo>
                  <a:cubicBezTo>
                    <a:pt x="132" y="49"/>
                    <a:pt x="131" y="49"/>
                    <a:pt x="131" y="49"/>
                  </a:cubicBezTo>
                  <a:cubicBezTo>
                    <a:pt x="130" y="49"/>
                    <a:pt x="129" y="48"/>
                    <a:pt x="128" y="48"/>
                  </a:cubicBezTo>
                  <a:cubicBezTo>
                    <a:pt x="126" y="48"/>
                    <a:pt x="124" y="50"/>
                    <a:pt x="123" y="51"/>
                  </a:cubicBezTo>
                  <a:cubicBezTo>
                    <a:pt x="121" y="52"/>
                    <a:pt x="121" y="52"/>
                    <a:pt x="120" y="52"/>
                  </a:cubicBezTo>
                  <a:cubicBezTo>
                    <a:pt x="120" y="52"/>
                    <a:pt x="119" y="52"/>
                    <a:pt x="118" y="51"/>
                  </a:cubicBezTo>
                  <a:cubicBezTo>
                    <a:pt x="116" y="51"/>
                    <a:pt x="115" y="50"/>
                    <a:pt x="113" y="50"/>
                  </a:cubicBezTo>
                  <a:cubicBezTo>
                    <a:pt x="112" y="49"/>
                    <a:pt x="112" y="49"/>
                    <a:pt x="111" y="49"/>
                  </a:cubicBezTo>
                  <a:cubicBezTo>
                    <a:pt x="107" y="49"/>
                    <a:pt x="105" y="52"/>
                    <a:pt x="103" y="53"/>
                  </a:cubicBezTo>
                  <a:cubicBezTo>
                    <a:pt x="102" y="55"/>
                    <a:pt x="101" y="56"/>
                    <a:pt x="100" y="56"/>
                  </a:cubicBezTo>
                  <a:cubicBezTo>
                    <a:pt x="96" y="58"/>
                    <a:pt x="91" y="61"/>
                    <a:pt x="92" y="68"/>
                  </a:cubicBezTo>
                  <a:cubicBezTo>
                    <a:pt x="92" y="70"/>
                    <a:pt x="91" y="73"/>
                    <a:pt x="89" y="75"/>
                  </a:cubicBezTo>
                  <a:cubicBezTo>
                    <a:pt x="88" y="76"/>
                    <a:pt x="87" y="77"/>
                    <a:pt x="86" y="77"/>
                  </a:cubicBezTo>
                  <a:cubicBezTo>
                    <a:pt x="86" y="77"/>
                    <a:pt x="85" y="77"/>
                    <a:pt x="85" y="77"/>
                  </a:cubicBezTo>
                  <a:cubicBezTo>
                    <a:pt x="83" y="76"/>
                    <a:pt x="81" y="73"/>
                    <a:pt x="80" y="71"/>
                  </a:cubicBezTo>
                  <a:cubicBezTo>
                    <a:pt x="78" y="69"/>
                    <a:pt x="77" y="67"/>
                    <a:pt x="76" y="66"/>
                  </a:cubicBezTo>
                  <a:cubicBezTo>
                    <a:pt x="74" y="64"/>
                    <a:pt x="71" y="62"/>
                    <a:pt x="68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5" y="61"/>
                    <a:pt x="64" y="62"/>
                    <a:pt x="62" y="63"/>
                  </a:cubicBezTo>
                  <a:cubicBezTo>
                    <a:pt x="61" y="63"/>
                    <a:pt x="61" y="63"/>
                    <a:pt x="60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59" y="63"/>
                    <a:pt x="59" y="63"/>
                    <a:pt x="58" y="62"/>
                  </a:cubicBezTo>
                  <a:cubicBezTo>
                    <a:pt x="57" y="62"/>
                    <a:pt x="56" y="61"/>
                    <a:pt x="54" y="61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1" y="60"/>
                    <a:pt x="49" y="60"/>
                    <a:pt x="48" y="60"/>
                  </a:cubicBezTo>
                  <a:cubicBezTo>
                    <a:pt x="47" y="60"/>
                    <a:pt x="46" y="60"/>
                    <a:pt x="45" y="60"/>
                  </a:cubicBezTo>
                  <a:cubicBezTo>
                    <a:pt x="44" y="60"/>
                    <a:pt x="42" y="61"/>
                    <a:pt x="41" y="61"/>
                  </a:cubicBezTo>
                  <a:cubicBezTo>
                    <a:pt x="40" y="62"/>
                    <a:pt x="39" y="63"/>
                    <a:pt x="38" y="63"/>
                  </a:cubicBezTo>
                  <a:cubicBezTo>
                    <a:pt x="38" y="63"/>
                    <a:pt x="38" y="63"/>
                    <a:pt x="37" y="63"/>
                  </a:cubicBezTo>
                  <a:cubicBezTo>
                    <a:pt x="36" y="62"/>
                    <a:pt x="36" y="61"/>
                    <a:pt x="35" y="59"/>
                  </a:cubicBezTo>
                  <a:cubicBezTo>
                    <a:pt x="35" y="58"/>
                    <a:pt x="34" y="58"/>
                    <a:pt x="34" y="57"/>
                  </a:cubicBezTo>
                  <a:cubicBezTo>
                    <a:pt x="31" y="54"/>
                    <a:pt x="27" y="52"/>
                    <a:pt x="22" y="52"/>
                  </a:cubicBezTo>
                  <a:cubicBezTo>
                    <a:pt x="21" y="52"/>
                    <a:pt x="19" y="52"/>
                    <a:pt x="18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3"/>
                    <a:pt x="15" y="53"/>
                    <a:pt x="14" y="53"/>
                  </a:cubicBezTo>
                  <a:cubicBezTo>
                    <a:pt x="13" y="53"/>
                    <a:pt x="13" y="52"/>
                    <a:pt x="12" y="52"/>
                  </a:cubicBezTo>
                  <a:cubicBezTo>
                    <a:pt x="11" y="52"/>
                    <a:pt x="11" y="51"/>
                    <a:pt x="10" y="51"/>
                  </a:cubicBezTo>
                  <a:cubicBezTo>
                    <a:pt x="9" y="50"/>
                    <a:pt x="7" y="48"/>
                    <a:pt x="5" y="48"/>
                  </a:cubicBezTo>
                  <a:cubicBezTo>
                    <a:pt x="4" y="48"/>
                    <a:pt x="4" y="48"/>
                    <a:pt x="3" y="49"/>
                  </a:cubicBezTo>
                  <a:cubicBezTo>
                    <a:pt x="1" y="50"/>
                    <a:pt x="0" y="52"/>
                    <a:pt x="2" y="56"/>
                  </a:cubicBezTo>
                  <a:cubicBezTo>
                    <a:pt x="4" y="60"/>
                    <a:pt x="8" y="64"/>
                    <a:pt x="12" y="68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4" y="70"/>
                    <a:pt x="16" y="71"/>
                    <a:pt x="17" y="72"/>
                  </a:cubicBezTo>
                  <a:cubicBezTo>
                    <a:pt x="20" y="74"/>
                    <a:pt x="23" y="77"/>
                    <a:pt x="24" y="79"/>
                  </a:cubicBezTo>
                  <a:cubicBezTo>
                    <a:pt x="25" y="81"/>
                    <a:pt x="25" y="83"/>
                    <a:pt x="25" y="85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9"/>
                    <a:pt x="25" y="93"/>
                    <a:pt x="25" y="96"/>
                  </a:cubicBezTo>
                  <a:cubicBezTo>
                    <a:pt x="25" y="98"/>
                    <a:pt x="25" y="98"/>
                    <a:pt x="25" y="98"/>
                  </a:cubicBezTo>
                  <a:cubicBezTo>
                    <a:pt x="25" y="103"/>
                    <a:pt x="27" y="106"/>
                    <a:pt x="30" y="109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3" y="113"/>
                    <a:pt x="35" y="116"/>
                    <a:pt x="35" y="119"/>
                  </a:cubicBezTo>
                  <a:cubicBezTo>
                    <a:pt x="35" y="119"/>
                    <a:pt x="35" y="120"/>
                    <a:pt x="34" y="121"/>
                  </a:cubicBezTo>
                  <a:cubicBezTo>
                    <a:pt x="34" y="124"/>
                    <a:pt x="33" y="126"/>
                    <a:pt x="34" y="129"/>
                  </a:cubicBezTo>
                  <a:cubicBezTo>
                    <a:pt x="34" y="130"/>
                    <a:pt x="36" y="131"/>
                    <a:pt x="37" y="131"/>
                  </a:cubicBezTo>
                  <a:cubicBezTo>
                    <a:pt x="38" y="132"/>
                    <a:pt x="40" y="132"/>
                    <a:pt x="41" y="132"/>
                  </a:cubicBezTo>
                  <a:cubicBezTo>
                    <a:pt x="42" y="132"/>
                    <a:pt x="44" y="132"/>
                    <a:pt x="45" y="132"/>
                  </a:cubicBezTo>
                  <a:cubicBezTo>
                    <a:pt x="45" y="132"/>
                    <a:pt x="46" y="132"/>
                    <a:pt x="47" y="132"/>
                  </a:cubicBezTo>
                  <a:cubicBezTo>
                    <a:pt x="47" y="132"/>
                    <a:pt x="62" y="132"/>
                    <a:pt x="62" y="132"/>
                  </a:cubicBezTo>
                  <a:cubicBezTo>
                    <a:pt x="62" y="133"/>
                    <a:pt x="62" y="133"/>
                    <a:pt x="62" y="133"/>
                  </a:cubicBezTo>
                  <a:cubicBezTo>
                    <a:pt x="62" y="134"/>
                    <a:pt x="62" y="135"/>
                    <a:pt x="62" y="136"/>
                  </a:cubicBezTo>
                  <a:cubicBezTo>
                    <a:pt x="62" y="136"/>
                    <a:pt x="62" y="137"/>
                    <a:pt x="62" y="138"/>
                  </a:cubicBezTo>
                  <a:cubicBezTo>
                    <a:pt x="63" y="138"/>
                    <a:pt x="63" y="139"/>
                    <a:pt x="63" y="139"/>
                  </a:cubicBezTo>
                  <a:cubicBezTo>
                    <a:pt x="63" y="141"/>
                    <a:pt x="63" y="141"/>
                    <a:pt x="63" y="141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6" y="141"/>
                    <a:pt x="67" y="141"/>
                    <a:pt x="68" y="141"/>
                  </a:cubicBezTo>
                  <a:cubicBezTo>
                    <a:pt x="70" y="141"/>
                    <a:pt x="72" y="141"/>
                    <a:pt x="73" y="142"/>
                  </a:cubicBezTo>
                  <a:cubicBezTo>
                    <a:pt x="75" y="142"/>
                    <a:pt x="77" y="143"/>
                    <a:pt x="79" y="145"/>
                  </a:cubicBezTo>
                  <a:cubicBezTo>
                    <a:pt x="81" y="146"/>
                    <a:pt x="84" y="147"/>
                    <a:pt x="87" y="148"/>
                  </a:cubicBezTo>
                  <a:cubicBezTo>
                    <a:pt x="88" y="148"/>
                    <a:pt x="89" y="149"/>
                    <a:pt x="91" y="149"/>
                  </a:cubicBezTo>
                  <a:cubicBezTo>
                    <a:pt x="96" y="150"/>
                    <a:pt x="99" y="150"/>
                    <a:pt x="98" y="158"/>
                  </a:cubicBezTo>
                  <a:cubicBezTo>
                    <a:pt x="97" y="160"/>
                    <a:pt x="97" y="162"/>
                    <a:pt x="96" y="163"/>
                  </a:cubicBezTo>
                  <a:cubicBezTo>
                    <a:pt x="95" y="166"/>
                    <a:pt x="95" y="168"/>
                    <a:pt x="97" y="173"/>
                  </a:cubicBezTo>
                  <a:cubicBezTo>
                    <a:pt x="102" y="183"/>
                    <a:pt x="107" y="195"/>
                    <a:pt x="106" y="207"/>
                  </a:cubicBezTo>
                  <a:cubicBezTo>
                    <a:pt x="106" y="211"/>
                    <a:pt x="105" y="215"/>
                    <a:pt x="105" y="218"/>
                  </a:cubicBezTo>
                  <a:cubicBezTo>
                    <a:pt x="103" y="227"/>
                    <a:pt x="101" y="236"/>
                    <a:pt x="105" y="244"/>
                  </a:cubicBezTo>
                  <a:cubicBezTo>
                    <a:pt x="106" y="246"/>
                    <a:pt x="107" y="248"/>
                    <a:pt x="109" y="250"/>
                  </a:cubicBezTo>
                  <a:cubicBezTo>
                    <a:pt x="111" y="252"/>
                    <a:pt x="112" y="255"/>
                    <a:pt x="113" y="258"/>
                  </a:cubicBezTo>
                  <a:cubicBezTo>
                    <a:pt x="114" y="260"/>
                    <a:pt x="114" y="264"/>
                    <a:pt x="114" y="266"/>
                  </a:cubicBezTo>
                  <a:cubicBezTo>
                    <a:pt x="113" y="267"/>
                    <a:pt x="113" y="268"/>
                    <a:pt x="112" y="269"/>
                  </a:cubicBezTo>
                  <a:cubicBezTo>
                    <a:pt x="111" y="271"/>
                    <a:pt x="110" y="273"/>
                    <a:pt x="111" y="275"/>
                  </a:cubicBezTo>
                  <a:cubicBezTo>
                    <a:pt x="111" y="278"/>
                    <a:pt x="114" y="279"/>
                    <a:pt x="116" y="281"/>
                  </a:cubicBezTo>
                  <a:cubicBezTo>
                    <a:pt x="117" y="281"/>
                    <a:pt x="117" y="282"/>
                    <a:pt x="118" y="282"/>
                  </a:cubicBezTo>
                  <a:cubicBezTo>
                    <a:pt x="119" y="284"/>
                    <a:pt x="120" y="285"/>
                    <a:pt x="121" y="287"/>
                  </a:cubicBezTo>
                  <a:cubicBezTo>
                    <a:pt x="123" y="289"/>
                    <a:pt x="124" y="291"/>
                    <a:pt x="126" y="292"/>
                  </a:cubicBezTo>
                  <a:cubicBezTo>
                    <a:pt x="127" y="292"/>
                    <a:pt x="128" y="292"/>
                    <a:pt x="128" y="292"/>
                  </a:cubicBezTo>
                  <a:cubicBezTo>
                    <a:pt x="130" y="292"/>
                    <a:pt x="131" y="292"/>
                    <a:pt x="132" y="293"/>
                  </a:cubicBezTo>
                  <a:cubicBezTo>
                    <a:pt x="133" y="294"/>
                    <a:pt x="133" y="295"/>
                    <a:pt x="134" y="296"/>
                  </a:cubicBezTo>
                  <a:cubicBezTo>
                    <a:pt x="134" y="297"/>
                    <a:pt x="135" y="298"/>
                    <a:pt x="135" y="299"/>
                  </a:cubicBezTo>
                  <a:cubicBezTo>
                    <a:pt x="137" y="301"/>
                    <a:pt x="142" y="303"/>
                    <a:pt x="146" y="303"/>
                  </a:cubicBezTo>
                  <a:cubicBezTo>
                    <a:pt x="148" y="303"/>
                    <a:pt x="148" y="303"/>
                    <a:pt x="148" y="303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299"/>
                    <a:pt x="148" y="297"/>
                    <a:pt x="148" y="295"/>
                  </a:cubicBezTo>
                  <a:cubicBezTo>
                    <a:pt x="148" y="293"/>
                    <a:pt x="148" y="290"/>
                    <a:pt x="148" y="288"/>
                  </a:cubicBezTo>
                  <a:cubicBezTo>
                    <a:pt x="149" y="287"/>
                    <a:pt x="149" y="287"/>
                    <a:pt x="149" y="287"/>
                  </a:cubicBezTo>
                  <a:cubicBezTo>
                    <a:pt x="149" y="282"/>
                    <a:pt x="150" y="277"/>
                    <a:pt x="152" y="273"/>
                  </a:cubicBezTo>
                  <a:cubicBezTo>
                    <a:pt x="154" y="268"/>
                    <a:pt x="159" y="263"/>
                    <a:pt x="165" y="261"/>
                  </a:cubicBezTo>
                  <a:cubicBezTo>
                    <a:pt x="167" y="260"/>
                    <a:pt x="169" y="260"/>
                    <a:pt x="171" y="260"/>
                  </a:cubicBezTo>
                  <a:cubicBezTo>
                    <a:pt x="173" y="260"/>
                    <a:pt x="174" y="260"/>
                    <a:pt x="175" y="261"/>
                  </a:cubicBezTo>
                  <a:cubicBezTo>
                    <a:pt x="178" y="262"/>
                    <a:pt x="181" y="265"/>
                    <a:pt x="183" y="268"/>
                  </a:cubicBezTo>
                  <a:cubicBezTo>
                    <a:pt x="186" y="272"/>
                    <a:pt x="189" y="276"/>
                    <a:pt x="193" y="276"/>
                  </a:cubicBezTo>
                  <a:cubicBezTo>
                    <a:pt x="194" y="276"/>
                    <a:pt x="195" y="276"/>
                    <a:pt x="196" y="275"/>
                  </a:cubicBezTo>
                  <a:cubicBezTo>
                    <a:pt x="198" y="275"/>
                    <a:pt x="207" y="271"/>
                    <a:pt x="207" y="267"/>
                  </a:cubicBezTo>
                  <a:cubicBezTo>
                    <a:pt x="207" y="265"/>
                    <a:pt x="206" y="264"/>
                    <a:pt x="205" y="263"/>
                  </a:cubicBezTo>
                  <a:cubicBezTo>
                    <a:pt x="203" y="261"/>
                    <a:pt x="201" y="259"/>
                    <a:pt x="202" y="256"/>
                  </a:cubicBezTo>
                  <a:cubicBezTo>
                    <a:pt x="203" y="253"/>
                    <a:pt x="206" y="250"/>
                    <a:pt x="208" y="246"/>
                  </a:cubicBezTo>
                  <a:cubicBezTo>
                    <a:pt x="209" y="245"/>
                    <a:pt x="210" y="243"/>
                    <a:pt x="211" y="242"/>
                  </a:cubicBezTo>
                  <a:cubicBezTo>
                    <a:pt x="211" y="240"/>
                    <a:pt x="211" y="240"/>
                    <a:pt x="211" y="240"/>
                  </a:cubicBezTo>
                  <a:cubicBezTo>
                    <a:pt x="214" y="236"/>
                    <a:pt x="216" y="232"/>
                    <a:pt x="220" y="230"/>
                  </a:cubicBezTo>
                  <a:cubicBezTo>
                    <a:pt x="223" y="229"/>
                    <a:pt x="227" y="228"/>
                    <a:pt x="231" y="228"/>
                  </a:cubicBezTo>
                  <a:cubicBezTo>
                    <a:pt x="232" y="228"/>
                    <a:pt x="232" y="228"/>
                    <a:pt x="232" y="228"/>
                  </a:cubicBezTo>
                  <a:cubicBezTo>
                    <a:pt x="237" y="227"/>
                    <a:pt x="242" y="227"/>
                    <a:pt x="246" y="227"/>
                  </a:cubicBezTo>
                  <a:cubicBezTo>
                    <a:pt x="251" y="227"/>
                    <a:pt x="255" y="227"/>
                    <a:pt x="260" y="226"/>
                  </a:cubicBezTo>
                  <a:cubicBezTo>
                    <a:pt x="263" y="226"/>
                    <a:pt x="267" y="226"/>
                    <a:pt x="271" y="226"/>
                  </a:cubicBezTo>
                  <a:cubicBezTo>
                    <a:pt x="273" y="226"/>
                    <a:pt x="273" y="226"/>
                    <a:pt x="273" y="226"/>
                  </a:cubicBezTo>
                  <a:lnTo>
                    <a:pt x="273" y="223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CDA2BD5-BFDD-AD22-A15F-8BF6FD11E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98"/>
              <a:ext cx="561" cy="612"/>
            </a:xfrm>
            <a:custGeom>
              <a:avLst/>
              <a:gdLst>
                <a:gd name="T0" fmla="*/ 210 w 230"/>
                <a:gd name="T1" fmla="*/ 116 h 251"/>
                <a:gd name="T2" fmla="*/ 198 w 230"/>
                <a:gd name="T3" fmla="*/ 110 h 251"/>
                <a:gd name="T4" fmla="*/ 194 w 230"/>
                <a:gd name="T5" fmla="*/ 104 h 251"/>
                <a:gd name="T6" fmla="*/ 188 w 230"/>
                <a:gd name="T7" fmla="*/ 89 h 251"/>
                <a:gd name="T8" fmla="*/ 182 w 230"/>
                <a:gd name="T9" fmla="*/ 76 h 251"/>
                <a:gd name="T10" fmla="*/ 178 w 230"/>
                <a:gd name="T11" fmla="*/ 64 h 251"/>
                <a:gd name="T12" fmla="*/ 174 w 230"/>
                <a:gd name="T13" fmla="*/ 52 h 251"/>
                <a:gd name="T14" fmla="*/ 173 w 230"/>
                <a:gd name="T15" fmla="*/ 34 h 251"/>
                <a:gd name="T16" fmla="*/ 166 w 230"/>
                <a:gd name="T17" fmla="*/ 23 h 251"/>
                <a:gd name="T18" fmla="*/ 168 w 230"/>
                <a:gd name="T19" fmla="*/ 17 h 251"/>
                <a:gd name="T20" fmla="*/ 162 w 230"/>
                <a:gd name="T21" fmla="*/ 8 h 251"/>
                <a:gd name="T22" fmla="*/ 157 w 230"/>
                <a:gd name="T23" fmla="*/ 2 h 251"/>
                <a:gd name="T24" fmla="*/ 147 w 230"/>
                <a:gd name="T25" fmla="*/ 5 h 251"/>
                <a:gd name="T26" fmla="*/ 148 w 230"/>
                <a:gd name="T27" fmla="*/ 10 h 251"/>
                <a:gd name="T28" fmla="*/ 143 w 230"/>
                <a:gd name="T29" fmla="*/ 12 h 251"/>
                <a:gd name="T30" fmla="*/ 138 w 230"/>
                <a:gd name="T31" fmla="*/ 16 h 251"/>
                <a:gd name="T32" fmla="*/ 125 w 230"/>
                <a:gd name="T33" fmla="*/ 31 h 251"/>
                <a:gd name="T34" fmla="*/ 122 w 230"/>
                <a:gd name="T35" fmla="*/ 37 h 251"/>
                <a:gd name="T36" fmla="*/ 115 w 230"/>
                <a:gd name="T37" fmla="*/ 48 h 251"/>
                <a:gd name="T38" fmla="*/ 99 w 230"/>
                <a:gd name="T39" fmla="*/ 80 h 251"/>
                <a:gd name="T40" fmla="*/ 81 w 230"/>
                <a:gd name="T41" fmla="*/ 95 h 251"/>
                <a:gd name="T42" fmla="*/ 70 w 230"/>
                <a:gd name="T43" fmla="*/ 92 h 251"/>
                <a:gd name="T44" fmla="*/ 62 w 230"/>
                <a:gd name="T45" fmla="*/ 91 h 251"/>
                <a:gd name="T46" fmla="*/ 58 w 230"/>
                <a:gd name="T47" fmla="*/ 92 h 251"/>
                <a:gd name="T48" fmla="*/ 47 w 230"/>
                <a:gd name="T49" fmla="*/ 89 h 251"/>
                <a:gd name="T50" fmla="*/ 37 w 230"/>
                <a:gd name="T51" fmla="*/ 93 h 251"/>
                <a:gd name="T52" fmla="*/ 28 w 230"/>
                <a:gd name="T53" fmla="*/ 98 h 251"/>
                <a:gd name="T54" fmla="*/ 23 w 230"/>
                <a:gd name="T55" fmla="*/ 96 h 251"/>
                <a:gd name="T56" fmla="*/ 18 w 230"/>
                <a:gd name="T57" fmla="*/ 94 h 251"/>
                <a:gd name="T58" fmla="*/ 10 w 230"/>
                <a:gd name="T59" fmla="*/ 89 h 251"/>
                <a:gd name="T60" fmla="*/ 6 w 230"/>
                <a:gd name="T61" fmla="*/ 86 h 251"/>
                <a:gd name="T62" fmla="*/ 3 w 230"/>
                <a:gd name="T63" fmla="*/ 113 h 251"/>
                <a:gd name="T64" fmla="*/ 11 w 230"/>
                <a:gd name="T65" fmla="*/ 116 h 251"/>
                <a:gd name="T66" fmla="*/ 19 w 230"/>
                <a:gd name="T67" fmla="*/ 116 h 251"/>
                <a:gd name="T68" fmla="*/ 33 w 230"/>
                <a:gd name="T69" fmla="*/ 124 h 251"/>
                <a:gd name="T70" fmla="*/ 47 w 230"/>
                <a:gd name="T71" fmla="*/ 132 h 251"/>
                <a:gd name="T72" fmla="*/ 61 w 230"/>
                <a:gd name="T73" fmla="*/ 141 h 251"/>
                <a:gd name="T74" fmla="*/ 67 w 230"/>
                <a:gd name="T75" fmla="*/ 156 h 251"/>
                <a:gd name="T76" fmla="*/ 76 w 230"/>
                <a:gd name="T77" fmla="*/ 165 h 251"/>
                <a:gd name="T78" fmla="*/ 79 w 230"/>
                <a:gd name="T79" fmla="*/ 182 h 251"/>
                <a:gd name="T80" fmla="*/ 91 w 230"/>
                <a:gd name="T81" fmla="*/ 206 h 251"/>
                <a:gd name="T82" fmla="*/ 102 w 230"/>
                <a:gd name="T83" fmla="*/ 222 h 251"/>
                <a:gd name="T84" fmla="*/ 104 w 230"/>
                <a:gd name="T85" fmla="*/ 227 h 251"/>
                <a:gd name="T86" fmla="*/ 104 w 230"/>
                <a:gd name="T87" fmla="*/ 230 h 251"/>
                <a:gd name="T88" fmla="*/ 110 w 230"/>
                <a:gd name="T89" fmla="*/ 240 h 251"/>
                <a:gd name="T90" fmla="*/ 112 w 230"/>
                <a:gd name="T91" fmla="*/ 243 h 251"/>
                <a:gd name="T92" fmla="*/ 121 w 230"/>
                <a:gd name="T93" fmla="*/ 249 h 251"/>
                <a:gd name="T94" fmla="*/ 130 w 230"/>
                <a:gd name="T95" fmla="*/ 251 h 251"/>
                <a:gd name="T96" fmla="*/ 142 w 230"/>
                <a:gd name="T97" fmla="*/ 238 h 251"/>
                <a:gd name="T98" fmla="*/ 153 w 230"/>
                <a:gd name="T99" fmla="*/ 219 h 251"/>
                <a:gd name="T100" fmla="*/ 186 w 230"/>
                <a:gd name="T101" fmla="*/ 189 h 251"/>
                <a:gd name="T102" fmla="*/ 195 w 230"/>
                <a:gd name="T103" fmla="*/ 186 h 251"/>
                <a:gd name="T104" fmla="*/ 198 w 230"/>
                <a:gd name="T105" fmla="*/ 183 h 251"/>
                <a:gd name="T106" fmla="*/ 202 w 230"/>
                <a:gd name="T107" fmla="*/ 178 h 251"/>
                <a:gd name="T108" fmla="*/ 210 w 230"/>
                <a:gd name="T109" fmla="*/ 171 h 251"/>
                <a:gd name="T110" fmla="*/ 218 w 230"/>
                <a:gd name="T111" fmla="*/ 159 h 251"/>
                <a:gd name="T112" fmla="*/ 219 w 230"/>
                <a:gd name="T113" fmla="*/ 155 h 251"/>
                <a:gd name="T114" fmla="*/ 224 w 230"/>
                <a:gd name="T115" fmla="*/ 148 h 251"/>
                <a:gd name="T116" fmla="*/ 221 w 230"/>
                <a:gd name="T117" fmla="*/ 144 h 251"/>
                <a:gd name="T118" fmla="*/ 221 w 230"/>
                <a:gd name="T119" fmla="*/ 118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30" h="251">
                  <a:moveTo>
                    <a:pt x="221" y="118"/>
                  </a:moveTo>
                  <a:cubicBezTo>
                    <a:pt x="217" y="117"/>
                    <a:pt x="214" y="116"/>
                    <a:pt x="210" y="116"/>
                  </a:cubicBezTo>
                  <a:cubicBezTo>
                    <a:pt x="207" y="116"/>
                    <a:pt x="205" y="116"/>
                    <a:pt x="203" y="116"/>
                  </a:cubicBezTo>
                  <a:cubicBezTo>
                    <a:pt x="200" y="115"/>
                    <a:pt x="199" y="113"/>
                    <a:pt x="198" y="110"/>
                  </a:cubicBezTo>
                  <a:cubicBezTo>
                    <a:pt x="197" y="109"/>
                    <a:pt x="197" y="108"/>
                    <a:pt x="196" y="106"/>
                  </a:cubicBezTo>
                  <a:cubicBezTo>
                    <a:pt x="195" y="105"/>
                    <a:pt x="194" y="105"/>
                    <a:pt x="194" y="104"/>
                  </a:cubicBezTo>
                  <a:cubicBezTo>
                    <a:pt x="192" y="103"/>
                    <a:pt x="192" y="101"/>
                    <a:pt x="191" y="100"/>
                  </a:cubicBezTo>
                  <a:cubicBezTo>
                    <a:pt x="190" y="97"/>
                    <a:pt x="189" y="93"/>
                    <a:pt x="188" y="89"/>
                  </a:cubicBezTo>
                  <a:cubicBezTo>
                    <a:pt x="187" y="85"/>
                    <a:pt x="186" y="82"/>
                    <a:pt x="184" y="78"/>
                  </a:cubicBezTo>
                  <a:cubicBezTo>
                    <a:pt x="183" y="77"/>
                    <a:pt x="183" y="76"/>
                    <a:pt x="182" y="76"/>
                  </a:cubicBezTo>
                  <a:cubicBezTo>
                    <a:pt x="181" y="74"/>
                    <a:pt x="181" y="72"/>
                    <a:pt x="180" y="70"/>
                  </a:cubicBezTo>
                  <a:cubicBezTo>
                    <a:pt x="180" y="68"/>
                    <a:pt x="179" y="66"/>
                    <a:pt x="178" y="64"/>
                  </a:cubicBezTo>
                  <a:cubicBezTo>
                    <a:pt x="177" y="61"/>
                    <a:pt x="176" y="59"/>
                    <a:pt x="175" y="56"/>
                  </a:cubicBezTo>
                  <a:cubicBezTo>
                    <a:pt x="175" y="54"/>
                    <a:pt x="174" y="53"/>
                    <a:pt x="174" y="52"/>
                  </a:cubicBezTo>
                  <a:cubicBezTo>
                    <a:pt x="172" y="49"/>
                    <a:pt x="173" y="45"/>
                    <a:pt x="173" y="42"/>
                  </a:cubicBezTo>
                  <a:cubicBezTo>
                    <a:pt x="173" y="39"/>
                    <a:pt x="173" y="36"/>
                    <a:pt x="173" y="34"/>
                  </a:cubicBezTo>
                  <a:cubicBezTo>
                    <a:pt x="172" y="31"/>
                    <a:pt x="171" y="27"/>
                    <a:pt x="169" y="25"/>
                  </a:cubicBezTo>
                  <a:cubicBezTo>
                    <a:pt x="169" y="24"/>
                    <a:pt x="167" y="24"/>
                    <a:pt x="166" y="23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8" y="21"/>
                    <a:pt x="168" y="19"/>
                    <a:pt x="168" y="17"/>
                  </a:cubicBezTo>
                  <a:cubicBezTo>
                    <a:pt x="168" y="13"/>
                    <a:pt x="166" y="12"/>
                    <a:pt x="164" y="10"/>
                  </a:cubicBezTo>
                  <a:cubicBezTo>
                    <a:pt x="164" y="10"/>
                    <a:pt x="163" y="9"/>
                    <a:pt x="162" y="8"/>
                  </a:cubicBezTo>
                  <a:cubicBezTo>
                    <a:pt x="162" y="8"/>
                    <a:pt x="161" y="7"/>
                    <a:pt x="161" y="6"/>
                  </a:cubicBezTo>
                  <a:cubicBezTo>
                    <a:pt x="159" y="5"/>
                    <a:pt x="158" y="3"/>
                    <a:pt x="157" y="2"/>
                  </a:cubicBezTo>
                  <a:cubicBezTo>
                    <a:pt x="155" y="1"/>
                    <a:pt x="153" y="0"/>
                    <a:pt x="152" y="0"/>
                  </a:cubicBezTo>
                  <a:cubicBezTo>
                    <a:pt x="150" y="0"/>
                    <a:pt x="147" y="1"/>
                    <a:pt x="147" y="5"/>
                  </a:cubicBezTo>
                  <a:cubicBezTo>
                    <a:pt x="147" y="6"/>
                    <a:pt x="147" y="8"/>
                    <a:pt x="148" y="9"/>
                  </a:cubicBezTo>
                  <a:cubicBezTo>
                    <a:pt x="148" y="9"/>
                    <a:pt x="148" y="10"/>
                    <a:pt x="148" y="10"/>
                  </a:cubicBezTo>
                  <a:cubicBezTo>
                    <a:pt x="148" y="10"/>
                    <a:pt x="148" y="10"/>
                    <a:pt x="147" y="10"/>
                  </a:cubicBezTo>
                  <a:cubicBezTo>
                    <a:pt x="145" y="10"/>
                    <a:pt x="144" y="11"/>
                    <a:pt x="143" y="12"/>
                  </a:cubicBezTo>
                  <a:cubicBezTo>
                    <a:pt x="142" y="13"/>
                    <a:pt x="142" y="13"/>
                    <a:pt x="141" y="14"/>
                  </a:cubicBezTo>
                  <a:cubicBezTo>
                    <a:pt x="140" y="14"/>
                    <a:pt x="139" y="15"/>
                    <a:pt x="138" y="16"/>
                  </a:cubicBezTo>
                  <a:cubicBezTo>
                    <a:pt x="136" y="17"/>
                    <a:pt x="134" y="19"/>
                    <a:pt x="132" y="21"/>
                  </a:cubicBezTo>
                  <a:cubicBezTo>
                    <a:pt x="129" y="24"/>
                    <a:pt x="127" y="28"/>
                    <a:pt x="125" y="31"/>
                  </a:cubicBezTo>
                  <a:cubicBezTo>
                    <a:pt x="125" y="32"/>
                    <a:pt x="124" y="33"/>
                    <a:pt x="124" y="34"/>
                  </a:cubicBezTo>
                  <a:cubicBezTo>
                    <a:pt x="123" y="35"/>
                    <a:pt x="123" y="36"/>
                    <a:pt x="122" y="37"/>
                  </a:cubicBezTo>
                  <a:cubicBezTo>
                    <a:pt x="121" y="40"/>
                    <a:pt x="119" y="43"/>
                    <a:pt x="118" y="45"/>
                  </a:cubicBezTo>
                  <a:cubicBezTo>
                    <a:pt x="117" y="46"/>
                    <a:pt x="116" y="47"/>
                    <a:pt x="115" y="48"/>
                  </a:cubicBezTo>
                  <a:cubicBezTo>
                    <a:pt x="113" y="50"/>
                    <a:pt x="111" y="51"/>
                    <a:pt x="110" y="54"/>
                  </a:cubicBezTo>
                  <a:cubicBezTo>
                    <a:pt x="107" y="65"/>
                    <a:pt x="103" y="73"/>
                    <a:pt x="99" y="80"/>
                  </a:cubicBezTo>
                  <a:cubicBezTo>
                    <a:pt x="97" y="84"/>
                    <a:pt x="89" y="96"/>
                    <a:pt x="82" y="96"/>
                  </a:cubicBezTo>
                  <a:cubicBezTo>
                    <a:pt x="82" y="96"/>
                    <a:pt x="81" y="95"/>
                    <a:pt x="8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76" y="94"/>
                    <a:pt x="73" y="94"/>
                    <a:pt x="70" y="92"/>
                  </a:cubicBezTo>
                  <a:cubicBezTo>
                    <a:pt x="69" y="91"/>
                    <a:pt x="67" y="90"/>
                    <a:pt x="66" y="90"/>
                  </a:cubicBezTo>
                  <a:cubicBezTo>
                    <a:pt x="64" y="90"/>
                    <a:pt x="63" y="91"/>
                    <a:pt x="62" y="91"/>
                  </a:cubicBezTo>
                  <a:cubicBezTo>
                    <a:pt x="61" y="91"/>
                    <a:pt x="60" y="92"/>
                    <a:pt x="59" y="92"/>
                  </a:cubicBezTo>
                  <a:cubicBezTo>
                    <a:pt x="58" y="92"/>
                    <a:pt x="58" y="92"/>
                    <a:pt x="58" y="92"/>
                  </a:cubicBezTo>
                  <a:cubicBezTo>
                    <a:pt x="57" y="91"/>
                    <a:pt x="55" y="91"/>
                    <a:pt x="54" y="91"/>
                  </a:cubicBezTo>
                  <a:cubicBezTo>
                    <a:pt x="52" y="90"/>
                    <a:pt x="50" y="89"/>
                    <a:pt x="47" y="89"/>
                  </a:cubicBezTo>
                  <a:cubicBezTo>
                    <a:pt x="47" y="89"/>
                    <a:pt x="46" y="89"/>
                    <a:pt x="46" y="89"/>
                  </a:cubicBezTo>
                  <a:cubicBezTo>
                    <a:pt x="42" y="90"/>
                    <a:pt x="40" y="91"/>
                    <a:pt x="37" y="93"/>
                  </a:cubicBezTo>
                  <a:cubicBezTo>
                    <a:pt x="36" y="94"/>
                    <a:pt x="36" y="94"/>
                    <a:pt x="36" y="94"/>
                  </a:cubicBezTo>
                  <a:cubicBezTo>
                    <a:pt x="34" y="96"/>
                    <a:pt x="31" y="97"/>
                    <a:pt x="28" y="98"/>
                  </a:cubicBezTo>
                  <a:cubicBezTo>
                    <a:pt x="28" y="98"/>
                    <a:pt x="28" y="98"/>
                    <a:pt x="28" y="98"/>
                  </a:cubicBezTo>
                  <a:cubicBezTo>
                    <a:pt x="27" y="98"/>
                    <a:pt x="25" y="97"/>
                    <a:pt x="23" y="96"/>
                  </a:cubicBezTo>
                  <a:cubicBezTo>
                    <a:pt x="23" y="96"/>
                    <a:pt x="22" y="95"/>
                    <a:pt x="21" y="95"/>
                  </a:cubicBezTo>
                  <a:cubicBezTo>
                    <a:pt x="20" y="94"/>
                    <a:pt x="19" y="94"/>
                    <a:pt x="18" y="94"/>
                  </a:cubicBezTo>
                  <a:cubicBezTo>
                    <a:pt x="16" y="93"/>
                    <a:pt x="14" y="92"/>
                    <a:pt x="13" y="91"/>
                  </a:cubicBezTo>
                  <a:cubicBezTo>
                    <a:pt x="12" y="91"/>
                    <a:pt x="11" y="90"/>
                    <a:pt x="10" y="89"/>
                  </a:cubicBezTo>
                  <a:cubicBezTo>
                    <a:pt x="10" y="89"/>
                    <a:pt x="9" y="88"/>
                    <a:pt x="8" y="87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2" y="98"/>
                    <a:pt x="0" y="108"/>
                    <a:pt x="3" y="113"/>
                  </a:cubicBezTo>
                  <a:cubicBezTo>
                    <a:pt x="4" y="115"/>
                    <a:pt x="6" y="116"/>
                    <a:pt x="9" y="116"/>
                  </a:cubicBezTo>
                  <a:cubicBezTo>
                    <a:pt x="10" y="116"/>
                    <a:pt x="11" y="116"/>
                    <a:pt x="11" y="116"/>
                  </a:cubicBezTo>
                  <a:cubicBezTo>
                    <a:pt x="13" y="116"/>
                    <a:pt x="14" y="116"/>
                    <a:pt x="15" y="116"/>
                  </a:cubicBezTo>
                  <a:cubicBezTo>
                    <a:pt x="16" y="116"/>
                    <a:pt x="18" y="116"/>
                    <a:pt x="19" y="116"/>
                  </a:cubicBezTo>
                  <a:cubicBezTo>
                    <a:pt x="21" y="116"/>
                    <a:pt x="24" y="116"/>
                    <a:pt x="27" y="117"/>
                  </a:cubicBezTo>
                  <a:cubicBezTo>
                    <a:pt x="30" y="119"/>
                    <a:pt x="31" y="121"/>
                    <a:pt x="33" y="124"/>
                  </a:cubicBezTo>
                  <a:cubicBezTo>
                    <a:pt x="34" y="125"/>
                    <a:pt x="35" y="127"/>
                    <a:pt x="36" y="128"/>
                  </a:cubicBezTo>
                  <a:cubicBezTo>
                    <a:pt x="39" y="131"/>
                    <a:pt x="43" y="131"/>
                    <a:pt x="47" y="132"/>
                  </a:cubicBezTo>
                  <a:cubicBezTo>
                    <a:pt x="48" y="132"/>
                    <a:pt x="49" y="132"/>
                    <a:pt x="51" y="132"/>
                  </a:cubicBezTo>
                  <a:cubicBezTo>
                    <a:pt x="57" y="132"/>
                    <a:pt x="60" y="135"/>
                    <a:pt x="61" y="141"/>
                  </a:cubicBezTo>
                  <a:cubicBezTo>
                    <a:pt x="61" y="143"/>
                    <a:pt x="61" y="143"/>
                    <a:pt x="61" y="143"/>
                  </a:cubicBezTo>
                  <a:cubicBezTo>
                    <a:pt x="62" y="148"/>
                    <a:pt x="63" y="153"/>
                    <a:pt x="67" y="156"/>
                  </a:cubicBezTo>
                  <a:cubicBezTo>
                    <a:pt x="68" y="157"/>
                    <a:pt x="69" y="158"/>
                    <a:pt x="70" y="159"/>
                  </a:cubicBezTo>
                  <a:cubicBezTo>
                    <a:pt x="73" y="161"/>
                    <a:pt x="75" y="162"/>
                    <a:pt x="76" y="165"/>
                  </a:cubicBezTo>
                  <a:cubicBezTo>
                    <a:pt x="78" y="169"/>
                    <a:pt x="78" y="173"/>
                    <a:pt x="78" y="177"/>
                  </a:cubicBezTo>
                  <a:cubicBezTo>
                    <a:pt x="78" y="178"/>
                    <a:pt x="78" y="180"/>
                    <a:pt x="79" y="182"/>
                  </a:cubicBezTo>
                  <a:cubicBezTo>
                    <a:pt x="80" y="189"/>
                    <a:pt x="81" y="194"/>
                    <a:pt x="84" y="198"/>
                  </a:cubicBezTo>
                  <a:cubicBezTo>
                    <a:pt x="86" y="201"/>
                    <a:pt x="88" y="203"/>
                    <a:pt x="91" y="206"/>
                  </a:cubicBezTo>
                  <a:cubicBezTo>
                    <a:pt x="92" y="207"/>
                    <a:pt x="93" y="208"/>
                    <a:pt x="95" y="210"/>
                  </a:cubicBezTo>
                  <a:cubicBezTo>
                    <a:pt x="98" y="213"/>
                    <a:pt x="100" y="218"/>
                    <a:pt x="102" y="222"/>
                  </a:cubicBezTo>
                  <a:cubicBezTo>
                    <a:pt x="103" y="224"/>
                    <a:pt x="103" y="224"/>
                    <a:pt x="103" y="224"/>
                  </a:cubicBezTo>
                  <a:cubicBezTo>
                    <a:pt x="103" y="225"/>
                    <a:pt x="103" y="226"/>
                    <a:pt x="104" y="227"/>
                  </a:cubicBezTo>
                  <a:cubicBezTo>
                    <a:pt x="104" y="228"/>
                    <a:pt x="104" y="229"/>
                    <a:pt x="104" y="229"/>
                  </a:cubicBezTo>
                  <a:cubicBezTo>
                    <a:pt x="104" y="230"/>
                    <a:pt x="104" y="230"/>
                    <a:pt x="104" y="230"/>
                  </a:cubicBezTo>
                  <a:cubicBezTo>
                    <a:pt x="104" y="233"/>
                    <a:pt x="105" y="235"/>
                    <a:pt x="107" y="236"/>
                  </a:cubicBezTo>
                  <a:cubicBezTo>
                    <a:pt x="109" y="237"/>
                    <a:pt x="109" y="239"/>
                    <a:pt x="110" y="240"/>
                  </a:cubicBezTo>
                  <a:cubicBezTo>
                    <a:pt x="111" y="241"/>
                    <a:pt x="111" y="241"/>
                    <a:pt x="111" y="241"/>
                  </a:cubicBezTo>
                  <a:cubicBezTo>
                    <a:pt x="111" y="242"/>
                    <a:pt x="112" y="243"/>
                    <a:pt x="112" y="243"/>
                  </a:cubicBezTo>
                  <a:cubicBezTo>
                    <a:pt x="113" y="245"/>
                    <a:pt x="113" y="246"/>
                    <a:pt x="114" y="247"/>
                  </a:cubicBezTo>
                  <a:cubicBezTo>
                    <a:pt x="116" y="248"/>
                    <a:pt x="118" y="249"/>
                    <a:pt x="121" y="249"/>
                  </a:cubicBezTo>
                  <a:cubicBezTo>
                    <a:pt x="122" y="250"/>
                    <a:pt x="122" y="250"/>
                    <a:pt x="123" y="250"/>
                  </a:cubicBezTo>
                  <a:cubicBezTo>
                    <a:pt x="125" y="250"/>
                    <a:pt x="128" y="251"/>
                    <a:pt x="130" y="251"/>
                  </a:cubicBezTo>
                  <a:cubicBezTo>
                    <a:pt x="132" y="251"/>
                    <a:pt x="134" y="251"/>
                    <a:pt x="135" y="250"/>
                  </a:cubicBezTo>
                  <a:cubicBezTo>
                    <a:pt x="140" y="248"/>
                    <a:pt x="141" y="243"/>
                    <a:pt x="142" y="238"/>
                  </a:cubicBezTo>
                  <a:cubicBezTo>
                    <a:pt x="143" y="236"/>
                    <a:pt x="143" y="236"/>
                    <a:pt x="143" y="236"/>
                  </a:cubicBezTo>
                  <a:cubicBezTo>
                    <a:pt x="144" y="229"/>
                    <a:pt x="149" y="224"/>
                    <a:pt x="153" y="219"/>
                  </a:cubicBezTo>
                  <a:cubicBezTo>
                    <a:pt x="155" y="216"/>
                    <a:pt x="158" y="213"/>
                    <a:pt x="160" y="210"/>
                  </a:cubicBezTo>
                  <a:cubicBezTo>
                    <a:pt x="166" y="200"/>
                    <a:pt x="175" y="193"/>
                    <a:pt x="186" y="189"/>
                  </a:cubicBezTo>
                  <a:cubicBezTo>
                    <a:pt x="189" y="188"/>
                    <a:pt x="191" y="187"/>
                    <a:pt x="194" y="186"/>
                  </a:cubicBezTo>
                  <a:cubicBezTo>
                    <a:pt x="195" y="186"/>
                    <a:pt x="195" y="186"/>
                    <a:pt x="195" y="186"/>
                  </a:cubicBezTo>
                  <a:cubicBezTo>
                    <a:pt x="196" y="186"/>
                    <a:pt x="196" y="186"/>
                    <a:pt x="196" y="186"/>
                  </a:cubicBezTo>
                  <a:cubicBezTo>
                    <a:pt x="196" y="185"/>
                    <a:pt x="197" y="184"/>
                    <a:pt x="198" y="183"/>
                  </a:cubicBezTo>
                  <a:cubicBezTo>
                    <a:pt x="199" y="182"/>
                    <a:pt x="199" y="181"/>
                    <a:pt x="200" y="180"/>
                  </a:cubicBezTo>
                  <a:cubicBezTo>
                    <a:pt x="201" y="179"/>
                    <a:pt x="201" y="178"/>
                    <a:pt x="202" y="178"/>
                  </a:cubicBezTo>
                  <a:cubicBezTo>
                    <a:pt x="203" y="175"/>
                    <a:pt x="205" y="174"/>
                    <a:pt x="207" y="172"/>
                  </a:cubicBezTo>
                  <a:cubicBezTo>
                    <a:pt x="208" y="172"/>
                    <a:pt x="209" y="171"/>
                    <a:pt x="210" y="171"/>
                  </a:cubicBezTo>
                  <a:cubicBezTo>
                    <a:pt x="212" y="170"/>
                    <a:pt x="215" y="169"/>
                    <a:pt x="217" y="166"/>
                  </a:cubicBezTo>
                  <a:cubicBezTo>
                    <a:pt x="220" y="163"/>
                    <a:pt x="219" y="161"/>
                    <a:pt x="218" y="159"/>
                  </a:cubicBezTo>
                  <a:cubicBezTo>
                    <a:pt x="217" y="158"/>
                    <a:pt x="217" y="157"/>
                    <a:pt x="217" y="156"/>
                  </a:cubicBezTo>
                  <a:cubicBezTo>
                    <a:pt x="217" y="155"/>
                    <a:pt x="217" y="155"/>
                    <a:pt x="219" y="155"/>
                  </a:cubicBezTo>
                  <a:cubicBezTo>
                    <a:pt x="220" y="154"/>
                    <a:pt x="222" y="153"/>
                    <a:pt x="223" y="152"/>
                  </a:cubicBezTo>
                  <a:cubicBezTo>
                    <a:pt x="224" y="150"/>
                    <a:pt x="225" y="149"/>
                    <a:pt x="224" y="148"/>
                  </a:cubicBezTo>
                  <a:cubicBezTo>
                    <a:pt x="224" y="146"/>
                    <a:pt x="223" y="145"/>
                    <a:pt x="222" y="145"/>
                  </a:cubicBezTo>
                  <a:cubicBezTo>
                    <a:pt x="221" y="145"/>
                    <a:pt x="221" y="145"/>
                    <a:pt x="221" y="144"/>
                  </a:cubicBezTo>
                  <a:cubicBezTo>
                    <a:pt x="224" y="143"/>
                    <a:pt x="227" y="142"/>
                    <a:pt x="228" y="138"/>
                  </a:cubicBezTo>
                  <a:cubicBezTo>
                    <a:pt x="230" y="131"/>
                    <a:pt x="228" y="122"/>
                    <a:pt x="221" y="118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B6131C3-DCDE-2B08-D55F-037E60AF2D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7" y="286"/>
              <a:ext cx="1448" cy="1386"/>
            </a:xfrm>
            <a:custGeom>
              <a:avLst/>
              <a:gdLst>
                <a:gd name="T0" fmla="*/ 569 w 593"/>
                <a:gd name="T1" fmla="*/ 167 h 568"/>
                <a:gd name="T2" fmla="*/ 555 w 593"/>
                <a:gd name="T3" fmla="*/ 160 h 568"/>
                <a:gd name="T4" fmla="*/ 542 w 593"/>
                <a:gd name="T5" fmla="*/ 155 h 568"/>
                <a:gd name="T6" fmla="*/ 522 w 593"/>
                <a:gd name="T7" fmla="*/ 154 h 568"/>
                <a:gd name="T8" fmla="*/ 507 w 593"/>
                <a:gd name="T9" fmla="*/ 155 h 568"/>
                <a:gd name="T10" fmla="*/ 484 w 593"/>
                <a:gd name="T11" fmla="*/ 181 h 568"/>
                <a:gd name="T12" fmla="*/ 446 w 593"/>
                <a:gd name="T13" fmla="*/ 213 h 568"/>
                <a:gd name="T14" fmla="*/ 462 w 593"/>
                <a:gd name="T15" fmla="*/ 195 h 568"/>
                <a:gd name="T16" fmla="*/ 463 w 593"/>
                <a:gd name="T17" fmla="*/ 131 h 568"/>
                <a:gd name="T18" fmla="*/ 441 w 593"/>
                <a:gd name="T19" fmla="*/ 131 h 568"/>
                <a:gd name="T20" fmla="*/ 442 w 593"/>
                <a:gd name="T21" fmla="*/ 129 h 568"/>
                <a:gd name="T22" fmla="*/ 423 w 593"/>
                <a:gd name="T23" fmla="*/ 131 h 568"/>
                <a:gd name="T24" fmla="*/ 427 w 593"/>
                <a:gd name="T25" fmla="*/ 118 h 568"/>
                <a:gd name="T26" fmla="*/ 408 w 593"/>
                <a:gd name="T27" fmla="*/ 109 h 568"/>
                <a:gd name="T28" fmla="*/ 412 w 593"/>
                <a:gd name="T29" fmla="*/ 93 h 568"/>
                <a:gd name="T30" fmla="*/ 397 w 593"/>
                <a:gd name="T31" fmla="*/ 100 h 568"/>
                <a:gd name="T32" fmla="*/ 388 w 593"/>
                <a:gd name="T33" fmla="*/ 110 h 568"/>
                <a:gd name="T34" fmla="*/ 324 w 593"/>
                <a:gd name="T35" fmla="*/ 174 h 568"/>
                <a:gd name="T36" fmla="*/ 298 w 593"/>
                <a:gd name="T37" fmla="*/ 153 h 568"/>
                <a:gd name="T38" fmla="*/ 272 w 593"/>
                <a:gd name="T39" fmla="*/ 105 h 568"/>
                <a:gd name="T40" fmla="*/ 241 w 593"/>
                <a:gd name="T41" fmla="*/ 55 h 568"/>
                <a:gd name="T42" fmla="*/ 197 w 593"/>
                <a:gd name="T43" fmla="*/ 36 h 568"/>
                <a:gd name="T44" fmla="*/ 182 w 593"/>
                <a:gd name="T45" fmla="*/ 0 h 568"/>
                <a:gd name="T46" fmla="*/ 150 w 593"/>
                <a:gd name="T47" fmla="*/ 9 h 568"/>
                <a:gd name="T48" fmla="*/ 140 w 593"/>
                <a:gd name="T49" fmla="*/ 33 h 568"/>
                <a:gd name="T50" fmla="*/ 101 w 593"/>
                <a:gd name="T51" fmla="*/ 30 h 568"/>
                <a:gd name="T52" fmla="*/ 61 w 593"/>
                <a:gd name="T53" fmla="*/ 42 h 568"/>
                <a:gd name="T54" fmla="*/ 34 w 593"/>
                <a:gd name="T55" fmla="*/ 46 h 568"/>
                <a:gd name="T56" fmla="*/ 17 w 593"/>
                <a:gd name="T57" fmla="*/ 62 h 568"/>
                <a:gd name="T58" fmla="*/ 0 w 593"/>
                <a:gd name="T59" fmla="*/ 57 h 568"/>
                <a:gd name="T60" fmla="*/ 7 w 593"/>
                <a:gd name="T61" fmla="*/ 120 h 568"/>
                <a:gd name="T62" fmla="*/ 22 w 593"/>
                <a:gd name="T63" fmla="*/ 155 h 568"/>
                <a:gd name="T64" fmla="*/ 56 w 593"/>
                <a:gd name="T65" fmla="*/ 187 h 568"/>
                <a:gd name="T66" fmla="*/ 93 w 593"/>
                <a:gd name="T67" fmla="*/ 206 h 568"/>
                <a:gd name="T68" fmla="*/ 112 w 593"/>
                <a:gd name="T69" fmla="*/ 217 h 568"/>
                <a:gd name="T70" fmla="*/ 62 w 593"/>
                <a:gd name="T71" fmla="*/ 352 h 568"/>
                <a:gd name="T72" fmla="*/ 30 w 593"/>
                <a:gd name="T73" fmla="*/ 432 h 568"/>
                <a:gd name="T74" fmla="*/ 52 w 593"/>
                <a:gd name="T75" fmla="*/ 467 h 568"/>
                <a:gd name="T76" fmla="*/ 97 w 593"/>
                <a:gd name="T77" fmla="*/ 540 h 568"/>
                <a:gd name="T78" fmla="*/ 122 w 593"/>
                <a:gd name="T79" fmla="*/ 550 h 568"/>
                <a:gd name="T80" fmla="*/ 424 w 593"/>
                <a:gd name="T81" fmla="*/ 525 h 568"/>
                <a:gd name="T82" fmla="*/ 445 w 593"/>
                <a:gd name="T83" fmla="*/ 488 h 568"/>
                <a:gd name="T84" fmla="*/ 449 w 593"/>
                <a:gd name="T85" fmla="*/ 435 h 568"/>
                <a:gd name="T86" fmla="*/ 489 w 593"/>
                <a:gd name="T87" fmla="*/ 395 h 568"/>
                <a:gd name="T88" fmla="*/ 478 w 593"/>
                <a:gd name="T89" fmla="*/ 367 h 568"/>
                <a:gd name="T90" fmla="*/ 488 w 593"/>
                <a:gd name="T91" fmla="*/ 350 h 568"/>
                <a:gd name="T92" fmla="*/ 522 w 593"/>
                <a:gd name="T93" fmla="*/ 330 h 568"/>
                <a:gd name="T94" fmla="*/ 540 w 593"/>
                <a:gd name="T95" fmla="*/ 305 h 568"/>
                <a:gd name="T96" fmla="*/ 565 w 593"/>
                <a:gd name="T97" fmla="*/ 264 h 568"/>
                <a:gd name="T98" fmla="*/ 587 w 593"/>
                <a:gd name="T99" fmla="*/ 216 h 568"/>
                <a:gd name="T100" fmla="*/ 373 w 593"/>
                <a:gd name="T101" fmla="*/ 162 h 568"/>
                <a:gd name="T102" fmla="*/ 375 w 593"/>
                <a:gd name="T103" fmla="*/ 154 h 568"/>
                <a:gd name="T104" fmla="*/ 378 w 593"/>
                <a:gd name="T105" fmla="*/ 139 h 568"/>
                <a:gd name="T106" fmla="*/ 367 w 593"/>
                <a:gd name="T107" fmla="*/ 147 h 568"/>
                <a:gd name="T108" fmla="*/ 362 w 593"/>
                <a:gd name="T109" fmla="*/ 168 h 568"/>
                <a:gd name="T110" fmla="*/ 349 w 593"/>
                <a:gd name="T111" fmla="*/ 174 h 568"/>
                <a:gd name="T112" fmla="*/ 360 w 593"/>
                <a:gd name="T113" fmla="*/ 148 h 568"/>
                <a:gd name="T114" fmla="*/ 366 w 593"/>
                <a:gd name="T115" fmla="*/ 132 h 568"/>
                <a:gd name="T116" fmla="*/ 394 w 593"/>
                <a:gd name="T117" fmla="*/ 120 h 568"/>
                <a:gd name="T118" fmla="*/ 408 w 593"/>
                <a:gd name="T119" fmla="*/ 204 h 568"/>
                <a:gd name="T120" fmla="*/ 421 w 593"/>
                <a:gd name="T121" fmla="*/ 207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93" h="568">
                  <a:moveTo>
                    <a:pt x="593" y="178"/>
                  </a:moveTo>
                  <a:cubicBezTo>
                    <a:pt x="591" y="178"/>
                    <a:pt x="591" y="178"/>
                    <a:pt x="591" y="178"/>
                  </a:cubicBezTo>
                  <a:cubicBezTo>
                    <a:pt x="590" y="178"/>
                    <a:pt x="588" y="177"/>
                    <a:pt x="587" y="176"/>
                  </a:cubicBezTo>
                  <a:cubicBezTo>
                    <a:pt x="587" y="176"/>
                    <a:pt x="586" y="175"/>
                    <a:pt x="586" y="174"/>
                  </a:cubicBezTo>
                  <a:cubicBezTo>
                    <a:pt x="585" y="173"/>
                    <a:pt x="584" y="171"/>
                    <a:pt x="580" y="171"/>
                  </a:cubicBezTo>
                  <a:cubicBezTo>
                    <a:pt x="580" y="171"/>
                    <a:pt x="580" y="171"/>
                    <a:pt x="580" y="171"/>
                  </a:cubicBezTo>
                  <a:cubicBezTo>
                    <a:pt x="576" y="171"/>
                    <a:pt x="573" y="171"/>
                    <a:pt x="572" y="170"/>
                  </a:cubicBezTo>
                  <a:cubicBezTo>
                    <a:pt x="571" y="169"/>
                    <a:pt x="570" y="168"/>
                    <a:pt x="569" y="167"/>
                  </a:cubicBezTo>
                  <a:cubicBezTo>
                    <a:pt x="568" y="166"/>
                    <a:pt x="567" y="165"/>
                    <a:pt x="566" y="164"/>
                  </a:cubicBezTo>
                  <a:cubicBezTo>
                    <a:pt x="565" y="163"/>
                    <a:pt x="565" y="163"/>
                    <a:pt x="565" y="163"/>
                  </a:cubicBezTo>
                  <a:cubicBezTo>
                    <a:pt x="564" y="162"/>
                    <a:pt x="563" y="161"/>
                    <a:pt x="562" y="161"/>
                  </a:cubicBezTo>
                  <a:cubicBezTo>
                    <a:pt x="561" y="161"/>
                    <a:pt x="561" y="160"/>
                    <a:pt x="560" y="160"/>
                  </a:cubicBezTo>
                  <a:cubicBezTo>
                    <a:pt x="559" y="160"/>
                    <a:pt x="559" y="161"/>
                    <a:pt x="558" y="161"/>
                  </a:cubicBezTo>
                  <a:cubicBezTo>
                    <a:pt x="558" y="161"/>
                    <a:pt x="557" y="161"/>
                    <a:pt x="557" y="161"/>
                  </a:cubicBezTo>
                  <a:cubicBezTo>
                    <a:pt x="556" y="161"/>
                    <a:pt x="556" y="161"/>
                    <a:pt x="556" y="161"/>
                  </a:cubicBezTo>
                  <a:cubicBezTo>
                    <a:pt x="556" y="160"/>
                    <a:pt x="556" y="160"/>
                    <a:pt x="555" y="160"/>
                  </a:cubicBezTo>
                  <a:cubicBezTo>
                    <a:pt x="555" y="160"/>
                    <a:pt x="554" y="160"/>
                    <a:pt x="554" y="159"/>
                  </a:cubicBezTo>
                  <a:cubicBezTo>
                    <a:pt x="553" y="159"/>
                    <a:pt x="553" y="159"/>
                    <a:pt x="553" y="159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51" y="159"/>
                    <a:pt x="551" y="159"/>
                    <a:pt x="550" y="158"/>
                  </a:cubicBezTo>
                  <a:cubicBezTo>
                    <a:pt x="548" y="158"/>
                    <a:pt x="547" y="157"/>
                    <a:pt x="546" y="157"/>
                  </a:cubicBezTo>
                  <a:cubicBezTo>
                    <a:pt x="546" y="157"/>
                    <a:pt x="545" y="157"/>
                    <a:pt x="545" y="157"/>
                  </a:cubicBezTo>
                  <a:cubicBezTo>
                    <a:pt x="544" y="157"/>
                    <a:pt x="544" y="157"/>
                    <a:pt x="544" y="156"/>
                  </a:cubicBezTo>
                  <a:cubicBezTo>
                    <a:pt x="543" y="156"/>
                    <a:pt x="543" y="155"/>
                    <a:pt x="542" y="155"/>
                  </a:cubicBezTo>
                  <a:cubicBezTo>
                    <a:pt x="541" y="154"/>
                    <a:pt x="539" y="153"/>
                    <a:pt x="538" y="153"/>
                  </a:cubicBezTo>
                  <a:cubicBezTo>
                    <a:pt x="537" y="153"/>
                    <a:pt x="537" y="153"/>
                    <a:pt x="537" y="153"/>
                  </a:cubicBezTo>
                  <a:cubicBezTo>
                    <a:pt x="536" y="153"/>
                    <a:pt x="536" y="153"/>
                    <a:pt x="534" y="154"/>
                  </a:cubicBezTo>
                  <a:cubicBezTo>
                    <a:pt x="533" y="154"/>
                    <a:pt x="531" y="155"/>
                    <a:pt x="529" y="155"/>
                  </a:cubicBezTo>
                  <a:cubicBezTo>
                    <a:pt x="529" y="155"/>
                    <a:pt x="529" y="155"/>
                    <a:pt x="529" y="155"/>
                  </a:cubicBezTo>
                  <a:cubicBezTo>
                    <a:pt x="528" y="155"/>
                    <a:pt x="528" y="155"/>
                    <a:pt x="528" y="155"/>
                  </a:cubicBezTo>
                  <a:cubicBezTo>
                    <a:pt x="527" y="154"/>
                    <a:pt x="526" y="154"/>
                    <a:pt x="525" y="154"/>
                  </a:cubicBezTo>
                  <a:cubicBezTo>
                    <a:pt x="524" y="154"/>
                    <a:pt x="523" y="154"/>
                    <a:pt x="522" y="154"/>
                  </a:cubicBezTo>
                  <a:cubicBezTo>
                    <a:pt x="522" y="154"/>
                    <a:pt x="521" y="155"/>
                    <a:pt x="520" y="155"/>
                  </a:cubicBezTo>
                  <a:cubicBezTo>
                    <a:pt x="520" y="155"/>
                    <a:pt x="520" y="155"/>
                    <a:pt x="520" y="155"/>
                  </a:cubicBezTo>
                  <a:cubicBezTo>
                    <a:pt x="519" y="155"/>
                    <a:pt x="519" y="154"/>
                    <a:pt x="518" y="154"/>
                  </a:cubicBezTo>
                  <a:cubicBezTo>
                    <a:pt x="517" y="154"/>
                    <a:pt x="516" y="153"/>
                    <a:pt x="515" y="153"/>
                  </a:cubicBezTo>
                  <a:cubicBezTo>
                    <a:pt x="515" y="153"/>
                    <a:pt x="514" y="153"/>
                    <a:pt x="514" y="153"/>
                  </a:cubicBezTo>
                  <a:cubicBezTo>
                    <a:pt x="513" y="154"/>
                    <a:pt x="512" y="154"/>
                    <a:pt x="511" y="154"/>
                  </a:cubicBezTo>
                  <a:cubicBezTo>
                    <a:pt x="510" y="154"/>
                    <a:pt x="509" y="155"/>
                    <a:pt x="508" y="155"/>
                  </a:cubicBezTo>
                  <a:cubicBezTo>
                    <a:pt x="507" y="155"/>
                    <a:pt x="507" y="155"/>
                    <a:pt x="507" y="155"/>
                  </a:cubicBezTo>
                  <a:cubicBezTo>
                    <a:pt x="507" y="155"/>
                    <a:pt x="506" y="155"/>
                    <a:pt x="506" y="155"/>
                  </a:cubicBezTo>
                  <a:cubicBezTo>
                    <a:pt x="504" y="155"/>
                    <a:pt x="502" y="155"/>
                    <a:pt x="500" y="156"/>
                  </a:cubicBezTo>
                  <a:cubicBezTo>
                    <a:pt x="497" y="159"/>
                    <a:pt x="494" y="162"/>
                    <a:pt x="492" y="165"/>
                  </a:cubicBezTo>
                  <a:cubicBezTo>
                    <a:pt x="489" y="168"/>
                    <a:pt x="490" y="171"/>
                    <a:pt x="491" y="173"/>
                  </a:cubicBezTo>
                  <a:cubicBezTo>
                    <a:pt x="491" y="174"/>
                    <a:pt x="491" y="175"/>
                    <a:pt x="491" y="176"/>
                  </a:cubicBezTo>
                  <a:cubicBezTo>
                    <a:pt x="491" y="177"/>
                    <a:pt x="489" y="177"/>
                    <a:pt x="489" y="178"/>
                  </a:cubicBezTo>
                  <a:cubicBezTo>
                    <a:pt x="488" y="178"/>
                    <a:pt x="487" y="179"/>
                    <a:pt x="487" y="179"/>
                  </a:cubicBezTo>
                  <a:cubicBezTo>
                    <a:pt x="486" y="180"/>
                    <a:pt x="485" y="180"/>
                    <a:pt x="484" y="181"/>
                  </a:cubicBezTo>
                  <a:cubicBezTo>
                    <a:pt x="483" y="181"/>
                    <a:pt x="482" y="182"/>
                    <a:pt x="481" y="182"/>
                  </a:cubicBezTo>
                  <a:cubicBezTo>
                    <a:pt x="480" y="183"/>
                    <a:pt x="479" y="184"/>
                    <a:pt x="478" y="185"/>
                  </a:cubicBezTo>
                  <a:cubicBezTo>
                    <a:pt x="478" y="186"/>
                    <a:pt x="477" y="186"/>
                    <a:pt x="477" y="187"/>
                  </a:cubicBezTo>
                  <a:cubicBezTo>
                    <a:pt x="476" y="187"/>
                    <a:pt x="475" y="188"/>
                    <a:pt x="474" y="188"/>
                  </a:cubicBezTo>
                  <a:cubicBezTo>
                    <a:pt x="474" y="189"/>
                    <a:pt x="473" y="190"/>
                    <a:pt x="472" y="190"/>
                  </a:cubicBezTo>
                  <a:cubicBezTo>
                    <a:pt x="469" y="192"/>
                    <a:pt x="467" y="195"/>
                    <a:pt x="465" y="197"/>
                  </a:cubicBezTo>
                  <a:cubicBezTo>
                    <a:pt x="462" y="201"/>
                    <a:pt x="459" y="205"/>
                    <a:pt x="453" y="207"/>
                  </a:cubicBezTo>
                  <a:cubicBezTo>
                    <a:pt x="450" y="208"/>
                    <a:pt x="448" y="210"/>
                    <a:pt x="446" y="213"/>
                  </a:cubicBezTo>
                  <a:cubicBezTo>
                    <a:pt x="445" y="214"/>
                    <a:pt x="445" y="214"/>
                    <a:pt x="444" y="215"/>
                  </a:cubicBezTo>
                  <a:cubicBezTo>
                    <a:pt x="441" y="218"/>
                    <a:pt x="440" y="222"/>
                    <a:pt x="438" y="226"/>
                  </a:cubicBezTo>
                  <a:cubicBezTo>
                    <a:pt x="438" y="227"/>
                    <a:pt x="438" y="228"/>
                    <a:pt x="438" y="228"/>
                  </a:cubicBezTo>
                  <a:cubicBezTo>
                    <a:pt x="438" y="226"/>
                    <a:pt x="438" y="223"/>
                    <a:pt x="439" y="221"/>
                  </a:cubicBezTo>
                  <a:cubicBezTo>
                    <a:pt x="439" y="221"/>
                    <a:pt x="440" y="219"/>
                    <a:pt x="441" y="218"/>
                  </a:cubicBezTo>
                  <a:cubicBezTo>
                    <a:pt x="445" y="212"/>
                    <a:pt x="449" y="206"/>
                    <a:pt x="447" y="202"/>
                  </a:cubicBezTo>
                  <a:cubicBezTo>
                    <a:pt x="447" y="201"/>
                    <a:pt x="446" y="200"/>
                    <a:pt x="444" y="199"/>
                  </a:cubicBezTo>
                  <a:cubicBezTo>
                    <a:pt x="450" y="199"/>
                    <a:pt x="456" y="198"/>
                    <a:pt x="462" y="195"/>
                  </a:cubicBezTo>
                  <a:cubicBezTo>
                    <a:pt x="468" y="191"/>
                    <a:pt x="470" y="185"/>
                    <a:pt x="473" y="179"/>
                  </a:cubicBezTo>
                  <a:cubicBezTo>
                    <a:pt x="473" y="178"/>
                    <a:pt x="474" y="176"/>
                    <a:pt x="475" y="175"/>
                  </a:cubicBezTo>
                  <a:cubicBezTo>
                    <a:pt x="476" y="171"/>
                    <a:pt x="478" y="168"/>
                    <a:pt x="480" y="164"/>
                  </a:cubicBezTo>
                  <a:cubicBezTo>
                    <a:pt x="482" y="160"/>
                    <a:pt x="484" y="156"/>
                    <a:pt x="486" y="151"/>
                  </a:cubicBezTo>
                  <a:cubicBezTo>
                    <a:pt x="488" y="146"/>
                    <a:pt x="490" y="141"/>
                    <a:pt x="488" y="137"/>
                  </a:cubicBezTo>
                  <a:cubicBezTo>
                    <a:pt x="487" y="135"/>
                    <a:pt x="485" y="133"/>
                    <a:pt x="482" y="133"/>
                  </a:cubicBezTo>
                  <a:cubicBezTo>
                    <a:pt x="478" y="132"/>
                    <a:pt x="474" y="131"/>
                    <a:pt x="470" y="131"/>
                  </a:cubicBezTo>
                  <a:cubicBezTo>
                    <a:pt x="468" y="131"/>
                    <a:pt x="466" y="131"/>
                    <a:pt x="463" y="131"/>
                  </a:cubicBezTo>
                  <a:cubicBezTo>
                    <a:pt x="462" y="130"/>
                    <a:pt x="460" y="130"/>
                    <a:pt x="459" y="130"/>
                  </a:cubicBezTo>
                  <a:cubicBezTo>
                    <a:pt x="457" y="129"/>
                    <a:pt x="454" y="128"/>
                    <a:pt x="452" y="128"/>
                  </a:cubicBezTo>
                  <a:cubicBezTo>
                    <a:pt x="451" y="128"/>
                    <a:pt x="451" y="128"/>
                    <a:pt x="450" y="128"/>
                  </a:cubicBezTo>
                  <a:cubicBezTo>
                    <a:pt x="450" y="128"/>
                    <a:pt x="449" y="128"/>
                    <a:pt x="449" y="128"/>
                  </a:cubicBezTo>
                  <a:cubicBezTo>
                    <a:pt x="448" y="128"/>
                    <a:pt x="448" y="128"/>
                    <a:pt x="448" y="128"/>
                  </a:cubicBezTo>
                  <a:cubicBezTo>
                    <a:pt x="447" y="128"/>
                    <a:pt x="446" y="129"/>
                    <a:pt x="446" y="129"/>
                  </a:cubicBezTo>
                  <a:cubicBezTo>
                    <a:pt x="444" y="129"/>
                    <a:pt x="443" y="130"/>
                    <a:pt x="442" y="130"/>
                  </a:cubicBezTo>
                  <a:cubicBezTo>
                    <a:pt x="442" y="131"/>
                    <a:pt x="442" y="131"/>
                    <a:pt x="441" y="131"/>
                  </a:cubicBezTo>
                  <a:cubicBezTo>
                    <a:pt x="440" y="131"/>
                    <a:pt x="438" y="131"/>
                    <a:pt x="437" y="132"/>
                  </a:cubicBezTo>
                  <a:cubicBezTo>
                    <a:pt x="435" y="132"/>
                    <a:pt x="434" y="132"/>
                    <a:pt x="434" y="132"/>
                  </a:cubicBezTo>
                  <a:cubicBezTo>
                    <a:pt x="433" y="132"/>
                    <a:pt x="432" y="132"/>
                    <a:pt x="431" y="132"/>
                  </a:cubicBezTo>
                  <a:cubicBezTo>
                    <a:pt x="430" y="132"/>
                    <a:pt x="428" y="132"/>
                    <a:pt x="427" y="132"/>
                  </a:cubicBezTo>
                  <a:cubicBezTo>
                    <a:pt x="428" y="132"/>
                    <a:pt x="429" y="132"/>
                    <a:pt x="430" y="132"/>
                  </a:cubicBezTo>
                  <a:cubicBezTo>
                    <a:pt x="430" y="132"/>
                    <a:pt x="430" y="132"/>
                    <a:pt x="430" y="132"/>
                  </a:cubicBezTo>
                  <a:cubicBezTo>
                    <a:pt x="431" y="132"/>
                    <a:pt x="432" y="132"/>
                    <a:pt x="432" y="132"/>
                  </a:cubicBezTo>
                  <a:cubicBezTo>
                    <a:pt x="435" y="132"/>
                    <a:pt x="439" y="131"/>
                    <a:pt x="442" y="129"/>
                  </a:cubicBezTo>
                  <a:cubicBezTo>
                    <a:pt x="444" y="128"/>
                    <a:pt x="445" y="126"/>
                    <a:pt x="445" y="124"/>
                  </a:cubicBezTo>
                  <a:cubicBezTo>
                    <a:pt x="444" y="122"/>
                    <a:pt x="442" y="120"/>
                    <a:pt x="440" y="118"/>
                  </a:cubicBezTo>
                  <a:cubicBezTo>
                    <a:pt x="438" y="117"/>
                    <a:pt x="436" y="116"/>
                    <a:pt x="434" y="116"/>
                  </a:cubicBezTo>
                  <a:cubicBezTo>
                    <a:pt x="432" y="116"/>
                    <a:pt x="431" y="117"/>
                    <a:pt x="429" y="118"/>
                  </a:cubicBezTo>
                  <a:cubicBezTo>
                    <a:pt x="428" y="118"/>
                    <a:pt x="428" y="119"/>
                    <a:pt x="427" y="119"/>
                  </a:cubicBezTo>
                  <a:cubicBezTo>
                    <a:pt x="424" y="120"/>
                    <a:pt x="419" y="122"/>
                    <a:pt x="421" y="128"/>
                  </a:cubicBezTo>
                  <a:cubicBezTo>
                    <a:pt x="421" y="129"/>
                    <a:pt x="423" y="130"/>
                    <a:pt x="424" y="131"/>
                  </a:cubicBezTo>
                  <a:cubicBezTo>
                    <a:pt x="424" y="131"/>
                    <a:pt x="423" y="131"/>
                    <a:pt x="423" y="131"/>
                  </a:cubicBezTo>
                  <a:cubicBezTo>
                    <a:pt x="421" y="131"/>
                    <a:pt x="420" y="130"/>
                    <a:pt x="419" y="130"/>
                  </a:cubicBezTo>
                  <a:cubicBezTo>
                    <a:pt x="418" y="130"/>
                    <a:pt x="417" y="129"/>
                    <a:pt x="416" y="129"/>
                  </a:cubicBezTo>
                  <a:cubicBezTo>
                    <a:pt x="415" y="128"/>
                    <a:pt x="414" y="127"/>
                    <a:pt x="412" y="127"/>
                  </a:cubicBezTo>
                  <a:cubicBezTo>
                    <a:pt x="411" y="126"/>
                    <a:pt x="409" y="126"/>
                    <a:pt x="408" y="125"/>
                  </a:cubicBezTo>
                  <a:cubicBezTo>
                    <a:pt x="409" y="125"/>
                    <a:pt x="409" y="125"/>
                    <a:pt x="409" y="125"/>
                  </a:cubicBezTo>
                  <a:cubicBezTo>
                    <a:pt x="411" y="125"/>
                    <a:pt x="413" y="125"/>
                    <a:pt x="415" y="125"/>
                  </a:cubicBezTo>
                  <a:cubicBezTo>
                    <a:pt x="418" y="124"/>
                    <a:pt x="421" y="122"/>
                    <a:pt x="423" y="121"/>
                  </a:cubicBezTo>
                  <a:cubicBezTo>
                    <a:pt x="424" y="120"/>
                    <a:pt x="425" y="119"/>
                    <a:pt x="427" y="118"/>
                  </a:cubicBezTo>
                  <a:cubicBezTo>
                    <a:pt x="433" y="115"/>
                    <a:pt x="433" y="111"/>
                    <a:pt x="432" y="109"/>
                  </a:cubicBezTo>
                  <a:cubicBezTo>
                    <a:pt x="432" y="108"/>
                    <a:pt x="430" y="106"/>
                    <a:pt x="426" y="106"/>
                  </a:cubicBezTo>
                  <a:cubicBezTo>
                    <a:pt x="425" y="106"/>
                    <a:pt x="424" y="106"/>
                    <a:pt x="423" y="106"/>
                  </a:cubicBezTo>
                  <a:cubicBezTo>
                    <a:pt x="423" y="106"/>
                    <a:pt x="423" y="106"/>
                    <a:pt x="423" y="106"/>
                  </a:cubicBezTo>
                  <a:cubicBezTo>
                    <a:pt x="422" y="106"/>
                    <a:pt x="422" y="106"/>
                    <a:pt x="421" y="106"/>
                  </a:cubicBezTo>
                  <a:cubicBezTo>
                    <a:pt x="421" y="106"/>
                    <a:pt x="418" y="106"/>
                    <a:pt x="417" y="106"/>
                  </a:cubicBezTo>
                  <a:cubicBezTo>
                    <a:pt x="416" y="106"/>
                    <a:pt x="415" y="106"/>
                    <a:pt x="413" y="106"/>
                  </a:cubicBezTo>
                  <a:cubicBezTo>
                    <a:pt x="411" y="107"/>
                    <a:pt x="410" y="108"/>
                    <a:pt x="408" y="109"/>
                  </a:cubicBezTo>
                  <a:cubicBezTo>
                    <a:pt x="407" y="109"/>
                    <a:pt x="406" y="110"/>
                    <a:pt x="405" y="110"/>
                  </a:cubicBezTo>
                  <a:cubicBezTo>
                    <a:pt x="405" y="110"/>
                    <a:pt x="405" y="110"/>
                    <a:pt x="404" y="110"/>
                  </a:cubicBezTo>
                  <a:cubicBezTo>
                    <a:pt x="404" y="110"/>
                    <a:pt x="403" y="110"/>
                    <a:pt x="403" y="110"/>
                  </a:cubicBezTo>
                  <a:cubicBezTo>
                    <a:pt x="405" y="109"/>
                    <a:pt x="408" y="107"/>
                    <a:pt x="409" y="106"/>
                  </a:cubicBezTo>
                  <a:cubicBezTo>
                    <a:pt x="409" y="105"/>
                    <a:pt x="409" y="105"/>
                    <a:pt x="409" y="105"/>
                  </a:cubicBezTo>
                  <a:cubicBezTo>
                    <a:pt x="411" y="104"/>
                    <a:pt x="412" y="102"/>
                    <a:pt x="414" y="100"/>
                  </a:cubicBezTo>
                  <a:cubicBezTo>
                    <a:pt x="414" y="99"/>
                    <a:pt x="415" y="97"/>
                    <a:pt x="414" y="95"/>
                  </a:cubicBezTo>
                  <a:cubicBezTo>
                    <a:pt x="414" y="93"/>
                    <a:pt x="412" y="93"/>
                    <a:pt x="412" y="93"/>
                  </a:cubicBezTo>
                  <a:cubicBezTo>
                    <a:pt x="411" y="93"/>
                    <a:pt x="410" y="93"/>
                    <a:pt x="410" y="93"/>
                  </a:cubicBezTo>
                  <a:cubicBezTo>
                    <a:pt x="410" y="94"/>
                    <a:pt x="410" y="94"/>
                    <a:pt x="410" y="94"/>
                  </a:cubicBezTo>
                  <a:cubicBezTo>
                    <a:pt x="410" y="94"/>
                    <a:pt x="410" y="94"/>
                    <a:pt x="410" y="94"/>
                  </a:cubicBezTo>
                  <a:cubicBezTo>
                    <a:pt x="409" y="93"/>
                    <a:pt x="409" y="93"/>
                    <a:pt x="407" y="92"/>
                  </a:cubicBezTo>
                  <a:cubicBezTo>
                    <a:pt x="405" y="92"/>
                    <a:pt x="404" y="94"/>
                    <a:pt x="403" y="95"/>
                  </a:cubicBezTo>
                  <a:cubicBezTo>
                    <a:pt x="402" y="96"/>
                    <a:pt x="402" y="96"/>
                    <a:pt x="401" y="97"/>
                  </a:cubicBezTo>
                  <a:cubicBezTo>
                    <a:pt x="401" y="97"/>
                    <a:pt x="401" y="97"/>
                    <a:pt x="400" y="97"/>
                  </a:cubicBezTo>
                  <a:cubicBezTo>
                    <a:pt x="399" y="97"/>
                    <a:pt x="398" y="98"/>
                    <a:pt x="397" y="100"/>
                  </a:cubicBezTo>
                  <a:cubicBezTo>
                    <a:pt x="396" y="102"/>
                    <a:pt x="396" y="106"/>
                    <a:pt x="397" y="108"/>
                  </a:cubicBezTo>
                  <a:cubicBezTo>
                    <a:pt x="398" y="108"/>
                    <a:pt x="398" y="109"/>
                    <a:pt x="398" y="109"/>
                  </a:cubicBezTo>
                  <a:cubicBezTo>
                    <a:pt x="397" y="109"/>
                    <a:pt x="395" y="110"/>
                    <a:pt x="395" y="111"/>
                  </a:cubicBezTo>
                  <a:cubicBezTo>
                    <a:pt x="394" y="112"/>
                    <a:pt x="393" y="114"/>
                    <a:pt x="393" y="115"/>
                  </a:cubicBezTo>
                  <a:cubicBezTo>
                    <a:pt x="393" y="115"/>
                    <a:pt x="392" y="114"/>
                    <a:pt x="392" y="114"/>
                  </a:cubicBezTo>
                  <a:cubicBezTo>
                    <a:pt x="391" y="113"/>
                    <a:pt x="389" y="113"/>
                    <a:pt x="388" y="113"/>
                  </a:cubicBezTo>
                  <a:cubicBezTo>
                    <a:pt x="388" y="112"/>
                    <a:pt x="388" y="112"/>
                    <a:pt x="388" y="112"/>
                  </a:cubicBezTo>
                  <a:cubicBezTo>
                    <a:pt x="388" y="112"/>
                    <a:pt x="388" y="110"/>
                    <a:pt x="388" y="110"/>
                  </a:cubicBezTo>
                  <a:cubicBezTo>
                    <a:pt x="385" y="110"/>
                    <a:pt x="385" y="110"/>
                    <a:pt x="385" y="110"/>
                  </a:cubicBezTo>
                  <a:cubicBezTo>
                    <a:pt x="384" y="111"/>
                    <a:pt x="382" y="111"/>
                    <a:pt x="380" y="112"/>
                  </a:cubicBezTo>
                  <a:cubicBezTo>
                    <a:pt x="369" y="116"/>
                    <a:pt x="361" y="123"/>
                    <a:pt x="354" y="134"/>
                  </a:cubicBezTo>
                  <a:cubicBezTo>
                    <a:pt x="352" y="137"/>
                    <a:pt x="350" y="140"/>
                    <a:pt x="347" y="142"/>
                  </a:cubicBezTo>
                  <a:cubicBezTo>
                    <a:pt x="343" y="147"/>
                    <a:pt x="339" y="152"/>
                    <a:pt x="337" y="159"/>
                  </a:cubicBezTo>
                  <a:cubicBezTo>
                    <a:pt x="337" y="161"/>
                    <a:pt x="337" y="161"/>
                    <a:pt x="337" y="161"/>
                  </a:cubicBezTo>
                  <a:cubicBezTo>
                    <a:pt x="336" y="166"/>
                    <a:pt x="335" y="171"/>
                    <a:pt x="329" y="173"/>
                  </a:cubicBezTo>
                  <a:cubicBezTo>
                    <a:pt x="328" y="174"/>
                    <a:pt x="326" y="174"/>
                    <a:pt x="324" y="174"/>
                  </a:cubicBezTo>
                  <a:cubicBezTo>
                    <a:pt x="322" y="174"/>
                    <a:pt x="319" y="174"/>
                    <a:pt x="317" y="173"/>
                  </a:cubicBezTo>
                  <a:cubicBezTo>
                    <a:pt x="316" y="173"/>
                    <a:pt x="316" y="173"/>
                    <a:pt x="315" y="173"/>
                  </a:cubicBezTo>
                  <a:cubicBezTo>
                    <a:pt x="312" y="172"/>
                    <a:pt x="310" y="172"/>
                    <a:pt x="308" y="170"/>
                  </a:cubicBezTo>
                  <a:cubicBezTo>
                    <a:pt x="307" y="169"/>
                    <a:pt x="306" y="168"/>
                    <a:pt x="306" y="166"/>
                  </a:cubicBezTo>
                  <a:cubicBezTo>
                    <a:pt x="305" y="166"/>
                    <a:pt x="305" y="165"/>
                    <a:pt x="305" y="164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3" y="162"/>
                    <a:pt x="302" y="160"/>
                    <a:pt x="301" y="159"/>
                  </a:cubicBezTo>
                  <a:cubicBezTo>
                    <a:pt x="299" y="158"/>
                    <a:pt x="297" y="156"/>
                    <a:pt x="298" y="153"/>
                  </a:cubicBezTo>
                  <a:cubicBezTo>
                    <a:pt x="298" y="153"/>
                    <a:pt x="298" y="153"/>
                    <a:pt x="298" y="152"/>
                  </a:cubicBezTo>
                  <a:cubicBezTo>
                    <a:pt x="298" y="151"/>
                    <a:pt x="298" y="151"/>
                    <a:pt x="297" y="150"/>
                  </a:cubicBezTo>
                  <a:cubicBezTo>
                    <a:pt x="297" y="149"/>
                    <a:pt x="297" y="148"/>
                    <a:pt x="296" y="147"/>
                  </a:cubicBezTo>
                  <a:cubicBezTo>
                    <a:pt x="295" y="145"/>
                    <a:pt x="295" y="145"/>
                    <a:pt x="295" y="145"/>
                  </a:cubicBezTo>
                  <a:cubicBezTo>
                    <a:pt x="293" y="141"/>
                    <a:pt x="292" y="137"/>
                    <a:pt x="288" y="133"/>
                  </a:cubicBezTo>
                  <a:cubicBezTo>
                    <a:pt x="287" y="131"/>
                    <a:pt x="286" y="130"/>
                    <a:pt x="284" y="129"/>
                  </a:cubicBezTo>
                  <a:cubicBezTo>
                    <a:pt x="282" y="126"/>
                    <a:pt x="280" y="124"/>
                    <a:pt x="278" y="121"/>
                  </a:cubicBezTo>
                  <a:cubicBezTo>
                    <a:pt x="275" y="117"/>
                    <a:pt x="273" y="112"/>
                    <a:pt x="272" y="105"/>
                  </a:cubicBezTo>
                  <a:cubicBezTo>
                    <a:pt x="272" y="103"/>
                    <a:pt x="272" y="101"/>
                    <a:pt x="272" y="100"/>
                  </a:cubicBezTo>
                  <a:cubicBezTo>
                    <a:pt x="271" y="96"/>
                    <a:pt x="271" y="92"/>
                    <a:pt x="270" y="88"/>
                  </a:cubicBezTo>
                  <a:cubicBezTo>
                    <a:pt x="269" y="86"/>
                    <a:pt x="266" y="84"/>
                    <a:pt x="264" y="82"/>
                  </a:cubicBezTo>
                  <a:cubicBezTo>
                    <a:pt x="263" y="81"/>
                    <a:pt x="262" y="80"/>
                    <a:pt x="261" y="79"/>
                  </a:cubicBezTo>
                  <a:cubicBezTo>
                    <a:pt x="257" y="76"/>
                    <a:pt x="256" y="71"/>
                    <a:pt x="255" y="66"/>
                  </a:cubicBezTo>
                  <a:cubicBezTo>
                    <a:pt x="255" y="64"/>
                    <a:pt x="255" y="64"/>
                    <a:pt x="255" y="64"/>
                  </a:cubicBezTo>
                  <a:cubicBezTo>
                    <a:pt x="253" y="59"/>
                    <a:pt x="250" y="56"/>
                    <a:pt x="245" y="55"/>
                  </a:cubicBezTo>
                  <a:cubicBezTo>
                    <a:pt x="243" y="55"/>
                    <a:pt x="242" y="55"/>
                    <a:pt x="241" y="55"/>
                  </a:cubicBezTo>
                  <a:cubicBezTo>
                    <a:pt x="237" y="55"/>
                    <a:pt x="233" y="55"/>
                    <a:pt x="230" y="52"/>
                  </a:cubicBezTo>
                  <a:cubicBezTo>
                    <a:pt x="228" y="50"/>
                    <a:pt x="227" y="49"/>
                    <a:pt x="226" y="47"/>
                  </a:cubicBezTo>
                  <a:cubicBezTo>
                    <a:pt x="225" y="45"/>
                    <a:pt x="224" y="42"/>
                    <a:pt x="221" y="41"/>
                  </a:cubicBezTo>
                  <a:cubicBezTo>
                    <a:pt x="218" y="39"/>
                    <a:pt x="215" y="39"/>
                    <a:pt x="213" y="39"/>
                  </a:cubicBezTo>
                  <a:cubicBezTo>
                    <a:pt x="212" y="39"/>
                    <a:pt x="210" y="39"/>
                    <a:pt x="209" y="39"/>
                  </a:cubicBezTo>
                  <a:cubicBezTo>
                    <a:pt x="208" y="39"/>
                    <a:pt x="207" y="39"/>
                    <a:pt x="205" y="39"/>
                  </a:cubicBezTo>
                  <a:cubicBezTo>
                    <a:pt x="205" y="39"/>
                    <a:pt x="204" y="39"/>
                    <a:pt x="203" y="39"/>
                  </a:cubicBezTo>
                  <a:cubicBezTo>
                    <a:pt x="200" y="39"/>
                    <a:pt x="198" y="38"/>
                    <a:pt x="197" y="36"/>
                  </a:cubicBezTo>
                  <a:cubicBezTo>
                    <a:pt x="193" y="30"/>
                    <a:pt x="197" y="18"/>
                    <a:pt x="199" y="11"/>
                  </a:cubicBezTo>
                  <a:cubicBezTo>
                    <a:pt x="197" y="10"/>
                    <a:pt x="197" y="10"/>
                    <a:pt x="197" y="10"/>
                  </a:cubicBezTo>
                  <a:cubicBezTo>
                    <a:pt x="199" y="11"/>
                    <a:pt x="199" y="11"/>
                    <a:pt x="199" y="11"/>
                  </a:cubicBezTo>
                  <a:cubicBezTo>
                    <a:pt x="199" y="9"/>
                    <a:pt x="199" y="9"/>
                    <a:pt x="199" y="9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5" y="7"/>
                    <a:pt x="193" y="6"/>
                    <a:pt x="190" y="5"/>
                  </a:cubicBezTo>
                  <a:cubicBezTo>
                    <a:pt x="189" y="4"/>
                    <a:pt x="189" y="4"/>
                    <a:pt x="188" y="3"/>
                  </a:cubicBezTo>
                  <a:cubicBezTo>
                    <a:pt x="186" y="2"/>
                    <a:pt x="185" y="0"/>
                    <a:pt x="182" y="0"/>
                  </a:cubicBezTo>
                  <a:cubicBezTo>
                    <a:pt x="181" y="0"/>
                    <a:pt x="181" y="0"/>
                    <a:pt x="180" y="0"/>
                  </a:cubicBezTo>
                  <a:cubicBezTo>
                    <a:pt x="177" y="0"/>
                    <a:pt x="174" y="1"/>
                    <a:pt x="172" y="2"/>
                  </a:cubicBezTo>
                  <a:cubicBezTo>
                    <a:pt x="170" y="3"/>
                    <a:pt x="169" y="4"/>
                    <a:pt x="168" y="5"/>
                  </a:cubicBezTo>
                  <a:cubicBezTo>
                    <a:pt x="166" y="6"/>
                    <a:pt x="165" y="8"/>
                    <a:pt x="163" y="8"/>
                  </a:cubicBezTo>
                  <a:cubicBezTo>
                    <a:pt x="163" y="8"/>
                    <a:pt x="162" y="8"/>
                    <a:pt x="162" y="8"/>
                  </a:cubicBezTo>
                  <a:cubicBezTo>
                    <a:pt x="161" y="7"/>
                    <a:pt x="160" y="7"/>
                    <a:pt x="159" y="7"/>
                  </a:cubicBezTo>
                  <a:cubicBezTo>
                    <a:pt x="156" y="7"/>
                    <a:pt x="154" y="8"/>
                    <a:pt x="152" y="9"/>
                  </a:cubicBezTo>
                  <a:cubicBezTo>
                    <a:pt x="151" y="9"/>
                    <a:pt x="151" y="9"/>
                    <a:pt x="150" y="9"/>
                  </a:cubicBezTo>
                  <a:cubicBezTo>
                    <a:pt x="148" y="9"/>
                    <a:pt x="147" y="9"/>
                    <a:pt x="146" y="8"/>
                  </a:cubicBezTo>
                  <a:cubicBezTo>
                    <a:pt x="145" y="7"/>
                    <a:pt x="145" y="7"/>
                    <a:pt x="144" y="7"/>
                  </a:cubicBezTo>
                  <a:cubicBezTo>
                    <a:pt x="144" y="6"/>
                    <a:pt x="143" y="5"/>
                    <a:pt x="141" y="5"/>
                  </a:cubicBezTo>
                  <a:cubicBezTo>
                    <a:pt x="140" y="5"/>
                    <a:pt x="139" y="5"/>
                    <a:pt x="138" y="6"/>
                  </a:cubicBezTo>
                  <a:cubicBezTo>
                    <a:pt x="135" y="7"/>
                    <a:pt x="133" y="11"/>
                    <a:pt x="132" y="14"/>
                  </a:cubicBezTo>
                  <a:cubicBezTo>
                    <a:pt x="131" y="19"/>
                    <a:pt x="134" y="22"/>
                    <a:pt x="136" y="25"/>
                  </a:cubicBezTo>
                  <a:cubicBezTo>
                    <a:pt x="137" y="26"/>
                    <a:pt x="138" y="27"/>
                    <a:pt x="138" y="28"/>
                  </a:cubicBezTo>
                  <a:cubicBezTo>
                    <a:pt x="140" y="30"/>
                    <a:pt x="140" y="32"/>
                    <a:pt x="140" y="33"/>
                  </a:cubicBezTo>
                  <a:cubicBezTo>
                    <a:pt x="140" y="33"/>
                    <a:pt x="139" y="34"/>
                    <a:pt x="138" y="34"/>
                  </a:cubicBezTo>
                  <a:cubicBezTo>
                    <a:pt x="138" y="34"/>
                    <a:pt x="137" y="34"/>
                    <a:pt x="137" y="34"/>
                  </a:cubicBezTo>
                  <a:cubicBezTo>
                    <a:pt x="136" y="34"/>
                    <a:pt x="134" y="33"/>
                    <a:pt x="132" y="33"/>
                  </a:cubicBezTo>
                  <a:cubicBezTo>
                    <a:pt x="131" y="32"/>
                    <a:pt x="129" y="32"/>
                    <a:pt x="128" y="32"/>
                  </a:cubicBezTo>
                  <a:cubicBezTo>
                    <a:pt x="127" y="31"/>
                    <a:pt x="125" y="31"/>
                    <a:pt x="124" y="31"/>
                  </a:cubicBezTo>
                  <a:cubicBezTo>
                    <a:pt x="119" y="30"/>
                    <a:pt x="114" y="29"/>
                    <a:pt x="109" y="29"/>
                  </a:cubicBezTo>
                  <a:cubicBezTo>
                    <a:pt x="107" y="29"/>
                    <a:pt x="106" y="29"/>
                    <a:pt x="104" y="29"/>
                  </a:cubicBezTo>
                  <a:cubicBezTo>
                    <a:pt x="103" y="29"/>
                    <a:pt x="102" y="30"/>
                    <a:pt x="101" y="30"/>
                  </a:cubicBezTo>
                  <a:cubicBezTo>
                    <a:pt x="99" y="30"/>
                    <a:pt x="98" y="31"/>
                    <a:pt x="96" y="31"/>
                  </a:cubicBezTo>
                  <a:cubicBezTo>
                    <a:pt x="95" y="31"/>
                    <a:pt x="94" y="31"/>
                    <a:pt x="93" y="30"/>
                  </a:cubicBezTo>
                  <a:cubicBezTo>
                    <a:pt x="89" y="28"/>
                    <a:pt x="86" y="28"/>
                    <a:pt x="82" y="28"/>
                  </a:cubicBezTo>
                  <a:cubicBezTo>
                    <a:pt x="82" y="28"/>
                    <a:pt x="81" y="28"/>
                    <a:pt x="80" y="28"/>
                  </a:cubicBezTo>
                  <a:cubicBezTo>
                    <a:pt x="74" y="28"/>
                    <a:pt x="72" y="31"/>
                    <a:pt x="69" y="36"/>
                  </a:cubicBezTo>
                  <a:cubicBezTo>
                    <a:pt x="69" y="37"/>
                    <a:pt x="69" y="37"/>
                    <a:pt x="69" y="37"/>
                  </a:cubicBezTo>
                  <a:cubicBezTo>
                    <a:pt x="66" y="40"/>
                    <a:pt x="64" y="42"/>
                    <a:pt x="61" y="42"/>
                  </a:cubicBezTo>
                  <a:cubicBezTo>
                    <a:pt x="61" y="42"/>
                    <a:pt x="61" y="42"/>
                    <a:pt x="61" y="42"/>
                  </a:cubicBezTo>
                  <a:cubicBezTo>
                    <a:pt x="60" y="42"/>
                    <a:pt x="59" y="42"/>
                    <a:pt x="58" y="42"/>
                  </a:cubicBezTo>
                  <a:cubicBezTo>
                    <a:pt x="56" y="41"/>
                    <a:pt x="55" y="41"/>
                    <a:pt x="54" y="41"/>
                  </a:cubicBezTo>
                  <a:cubicBezTo>
                    <a:pt x="52" y="41"/>
                    <a:pt x="50" y="42"/>
                    <a:pt x="49" y="43"/>
                  </a:cubicBezTo>
                  <a:cubicBezTo>
                    <a:pt x="47" y="44"/>
                    <a:pt x="46" y="45"/>
                    <a:pt x="46" y="47"/>
                  </a:cubicBezTo>
                  <a:cubicBezTo>
                    <a:pt x="44" y="48"/>
                    <a:pt x="44" y="49"/>
                    <a:pt x="43" y="49"/>
                  </a:cubicBezTo>
                  <a:cubicBezTo>
                    <a:pt x="43" y="49"/>
                    <a:pt x="42" y="49"/>
                    <a:pt x="42" y="49"/>
                  </a:cubicBezTo>
                  <a:cubicBezTo>
                    <a:pt x="41" y="48"/>
                    <a:pt x="40" y="48"/>
                    <a:pt x="39" y="48"/>
                  </a:cubicBezTo>
                  <a:cubicBezTo>
                    <a:pt x="38" y="47"/>
                    <a:pt x="36" y="46"/>
                    <a:pt x="34" y="46"/>
                  </a:cubicBezTo>
                  <a:cubicBezTo>
                    <a:pt x="33" y="46"/>
                    <a:pt x="32" y="46"/>
                    <a:pt x="32" y="47"/>
                  </a:cubicBezTo>
                  <a:cubicBezTo>
                    <a:pt x="30" y="47"/>
                    <a:pt x="29" y="48"/>
                    <a:pt x="28" y="50"/>
                  </a:cubicBezTo>
                  <a:cubicBezTo>
                    <a:pt x="28" y="50"/>
                    <a:pt x="27" y="50"/>
                    <a:pt x="27" y="51"/>
                  </a:cubicBezTo>
                  <a:cubicBezTo>
                    <a:pt x="26" y="51"/>
                    <a:pt x="26" y="51"/>
                    <a:pt x="25" y="52"/>
                  </a:cubicBezTo>
                  <a:cubicBezTo>
                    <a:pt x="25" y="52"/>
                    <a:pt x="24" y="52"/>
                    <a:pt x="23" y="53"/>
                  </a:cubicBezTo>
                  <a:cubicBezTo>
                    <a:pt x="21" y="54"/>
                    <a:pt x="21" y="57"/>
                    <a:pt x="21" y="59"/>
                  </a:cubicBezTo>
                  <a:cubicBezTo>
                    <a:pt x="20" y="60"/>
                    <a:pt x="20" y="61"/>
                    <a:pt x="20" y="61"/>
                  </a:cubicBezTo>
                  <a:cubicBezTo>
                    <a:pt x="19" y="62"/>
                    <a:pt x="19" y="62"/>
                    <a:pt x="17" y="62"/>
                  </a:cubicBezTo>
                  <a:cubicBezTo>
                    <a:pt x="17" y="62"/>
                    <a:pt x="15" y="62"/>
                    <a:pt x="15" y="62"/>
                  </a:cubicBezTo>
                  <a:cubicBezTo>
                    <a:pt x="14" y="62"/>
                    <a:pt x="12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0" y="63"/>
                    <a:pt x="9" y="63"/>
                    <a:pt x="9" y="63"/>
                  </a:cubicBezTo>
                  <a:cubicBezTo>
                    <a:pt x="9" y="63"/>
                    <a:pt x="8" y="63"/>
                    <a:pt x="8" y="62"/>
                  </a:cubicBezTo>
                  <a:cubicBezTo>
                    <a:pt x="6" y="61"/>
                    <a:pt x="6" y="61"/>
                    <a:pt x="6" y="61"/>
                  </a:cubicBezTo>
                  <a:cubicBezTo>
                    <a:pt x="6" y="61"/>
                    <a:pt x="5" y="60"/>
                    <a:pt x="4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1" y="63"/>
                    <a:pt x="2" y="65"/>
                    <a:pt x="2" y="66"/>
                  </a:cubicBezTo>
                  <a:cubicBezTo>
                    <a:pt x="2" y="69"/>
                    <a:pt x="3" y="71"/>
                    <a:pt x="3" y="72"/>
                  </a:cubicBezTo>
                  <a:cubicBezTo>
                    <a:pt x="4" y="76"/>
                    <a:pt x="4" y="81"/>
                    <a:pt x="4" y="84"/>
                  </a:cubicBezTo>
                  <a:cubicBezTo>
                    <a:pt x="4" y="87"/>
                    <a:pt x="4" y="90"/>
                    <a:pt x="4" y="92"/>
                  </a:cubicBezTo>
                  <a:cubicBezTo>
                    <a:pt x="4" y="96"/>
                    <a:pt x="5" y="99"/>
                    <a:pt x="6" y="102"/>
                  </a:cubicBezTo>
                  <a:cubicBezTo>
                    <a:pt x="6" y="105"/>
                    <a:pt x="7" y="108"/>
                    <a:pt x="7" y="112"/>
                  </a:cubicBezTo>
                  <a:cubicBezTo>
                    <a:pt x="7" y="114"/>
                    <a:pt x="7" y="117"/>
                    <a:pt x="7" y="120"/>
                  </a:cubicBezTo>
                  <a:cubicBezTo>
                    <a:pt x="6" y="124"/>
                    <a:pt x="6" y="128"/>
                    <a:pt x="7" y="132"/>
                  </a:cubicBezTo>
                  <a:cubicBezTo>
                    <a:pt x="7" y="134"/>
                    <a:pt x="8" y="135"/>
                    <a:pt x="10" y="136"/>
                  </a:cubicBezTo>
                  <a:cubicBezTo>
                    <a:pt x="10" y="137"/>
                    <a:pt x="11" y="139"/>
                    <a:pt x="12" y="140"/>
                  </a:cubicBezTo>
                  <a:cubicBezTo>
                    <a:pt x="12" y="141"/>
                    <a:pt x="12" y="143"/>
                    <a:pt x="12" y="144"/>
                  </a:cubicBezTo>
                  <a:cubicBezTo>
                    <a:pt x="12" y="145"/>
                    <a:pt x="11" y="146"/>
                    <a:pt x="12" y="148"/>
                  </a:cubicBezTo>
                  <a:cubicBezTo>
                    <a:pt x="13" y="149"/>
                    <a:pt x="14" y="150"/>
                    <a:pt x="15" y="150"/>
                  </a:cubicBezTo>
                  <a:cubicBezTo>
                    <a:pt x="16" y="150"/>
                    <a:pt x="17" y="150"/>
                    <a:pt x="18" y="151"/>
                  </a:cubicBezTo>
                  <a:cubicBezTo>
                    <a:pt x="20" y="152"/>
                    <a:pt x="21" y="153"/>
                    <a:pt x="22" y="155"/>
                  </a:cubicBezTo>
                  <a:cubicBezTo>
                    <a:pt x="22" y="155"/>
                    <a:pt x="22" y="156"/>
                    <a:pt x="23" y="156"/>
                  </a:cubicBezTo>
                  <a:cubicBezTo>
                    <a:pt x="24" y="159"/>
                    <a:pt x="27" y="162"/>
                    <a:pt x="29" y="165"/>
                  </a:cubicBezTo>
                  <a:cubicBezTo>
                    <a:pt x="30" y="166"/>
                    <a:pt x="31" y="168"/>
                    <a:pt x="32" y="169"/>
                  </a:cubicBezTo>
                  <a:cubicBezTo>
                    <a:pt x="34" y="172"/>
                    <a:pt x="36" y="173"/>
                    <a:pt x="39" y="174"/>
                  </a:cubicBezTo>
                  <a:cubicBezTo>
                    <a:pt x="40" y="175"/>
                    <a:pt x="42" y="175"/>
                    <a:pt x="43" y="176"/>
                  </a:cubicBezTo>
                  <a:cubicBezTo>
                    <a:pt x="46" y="177"/>
                    <a:pt x="48" y="180"/>
                    <a:pt x="50" y="182"/>
                  </a:cubicBezTo>
                  <a:cubicBezTo>
                    <a:pt x="52" y="183"/>
                    <a:pt x="53" y="185"/>
                    <a:pt x="55" y="186"/>
                  </a:cubicBezTo>
                  <a:cubicBezTo>
                    <a:pt x="56" y="187"/>
                    <a:pt x="56" y="187"/>
                    <a:pt x="56" y="187"/>
                  </a:cubicBezTo>
                  <a:cubicBezTo>
                    <a:pt x="60" y="190"/>
                    <a:pt x="64" y="193"/>
                    <a:pt x="68" y="195"/>
                  </a:cubicBezTo>
                  <a:cubicBezTo>
                    <a:pt x="70" y="195"/>
                    <a:pt x="72" y="196"/>
                    <a:pt x="74" y="196"/>
                  </a:cubicBezTo>
                  <a:cubicBezTo>
                    <a:pt x="77" y="196"/>
                    <a:pt x="80" y="197"/>
                    <a:pt x="82" y="198"/>
                  </a:cubicBezTo>
                  <a:cubicBezTo>
                    <a:pt x="83" y="199"/>
                    <a:pt x="84" y="199"/>
                    <a:pt x="84" y="200"/>
                  </a:cubicBezTo>
                  <a:cubicBezTo>
                    <a:pt x="85" y="201"/>
                    <a:pt x="85" y="201"/>
                    <a:pt x="86" y="202"/>
                  </a:cubicBezTo>
                  <a:cubicBezTo>
                    <a:pt x="87" y="202"/>
                    <a:pt x="88" y="203"/>
                    <a:pt x="88" y="203"/>
                  </a:cubicBezTo>
                  <a:cubicBezTo>
                    <a:pt x="90" y="203"/>
                    <a:pt x="91" y="204"/>
                    <a:pt x="92" y="205"/>
                  </a:cubicBezTo>
                  <a:cubicBezTo>
                    <a:pt x="93" y="206"/>
                    <a:pt x="93" y="206"/>
                    <a:pt x="93" y="206"/>
                  </a:cubicBezTo>
                  <a:cubicBezTo>
                    <a:pt x="94" y="208"/>
                    <a:pt x="95" y="208"/>
                    <a:pt x="97" y="209"/>
                  </a:cubicBezTo>
                  <a:cubicBezTo>
                    <a:pt x="98" y="210"/>
                    <a:pt x="98" y="210"/>
                    <a:pt x="98" y="210"/>
                  </a:cubicBezTo>
                  <a:cubicBezTo>
                    <a:pt x="99" y="210"/>
                    <a:pt x="101" y="211"/>
                    <a:pt x="102" y="213"/>
                  </a:cubicBezTo>
                  <a:cubicBezTo>
                    <a:pt x="102" y="213"/>
                    <a:pt x="103" y="214"/>
                    <a:pt x="103" y="215"/>
                  </a:cubicBezTo>
                  <a:cubicBezTo>
                    <a:pt x="104" y="216"/>
                    <a:pt x="104" y="217"/>
                    <a:pt x="105" y="217"/>
                  </a:cubicBezTo>
                  <a:cubicBezTo>
                    <a:pt x="106" y="218"/>
                    <a:pt x="106" y="218"/>
                    <a:pt x="107" y="218"/>
                  </a:cubicBezTo>
                  <a:cubicBezTo>
                    <a:pt x="107" y="218"/>
                    <a:pt x="108" y="217"/>
                    <a:pt x="109" y="217"/>
                  </a:cubicBezTo>
                  <a:cubicBezTo>
                    <a:pt x="110" y="217"/>
                    <a:pt x="111" y="217"/>
                    <a:pt x="112" y="217"/>
                  </a:cubicBezTo>
                  <a:cubicBezTo>
                    <a:pt x="112" y="217"/>
                    <a:pt x="112" y="217"/>
                    <a:pt x="112" y="217"/>
                  </a:cubicBezTo>
                  <a:cubicBezTo>
                    <a:pt x="115" y="217"/>
                    <a:pt x="116" y="217"/>
                    <a:pt x="118" y="219"/>
                  </a:cubicBezTo>
                  <a:cubicBezTo>
                    <a:pt x="119" y="219"/>
                    <a:pt x="119" y="220"/>
                    <a:pt x="119" y="220"/>
                  </a:cubicBezTo>
                  <a:cubicBezTo>
                    <a:pt x="120" y="221"/>
                    <a:pt x="121" y="222"/>
                    <a:pt x="123" y="223"/>
                  </a:cubicBezTo>
                  <a:cubicBezTo>
                    <a:pt x="113" y="242"/>
                    <a:pt x="113" y="242"/>
                    <a:pt x="113" y="242"/>
                  </a:cubicBezTo>
                  <a:cubicBezTo>
                    <a:pt x="106" y="258"/>
                    <a:pt x="99" y="273"/>
                    <a:pt x="92" y="289"/>
                  </a:cubicBezTo>
                  <a:cubicBezTo>
                    <a:pt x="82" y="310"/>
                    <a:pt x="73" y="327"/>
                    <a:pt x="65" y="346"/>
                  </a:cubicBezTo>
                  <a:cubicBezTo>
                    <a:pt x="62" y="352"/>
                    <a:pt x="62" y="352"/>
                    <a:pt x="62" y="352"/>
                  </a:cubicBezTo>
                  <a:cubicBezTo>
                    <a:pt x="55" y="366"/>
                    <a:pt x="49" y="381"/>
                    <a:pt x="41" y="396"/>
                  </a:cubicBezTo>
                  <a:cubicBezTo>
                    <a:pt x="40" y="398"/>
                    <a:pt x="39" y="401"/>
                    <a:pt x="38" y="403"/>
                  </a:cubicBezTo>
                  <a:cubicBezTo>
                    <a:pt x="34" y="410"/>
                    <a:pt x="31" y="417"/>
                    <a:pt x="29" y="423"/>
                  </a:cubicBezTo>
                  <a:cubicBezTo>
                    <a:pt x="28" y="425"/>
                    <a:pt x="28" y="428"/>
                    <a:pt x="28" y="429"/>
                  </a:cubicBezTo>
                  <a:cubicBezTo>
                    <a:pt x="30" y="429"/>
                    <a:pt x="30" y="429"/>
                    <a:pt x="30" y="429"/>
                  </a:cubicBezTo>
                  <a:cubicBezTo>
                    <a:pt x="30" y="430"/>
                    <a:pt x="30" y="430"/>
                    <a:pt x="30" y="430"/>
                  </a:cubicBezTo>
                  <a:cubicBezTo>
                    <a:pt x="29" y="431"/>
                    <a:pt x="29" y="431"/>
                    <a:pt x="29" y="431"/>
                  </a:cubicBezTo>
                  <a:cubicBezTo>
                    <a:pt x="29" y="431"/>
                    <a:pt x="30" y="431"/>
                    <a:pt x="30" y="432"/>
                  </a:cubicBezTo>
                  <a:cubicBezTo>
                    <a:pt x="30" y="433"/>
                    <a:pt x="30" y="433"/>
                    <a:pt x="30" y="434"/>
                  </a:cubicBezTo>
                  <a:cubicBezTo>
                    <a:pt x="30" y="435"/>
                    <a:pt x="30" y="435"/>
                    <a:pt x="30" y="436"/>
                  </a:cubicBezTo>
                  <a:cubicBezTo>
                    <a:pt x="31" y="438"/>
                    <a:pt x="33" y="439"/>
                    <a:pt x="35" y="441"/>
                  </a:cubicBezTo>
                  <a:cubicBezTo>
                    <a:pt x="36" y="442"/>
                    <a:pt x="38" y="443"/>
                    <a:pt x="39" y="445"/>
                  </a:cubicBezTo>
                  <a:cubicBezTo>
                    <a:pt x="40" y="447"/>
                    <a:pt x="41" y="449"/>
                    <a:pt x="41" y="450"/>
                  </a:cubicBezTo>
                  <a:cubicBezTo>
                    <a:pt x="42" y="453"/>
                    <a:pt x="43" y="455"/>
                    <a:pt x="45" y="456"/>
                  </a:cubicBezTo>
                  <a:cubicBezTo>
                    <a:pt x="45" y="458"/>
                    <a:pt x="46" y="459"/>
                    <a:pt x="47" y="460"/>
                  </a:cubicBezTo>
                  <a:cubicBezTo>
                    <a:pt x="49" y="462"/>
                    <a:pt x="51" y="464"/>
                    <a:pt x="52" y="467"/>
                  </a:cubicBezTo>
                  <a:cubicBezTo>
                    <a:pt x="54" y="476"/>
                    <a:pt x="59" y="484"/>
                    <a:pt x="63" y="491"/>
                  </a:cubicBezTo>
                  <a:cubicBezTo>
                    <a:pt x="64" y="495"/>
                    <a:pt x="64" y="497"/>
                    <a:pt x="64" y="500"/>
                  </a:cubicBezTo>
                  <a:cubicBezTo>
                    <a:pt x="63" y="502"/>
                    <a:pt x="63" y="502"/>
                    <a:pt x="63" y="502"/>
                  </a:cubicBezTo>
                  <a:cubicBezTo>
                    <a:pt x="62" y="510"/>
                    <a:pt x="65" y="516"/>
                    <a:pt x="72" y="520"/>
                  </a:cubicBezTo>
                  <a:cubicBezTo>
                    <a:pt x="78" y="523"/>
                    <a:pt x="83" y="527"/>
                    <a:pt x="87" y="531"/>
                  </a:cubicBezTo>
                  <a:cubicBezTo>
                    <a:pt x="88" y="532"/>
                    <a:pt x="88" y="533"/>
                    <a:pt x="89" y="534"/>
                  </a:cubicBezTo>
                  <a:cubicBezTo>
                    <a:pt x="90" y="536"/>
                    <a:pt x="92" y="538"/>
                    <a:pt x="94" y="538"/>
                  </a:cubicBezTo>
                  <a:cubicBezTo>
                    <a:pt x="95" y="539"/>
                    <a:pt x="96" y="539"/>
                    <a:pt x="97" y="540"/>
                  </a:cubicBezTo>
                  <a:cubicBezTo>
                    <a:pt x="99" y="540"/>
                    <a:pt x="100" y="541"/>
                    <a:pt x="102" y="544"/>
                  </a:cubicBezTo>
                  <a:cubicBezTo>
                    <a:pt x="103" y="546"/>
                    <a:pt x="104" y="547"/>
                    <a:pt x="107" y="547"/>
                  </a:cubicBezTo>
                  <a:cubicBezTo>
                    <a:pt x="107" y="547"/>
                    <a:pt x="108" y="547"/>
                    <a:pt x="108" y="547"/>
                  </a:cubicBezTo>
                  <a:cubicBezTo>
                    <a:pt x="109" y="547"/>
                    <a:pt x="110" y="547"/>
                    <a:pt x="111" y="547"/>
                  </a:cubicBezTo>
                  <a:cubicBezTo>
                    <a:pt x="111" y="547"/>
                    <a:pt x="112" y="547"/>
                    <a:pt x="112" y="547"/>
                  </a:cubicBezTo>
                  <a:cubicBezTo>
                    <a:pt x="114" y="547"/>
                    <a:pt x="116" y="548"/>
                    <a:pt x="118" y="549"/>
                  </a:cubicBezTo>
                  <a:cubicBezTo>
                    <a:pt x="119" y="549"/>
                    <a:pt x="120" y="550"/>
                    <a:pt x="122" y="550"/>
                  </a:cubicBezTo>
                  <a:cubicBezTo>
                    <a:pt x="122" y="550"/>
                    <a:pt x="122" y="550"/>
                    <a:pt x="122" y="550"/>
                  </a:cubicBezTo>
                  <a:cubicBezTo>
                    <a:pt x="398" y="568"/>
                    <a:pt x="398" y="568"/>
                    <a:pt x="398" y="568"/>
                  </a:cubicBezTo>
                  <a:cubicBezTo>
                    <a:pt x="399" y="566"/>
                    <a:pt x="399" y="566"/>
                    <a:pt x="399" y="566"/>
                  </a:cubicBezTo>
                  <a:cubicBezTo>
                    <a:pt x="400" y="563"/>
                    <a:pt x="401" y="560"/>
                    <a:pt x="402" y="557"/>
                  </a:cubicBezTo>
                  <a:cubicBezTo>
                    <a:pt x="403" y="552"/>
                    <a:pt x="404" y="548"/>
                    <a:pt x="407" y="544"/>
                  </a:cubicBezTo>
                  <a:cubicBezTo>
                    <a:pt x="409" y="542"/>
                    <a:pt x="411" y="540"/>
                    <a:pt x="412" y="538"/>
                  </a:cubicBezTo>
                  <a:cubicBezTo>
                    <a:pt x="413" y="536"/>
                    <a:pt x="414" y="535"/>
                    <a:pt x="416" y="534"/>
                  </a:cubicBezTo>
                  <a:cubicBezTo>
                    <a:pt x="416" y="533"/>
                    <a:pt x="417" y="532"/>
                    <a:pt x="417" y="531"/>
                  </a:cubicBezTo>
                  <a:cubicBezTo>
                    <a:pt x="419" y="529"/>
                    <a:pt x="421" y="526"/>
                    <a:pt x="424" y="525"/>
                  </a:cubicBezTo>
                  <a:cubicBezTo>
                    <a:pt x="427" y="523"/>
                    <a:pt x="429" y="519"/>
                    <a:pt x="431" y="515"/>
                  </a:cubicBezTo>
                  <a:cubicBezTo>
                    <a:pt x="432" y="514"/>
                    <a:pt x="432" y="514"/>
                    <a:pt x="432" y="514"/>
                  </a:cubicBezTo>
                  <a:cubicBezTo>
                    <a:pt x="432" y="514"/>
                    <a:pt x="433" y="513"/>
                    <a:pt x="433" y="513"/>
                  </a:cubicBezTo>
                  <a:cubicBezTo>
                    <a:pt x="434" y="511"/>
                    <a:pt x="434" y="510"/>
                    <a:pt x="435" y="509"/>
                  </a:cubicBezTo>
                  <a:cubicBezTo>
                    <a:pt x="436" y="508"/>
                    <a:pt x="437" y="506"/>
                    <a:pt x="438" y="504"/>
                  </a:cubicBezTo>
                  <a:cubicBezTo>
                    <a:pt x="440" y="501"/>
                    <a:pt x="441" y="498"/>
                    <a:pt x="442" y="495"/>
                  </a:cubicBezTo>
                  <a:cubicBezTo>
                    <a:pt x="443" y="492"/>
                    <a:pt x="443" y="492"/>
                    <a:pt x="443" y="492"/>
                  </a:cubicBezTo>
                  <a:cubicBezTo>
                    <a:pt x="443" y="491"/>
                    <a:pt x="444" y="489"/>
                    <a:pt x="445" y="488"/>
                  </a:cubicBezTo>
                  <a:cubicBezTo>
                    <a:pt x="446" y="485"/>
                    <a:pt x="447" y="482"/>
                    <a:pt x="447" y="480"/>
                  </a:cubicBezTo>
                  <a:cubicBezTo>
                    <a:pt x="448" y="476"/>
                    <a:pt x="446" y="474"/>
                    <a:pt x="444" y="472"/>
                  </a:cubicBezTo>
                  <a:cubicBezTo>
                    <a:pt x="442" y="470"/>
                    <a:pt x="440" y="468"/>
                    <a:pt x="440" y="466"/>
                  </a:cubicBezTo>
                  <a:cubicBezTo>
                    <a:pt x="440" y="463"/>
                    <a:pt x="441" y="462"/>
                    <a:pt x="442" y="460"/>
                  </a:cubicBezTo>
                  <a:cubicBezTo>
                    <a:pt x="442" y="459"/>
                    <a:pt x="443" y="459"/>
                    <a:pt x="443" y="458"/>
                  </a:cubicBezTo>
                  <a:cubicBezTo>
                    <a:pt x="444" y="456"/>
                    <a:pt x="445" y="453"/>
                    <a:pt x="445" y="450"/>
                  </a:cubicBezTo>
                  <a:cubicBezTo>
                    <a:pt x="445" y="449"/>
                    <a:pt x="445" y="447"/>
                    <a:pt x="445" y="446"/>
                  </a:cubicBezTo>
                  <a:cubicBezTo>
                    <a:pt x="444" y="441"/>
                    <a:pt x="444" y="438"/>
                    <a:pt x="449" y="435"/>
                  </a:cubicBezTo>
                  <a:cubicBezTo>
                    <a:pt x="451" y="433"/>
                    <a:pt x="454" y="432"/>
                    <a:pt x="457" y="431"/>
                  </a:cubicBezTo>
                  <a:cubicBezTo>
                    <a:pt x="460" y="431"/>
                    <a:pt x="463" y="430"/>
                    <a:pt x="465" y="428"/>
                  </a:cubicBezTo>
                  <a:cubicBezTo>
                    <a:pt x="468" y="427"/>
                    <a:pt x="470" y="425"/>
                    <a:pt x="471" y="422"/>
                  </a:cubicBezTo>
                  <a:cubicBezTo>
                    <a:pt x="472" y="419"/>
                    <a:pt x="473" y="417"/>
                    <a:pt x="475" y="415"/>
                  </a:cubicBezTo>
                  <a:cubicBezTo>
                    <a:pt x="477" y="413"/>
                    <a:pt x="479" y="410"/>
                    <a:pt x="481" y="407"/>
                  </a:cubicBezTo>
                  <a:cubicBezTo>
                    <a:pt x="482" y="405"/>
                    <a:pt x="483" y="404"/>
                    <a:pt x="485" y="402"/>
                  </a:cubicBezTo>
                  <a:cubicBezTo>
                    <a:pt x="485" y="401"/>
                    <a:pt x="485" y="401"/>
                    <a:pt x="485" y="401"/>
                  </a:cubicBezTo>
                  <a:cubicBezTo>
                    <a:pt x="487" y="399"/>
                    <a:pt x="489" y="397"/>
                    <a:pt x="489" y="395"/>
                  </a:cubicBezTo>
                  <a:cubicBezTo>
                    <a:pt x="489" y="393"/>
                    <a:pt x="489" y="392"/>
                    <a:pt x="489" y="391"/>
                  </a:cubicBezTo>
                  <a:cubicBezTo>
                    <a:pt x="489" y="389"/>
                    <a:pt x="489" y="388"/>
                    <a:pt x="490" y="386"/>
                  </a:cubicBezTo>
                  <a:cubicBezTo>
                    <a:pt x="490" y="385"/>
                    <a:pt x="491" y="384"/>
                    <a:pt x="492" y="383"/>
                  </a:cubicBezTo>
                  <a:cubicBezTo>
                    <a:pt x="493" y="382"/>
                    <a:pt x="494" y="381"/>
                    <a:pt x="494" y="379"/>
                  </a:cubicBezTo>
                  <a:cubicBezTo>
                    <a:pt x="494" y="376"/>
                    <a:pt x="492" y="374"/>
                    <a:pt x="490" y="373"/>
                  </a:cubicBezTo>
                  <a:cubicBezTo>
                    <a:pt x="488" y="370"/>
                    <a:pt x="482" y="367"/>
                    <a:pt x="478" y="367"/>
                  </a:cubicBezTo>
                  <a:cubicBezTo>
                    <a:pt x="478" y="367"/>
                    <a:pt x="478" y="367"/>
                    <a:pt x="478" y="367"/>
                  </a:cubicBezTo>
                  <a:cubicBezTo>
                    <a:pt x="478" y="367"/>
                    <a:pt x="478" y="367"/>
                    <a:pt x="478" y="367"/>
                  </a:cubicBezTo>
                  <a:cubicBezTo>
                    <a:pt x="477" y="367"/>
                    <a:pt x="477" y="367"/>
                    <a:pt x="476" y="367"/>
                  </a:cubicBezTo>
                  <a:cubicBezTo>
                    <a:pt x="475" y="367"/>
                    <a:pt x="475" y="367"/>
                    <a:pt x="474" y="367"/>
                  </a:cubicBezTo>
                  <a:cubicBezTo>
                    <a:pt x="471" y="367"/>
                    <a:pt x="471" y="366"/>
                    <a:pt x="471" y="366"/>
                  </a:cubicBezTo>
                  <a:cubicBezTo>
                    <a:pt x="470" y="365"/>
                    <a:pt x="470" y="364"/>
                    <a:pt x="475" y="362"/>
                  </a:cubicBezTo>
                  <a:cubicBezTo>
                    <a:pt x="475" y="362"/>
                    <a:pt x="475" y="361"/>
                    <a:pt x="475" y="361"/>
                  </a:cubicBezTo>
                  <a:cubicBezTo>
                    <a:pt x="478" y="360"/>
                    <a:pt x="479" y="358"/>
                    <a:pt x="481" y="356"/>
                  </a:cubicBezTo>
                  <a:cubicBezTo>
                    <a:pt x="482" y="354"/>
                    <a:pt x="484" y="353"/>
                    <a:pt x="486" y="351"/>
                  </a:cubicBezTo>
                  <a:cubicBezTo>
                    <a:pt x="488" y="350"/>
                    <a:pt x="488" y="350"/>
                    <a:pt x="488" y="350"/>
                  </a:cubicBezTo>
                  <a:cubicBezTo>
                    <a:pt x="491" y="348"/>
                    <a:pt x="495" y="346"/>
                    <a:pt x="498" y="343"/>
                  </a:cubicBezTo>
                  <a:cubicBezTo>
                    <a:pt x="500" y="342"/>
                    <a:pt x="501" y="340"/>
                    <a:pt x="502" y="339"/>
                  </a:cubicBezTo>
                  <a:cubicBezTo>
                    <a:pt x="504" y="337"/>
                    <a:pt x="505" y="336"/>
                    <a:pt x="507" y="335"/>
                  </a:cubicBezTo>
                  <a:cubicBezTo>
                    <a:pt x="510" y="332"/>
                    <a:pt x="514" y="331"/>
                    <a:pt x="517" y="331"/>
                  </a:cubicBezTo>
                  <a:cubicBezTo>
                    <a:pt x="517" y="331"/>
                    <a:pt x="518" y="331"/>
                    <a:pt x="518" y="331"/>
                  </a:cubicBezTo>
                  <a:cubicBezTo>
                    <a:pt x="519" y="331"/>
                    <a:pt x="519" y="331"/>
                    <a:pt x="520" y="332"/>
                  </a:cubicBezTo>
                  <a:cubicBezTo>
                    <a:pt x="522" y="332"/>
                    <a:pt x="522" y="332"/>
                    <a:pt x="522" y="332"/>
                  </a:cubicBezTo>
                  <a:cubicBezTo>
                    <a:pt x="522" y="330"/>
                    <a:pt x="522" y="330"/>
                    <a:pt x="522" y="330"/>
                  </a:cubicBezTo>
                  <a:cubicBezTo>
                    <a:pt x="520" y="329"/>
                    <a:pt x="520" y="329"/>
                    <a:pt x="520" y="329"/>
                  </a:cubicBezTo>
                  <a:cubicBezTo>
                    <a:pt x="522" y="330"/>
                    <a:pt x="522" y="330"/>
                    <a:pt x="522" y="330"/>
                  </a:cubicBezTo>
                  <a:cubicBezTo>
                    <a:pt x="523" y="329"/>
                    <a:pt x="523" y="328"/>
                    <a:pt x="524" y="327"/>
                  </a:cubicBezTo>
                  <a:cubicBezTo>
                    <a:pt x="524" y="326"/>
                    <a:pt x="525" y="326"/>
                    <a:pt x="525" y="325"/>
                  </a:cubicBezTo>
                  <a:cubicBezTo>
                    <a:pt x="528" y="322"/>
                    <a:pt x="530" y="319"/>
                    <a:pt x="533" y="317"/>
                  </a:cubicBezTo>
                  <a:cubicBezTo>
                    <a:pt x="535" y="315"/>
                    <a:pt x="535" y="314"/>
                    <a:pt x="535" y="312"/>
                  </a:cubicBezTo>
                  <a:cubicBezTo>
                    <a:pt x="535" y="311"/>
                    <a:pt x="535" y="310"/>
                    <a:pt x="535" y="309"/>
                  </a:cubicBezTo>
                  <a:cubicBezTo>
                    <a:pt x="536" y="307"/>
                    <a:pt x="538" y="306"/>
                    <a:pt x="540" y="305"/>
                  </a:cubicBezTo>
                  <a:cubicBezTo>
                    <a:pt x="541" y="304"/>
                    <a:pt x="542" y="304"/>
                    <a:pt x="543" y="302"/>
                  </a:cubicBezTo>
                  <a:cubicBezTo>
                    <a:pt x="544" y="302"/>
                    <a:pt x="544" y="301"/>
                    <a:pt x="545" y="300"/>
                  </a:cubicBezTo>
                  <a:cubicBezTo>
                    <a:pt x="546" y="299"/>
                    <a:pt x="547" y="298"/>
                    <a:pt x="547" y="296"/>
                  </a:cubicBezTo>
                  <a:cubicBezTo>
                    <a:pt x="547" y="295"/>
                    <a:pt x="547" y="293"/>
                    <a:pt x="548" y="292"/>
                  </a:cubicBezTo>
                  <a:cubicBezTo>
                    <a:pt x="548" y="289"/>
                    <a:pt x="548" y="287"/>
                    <a:pt x="550" y="283"/>
                  </a:cubicBezTo>
                  <a:cubicBezTo>
                    <a:pt x="552" y="281"/>
                    <a:pt x="554" y="279"/>
                    <a:pt x="556" y="276"/>
                  </a:cubicBezTo>
                  <a:cubicBezTo>
                    <a:pt x="557" y="275"/>
                    <a:pt x="558" y="274"/>
                    <a:pt x="559" y="273"/>
                  </a:cubicBezTo>
                  <a:cubicBezTo>
                    <a:pt x="562" y="271"/>
                    <a:pt x="564" y="267"/>
                    <a:pt x="565" y="264"/>
                  </a:cubicBezTo>
                  <a:cubicBezTo>
                    <a:pt x="567" y="261"/>
                    <a:pt x="567" y="259"/>
                    <a:pt x="567" y="257"/>
                  </a:cubicBezTo>
                  <a:cubicBezTo>
                    <a:pt x="567" y="255"/>
                    <a:pt x="567" y="254"/>
                    <a:pt x="567" y="252"/>
                  </a:cubicBezTo>
                  <a:cubicBezTo>
                    <a:pt x="568" y="249"/>
                    <a:pt x="570" y="246"/>
                    <a:pt x="572" y="243"/>
                  </a:cubicBezTo>
                  <a:cubicBezTo>
                    <a:pt x="574" y="241"/>
                    <a:pt x="576" y="238"/>
                    <a:pt x="577" y="236"/>
                  </a:cubicBezTo>
                  <a:cubicBezTo>
                    <a:pt x="577" y="234"/>
                    <a:pt x="578" y="233"/>
                    <a:pt x="578" y="232"/>
                  </a:cubicBezTo>
                  <a:cubicBezTo>
                    <a:pt x="579" y="230"/>
                    <a:pt x="579" y="227"/>
                    <a:pt x="581" y="225"/>
                  </a:cubicBezTo>
                  <a:cubicBezTo>
                    <a:pt x="582" y="224"/>
                    <a:pt x="582" y="223"/>
                    <a:pt x="583" y="222"/>
                  </a:cubicBezTo>
                  <a:cubicBezTo>
                    <a:pt x="585" y="220"/>
                    <a:pt x="587" y="219"/>
                    <a:pt x="587" y="216"/>
                  </a:cubicBezTo>
                  <a:cubicBezTo>
                    <a:pt x="588" y="214"/>
                    <a:pt x="587" y="212"/>
                    <a:pt x="587" y="210"/>
                  </a:cubicBezTo>
                  <a:cubicBezTo>
                    <a:pt x="586" y="209"/>
                    <a:pt x="586" y="207"/>
                    <a:pt x="586" y="205"/>
                  </a:cubicBezTo>
                  <a:cubicBezTo>
                    <a:pt x="586" y="203"/>
                    <a:pt x="587" y="201"/>
                    <a:pt x="588" y="200"/>
                  </a:cubicBezTo>
                  <a:cubicBezTo>
                    <a:pt x="588" y="198"/>
                    <a:pt x="589" y="197"/>
                    <a:pt x="589" y="195"/>
                  </a:cubicBezTo>
                  <a:cubicBezTo>
                    <a:pt x="590" y="193"/>
                    <a:pt x="590" y="191"/>
                    <a:pt x="591" y="189"/>
                  </a:cubicBezTo>
                  <a:cubicBezTo>
                    <a:pt x="592" y="186"/>
                    <a:pt x="593" y="183"/>
                    <a:pt x="593" y="180"/>
                  </a:cubicBezTo>
                  <a:lnTo>
                    <a:pt x="593" y="178"/>
                  </a:lnTo>
                  <a:close/>
                  <a:moveTo>
                    <a:pt x="373" y="162"/>
                  </a:moveTo>
                  <a:cubicBezTo>
                    <a:pt x="373" y="162"/>
                    <a:pt x="372" y="162"/>
                    <a:pt x="371" y="162"/>
                  </a:cubicBezTo>
                  <a:cubicBezTo>
                    <a:pt x="370" y="162"/>
                    <a:pt x="369" y="163"/>
                    <a:pt x="367" y="163"/>
                  </a:cubicBezTo>
                  <a:cubicBezTo>
                    <a:pt x="367" y="164"/>
                    <a:pt x="367" y="164"/>
                    <a:pt x="367" y="164"/>
                  </a:cubicBezTo>
                  <a:cubicBezTo>
                    <a:pt x="368" y="163"/>
                    <a:pt x="368" y="162"/>
                    <a:pt x="369" y="161"/>
                  </a:cubicBezTo>
                  <a:cubicBezTo>
                    <a:pt x="371" y="160"/>
                    <a:pt x="371" y="159"/>
                    <a:pt x="371" y="158"/>
                  </a:cubicBezTo>
                  <a:cubicBezTo>
                    <a:pt x="372" y="158"/>
                    <a:pt x="372" y="157"/>
                    <a:pt x="372" y="157"/>
                  </a:cubicBezTo>
                  <a:cubicBezTo>
                    <a:pt x="373" y="156"/>
                    <a:pt x="373" y="156"/>
                    <a:pt x="374" y="155"/>
                  </a:cubicBezTo>
                  <a:cubicBezTo>
                    <a:pt x="374" y="155"/>
                    <a:pt x="375" y="154"/>
                    <a:pt x="375" y="154"/>
                  </a:cubicBezTo>
                  <a:cubicBezTo>
                    <a:pt x="375" y="155"/>
                    <a:pt x="375" y="156"/>
                    <a:pt x="375" y="156"/>
                  </a:cubicBezTo>
                  <a:cubicBezTo>
                    <a:pt x="375" y="159"/>
                    <a:pt x="374" y="161"/>
                    <a:pt x="373" y="162"/>
                  </a:cubicBezTo>
                  <a:close/>
                  <a:moveTo>
                    <a:pt x="389" y="127"/>
                  </a:moveTo>
                  <a:cubicBezTo>
                    <a:pt x="388" y="128"/>
                    <a:pt x="387" y="128"/>
                    <a:pt x="386" y="129"/>
                  </a:cubicBezTo>
                  <a:cubicBezTo>
                    <a:pt x="385" y="130"/>
                    <a:pt x="385" y="130"/>
                    <a:pt x="384" y="131"/>
                  </a:cubicBezTo>
                  <a:cubicBezTo>
                    <a:pt x="384" y="131"/>
                    <a:pt x="383" y="131"/>
                    <a:pt x="383" y="132"/>
                  </a:cubicBezTo>
                  <a:cubicBezTo>
                    <a:pt x="382" y="132"/>
                    <a:pt x="381" y="133"/>
                    <a:pt x="380" y="134"/>
                  </a:cubicBezTo>
                  <a:cubicBezTo>
                    <a:pt x="378" y="136"/>
                    <a:pt x="378" y="137"/>
                    <a:pt x="378" y="139"/>
                  </a:cubicBezTo>
                  <a:cubicBezTo>
                    <a:pt x="378" y="140"/>
                    <a:pt x="378" y="140"/>
                    <a:pt x="378" y="140"/>
                  </a:cubicBezTo>
                  <a:cubicBezTo>
                    <a:pt x="378" y="141"/>
                    <a:pt x="378" y="143"/>
                    <a:pt x="378" y="145"/>
                  </a:cubicBezTo>
                  <a:cubicBezTo>
                    <a:pt x="378" y="146"/>
                    <a:pt x="379" y="147"/>
                    <a:pt x="379" y="149"/>
                  </a:cubicBezTo>
                  <a:cubicBezTo>
                    <a:pt x="378" y="149"/>
                    <a:pt x="378" y="149"/>
                    <a:pt x="377" y="149"/>
                  </a:cubicBezTo>
                  <a:cubicBezTo>
                    <a:pt x="377" y="149"/>
                    <a:pt x="377" y="148"/>
                    <a:pt x="377" y="148"/>
                  </a:cubicBezTo>
                  <a:cubicBezTo>
                    <a:pt x="376" y="146"/>
                    <a:pt x="374" y="144"/>
                    <a:pt x="372" y="144"/>
                  </a:cubicBezTo>
                  <a:cubicBezTo>
                    <a:pt x="371" y="144"/>
                    <a:pt x="371" y="144"/>
                    <a:pt x="370" y="145"/>
                  </a:cubicBezTo>
                  <a:cubicBezTo>
                    <a:pt x="369" y="145"/>
                    <a:pt x="368" y="146"/>
                    <a:pt x="367" y="147"/>
                  </a:cubicBezTo>
                  <a:cubicBezTo>
                    <a:pt x="367" y="147"/>
                    <a:pt x="367" y="148"/>
                    <a:pt x="366" y="148"/>
                  </a:cubicBezTo>
                  <a:cubicBezTo>
                    <a:pt x="366" y="148"/>
                    <a:pt x="365" y="149"/>
                    <a:pt x="364" y="150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2" y="152"/>
                    <a:pt x="361" y="154"/>
                    <a:pt x="360" y="156"/>
                  </a:cubicBezTo>
                  <a:cubicBezTo>
                    <a:pt x="360" y="157"/>
                    <a:pt x="360" y="157"/>
                    <a:pt x="360" y="158"/>
                  </a:cubicBezTo>
                  <a:cubicBezTo>
                    <a:pt x="359" y="161"/>
                    <a:pt x="358" y="164"/>
                    <a:pt x="359" y="166"/>
                  </a:cubicBezTo>
                  <a:cubicBezTo>
                    <a:pt x="360" y="167"/>
                    <a:pt x="360" y="168"/>
                    <a:pt x="362" y="168"/>
                  </a:cubicBezTo>
                  <a:cubicBezTo>
                    <a:pt x="362" y="168"/>
                    <a:pt x="362" y="168"/>
                    <a:pt x="362" y="168"/>
                  </a:cubicBezTo>
                  <a:cubicBezTo>
                    <a:pt x="362" y="168"/>
                    <a:pt x="362" y="169"/>
                    <a:pt x="362" y="169"/>
                  </a:cubicBezTo>
                  <a:cubicBezTo>
                    <a:pt x="361" y="169"/>
                    <a:pt x="360" y="169"/>
                    <a:pt x="359" y="170"/>
                  </a:cubicBezTo>
                  <a:cubicBezTo>
                    <a:pt x="358" y="170"/>
                    <a:pt x="356" y="171"/>
                    <a:pt x="355" y="172"/>
                  </a:cubicBezTo>
                  <a:cubicBezTo>
                    <a:pt x="353" y="173"/>
                    <a:pt x="352" y="175"/>
                    <a:pt x="350" y="176"/>
                  </a:cubicBezTo>
                  <a:cubicBezTo>
                    <a:pt x="349" y="177"/>
                    <a:pt x="349" y="177"/>
                    <a:pt x="349" y="177"/>
                  </a:cubicBezTo>
                  <a:cubicBezTo>
                    <a:pt x="348" y="178"/>
                    <a:pt x="347" y="179"/>
                    <a:pt x="346" y="179"/>
                  </a:cubicBezTo>
                  <a:cubicBezTo>
                    <a:pt x="347" y="178"/>
                    <a:pt x="348" y="177"/>
                    <a:pt x="348" y="176"/>
                  </a:cubicBezTo>
                  <a:cubicBezTo>
                    <a:pt x="349" y="175"/>
                    <a:pt x="349" y="175"/>
                    <a:pt x="349" y="174"/>
                  </a:cubicBezTo>
                  <a:cubicBezTo>
                    <a:pt x="349" y="174"/>
                    <a:pt x="349" y="173"/>
                    <a:pt x="349" y="173"/>
                  </a:cubicBezTo>
                  <a:cubicBezTo>
                    <a:pt x="349" y="173"/>
                    <a:pt x="350" y="172"/>
                    <a:pt x="351" y="172"/>
                  </a:cubicBezTo>
                  <a:cubicBezTo>
                    <a:pt x="351" y="171"/>
                    <a:pt x="352" y="171"/>
                    <a:pt x="352" y="171"/>
                  </a:cubicBezTo>
                  <a:cubicBezTo>
                    <a:pt x="354" y="169"/>
                    <a:pt x="355" y="168"/>
                    <a:pt x="355" y="166"/>
                  </a:cubicBezTo>
                  <a:cubicBezTo>
                    <a:pt x="356" y="166"/>
                    <a:pt x="356" y="166"/>
                    <a:pt x="356" y="166"/>
                  </a:cubicBezTo>
                  <a:cubicBezTo>
                    <a:pt x="356" y="165"/>
                    <a:pt x="356" y="164"/>
                    <a:pt x="357" y="164"/>
                  </a:cubicBezTo>
                  <a:cubicBezTo>
                    <a:pt x="358" y="163"/>
                    <a:pt x="358" y="162"/>
                    <a:pt x="359" y="161"/>
                  </a:cubicBezTo>
                  <a:cubicBezTo>
                    <a:pt x="360" y="159"/>
                    <a:pt x="362" y="151"/>
                    <a:pt x="360" y="148"/>
                  </a:cubicBezTo>
                  <a:cubicBezTo>
                    <a:pt x="359" y="145"/>
                    <a:pt x="356" y="145"/>
                    <a:pt x="355" y="145"/>
                  </a:cubicBezTo>
                  <a:cubicBezTo>
                    <a:pt x="353" y="145"/>
                    <a:pt x="353" y="145"/>
                    <a:pt x="353" y="145"/>
                  </a:cubicBezTo>
                  <a:cubicBezTo>
                    <a:pt x="352" y="145"/>
                    <a:pt x="352" y="145"/>
                    <a:pt x="352" y="145"/>
                  </a:cubicBezTo>
                  <a:cubicBezTo>
                    <a:pt x="352" y="143"/>
                    <a:pt x="353" y="142"/>
                    <a:pt x="357" y="140"/>
                  </a:cubicBezTo>
                  <a:cubicBezTo>
                    <a:pt x="360" y="139"/>
                    <a:pt x="363" y="137"/>
                    <a:pt x="364" y="134"/>
                  </a:cubicBezTo>
                  <a:cubicBezTo>
                    <a:pt x="365" y="132"/>
                    <a:pt x="365" y="131"/>
                    <a:pt x="364" y="130"/>
                  </a:cubicBezTo>
                  <a:cubicBezTo>
                    <a:pt x="364" y="130"/>
                    <a:pt x="364" y="130"/>
                    <a:pt x="364" y="130"/>
                  </a:cubicBezTo>
                  <a:cubicBezTo>
                    <a:pt x="365" y="130"/>
                    <a:pt x="365" y="130"/>
                    <a:pt x="366" y="132"/>
                  </a:cubicBezTo>
                  <a:cubicBezTo>
                    <a:pt x="367" y="133"/>
                    <a:pt x="368" y="136"/>
                    <a:pt x="372" y="136"/>
                  </a:cubicBezTo>
                  <a:cubicBezTo>
                    <a:pt x="372" y="136"/>
                    <a:pt x="372" y="136"/>
                    <a:pt x="372" y="136"/>
                  </a:cubicBezTo>
                  <a:cubicBezTo>
                    <a:pt x="377" y="135"/>
                    <a:pt x="383" y="131"/>
                    <a:pt x="386" y="127"/>
                  </a:cubicBezTo>
                  <a:cubicBezTo>
                    <a:pt x="386" y="126"/>
                    <a:pt x="386" y="125"/>
                    <a:pt x="387" y="124"/>
                  </a:cubicBezTo>
                  <a:cubicBezTo>
                    <a:pt x="387" y="124"/>
                    <a:pt x="387" y="124"/>
                    <a:pt x="388" y="124"/>
                  </a:cubicBezTo>
                  <a:cubicBezTo>
                    <a:pt x="388" y="124"/>
                    <a:pt x="388" y="124"/>
                    <a:pt x="388" y="124"/>
                  </a:cubicBezTo>
                  <a:cubicBezTo>
                    <a:pt x="389" y="124"/>
                    <a:pt x="390" y="124"/>
                    <a:pt x="391" y="124"/>
                  </a:cubicBezTo>
                  <a:cubicBezTo>
                    <a:pt x="392" y="123"/>
                    <a:pt x="394" y="122"/>
                    <a:pt x="394" y="120"/>
                  </a:cubicBezTo>
                  <a:cubicBezTo>
                    <a:pt x="395" y="122"/>
                    <a:pt x="397" y="123"/>
                    <a:pt x="398" y="123"/>
                  </a:cubicBezTo>
                  <a:cubicBezTo>
                    <a:pt x="398" y="124"/>
                    <a:pt x="398" y="124"/>
                    <a:pt x="397" y="124"/>
                  </a:cubicBezTo>
                  <a:cubicBezTo>
                    <a:pt x="395" y="124"/>
                    <a:pt x="391" y="125"/>
                    <a:pt x="389" y="127"/>
                  </a:cubicBezTo>
                  <a:close/>
                  <a:moveTo>
                    <a:pt x="421" y="207"/>
                  </a:moveTo>
                  <a:cubicBezTo>
                    <a:pt x="419" y="207"/>
                    <a:pt x="419" y="207"/>
                    <a:pt x="419" y="207"/>
                  </a:cubicBezTo>
                  <a:cubicBezTo>
                    <a:pt x="419" y="208"/>
                    <a:pt x="419" y="208"/>
                    <a:pt x="419" y="208"/>
                  </a:cubicBezTo>
                  <a:cubicBezTo>
                    <a:pt x="418" y="207"/>
                    <a:pt x="417" y="206"/>
                    <a:pt x="415" y="205"/>
                  </a:cubicBezTo>
                  <a:cubicBezTo>
                    <a:pt x="412" y="204"/>
                    <a:pt x="410" y="204"/>
                    <a:pt x="408" y="204"/>
                  </a:cubicBezTo>
                  <a:cubicBezTo>
                    <a:pt x="404" y="204"/>
                    <a:pt x="404" y="204"/>
                    <a:pt x="404" y="204"/>
                  </a:cubicBezTo>
                  <a:cubicBezTo>
                    <a:pt x="406" y="204"/>
                    <a:pt x="408" y="203"/>
                    <a:pt x="410" y="203"/>
                  </a:cubicBezTo>
                  <a:cubicBezTo>
                    <a:pt x="410" y="203"/>
                    <a:pt x="410" y="203"/>
                    <a:pt x="410" y="203"/>
                  </a:cubicBezTo>
                  <a:cubicBezTo>
                    <a:pt x="412" y="203"/>
                    <a:pt x="413" y="203"/>
                    <a:pt x="414" y="204"/>
                  </a:cubicBezTo>
                  <a:cubicBezTo>
                    <a:pt x="415" y="204"/>
                    <a:pt x="416" y="204"/>
                    <a:pt x="417" y="205"/>
                  </a:cubicBezTo>
                  <a:cubicBezTo>
                    <a:pt x="419" y="205"/>
                    <a:pt x="421" y="206"/>
                    <a:pt x="423" y="206"/>
                  </a:cubicBezTo>
                  <a:cubicBezTo>
                    <a:pt x="424" y="206"/>
                    <a:pt x="426" y="205"/>
                    <a:pt x="427" y="205"/>
                  </a:cubicBezTo>
                  <a:cubicBezTo>
                    <a:pt x="425" y="206"/>
                    <a:pt x="423" y="207"/>
                    <a:pt x="421" y="207"/>
                  </a:cubicBezTo>
                  <a:close/>
                  <a:moveTo>
                    <a:pt x="433" y="202"/>
                  </a:moveTo>
                  <a:cubicBezTo>
                    <a:pt x="433" y="202"/>
                    <a:pt x="433" y="202"/>
                    <a:pt x="434" y="202"/>
                  </a:cubicBezTo>
                  <a:cubicBezTo>
                    <a:pt x="436" y="201"/>
                    <a:pt x="437" y="200"/>
                    <a:pt x="440" y="199"/>
                  </a:cubicBezTo>
                  <a:cubicBezTo>
                    <a:pt x="439" y="200"/>
                    <a:pt x="437" y="201"/>
                    <a:pt x="436" y="201"/>
                  </a:cubicBezTo>
                  <a:cubicBezTo>
                    <a:pt x="435" y="202"/>
                    <a:pt x="434" y="202"/>
                    <a:pt x="433" y="202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D54EAD9-ABF9-0E7D-4C69-EB5F03DB7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308"/>
              <a:ext cx="432" cy="254"/>
            </a:xfrm>
            <a:custGeom>
              <a:avLst/>
              <a:gdLst>
                <a:gd name="T0" fmla="*/ 171 w 177"/>
                <a:gd name="T1" fmla="*/ 28 h 104"/>
                <a:gd name="T2" fmla="*/ 169 w 177"/>
                <a:gd name="T3" fmla="*/ 26 h 104"/>
                <a:gd name="T4" fmla="*/ 152 w 177"/>
                <a:gd name="T5" fmla="*/ 25 h 104"/>
                <a:gd name="T6" fmla="*/ 140 w 177"/>
                <a:gd name="T7" fmla="*/ 23 h 104"/>
                <a:gd name="T8" fmla="*/ 131 w 177"/>
                <a:gd name="T9" fmla="*/ 23 h 104"/>
                <a:gd name="T10" fmla="*/ 123 w 177"/>
                <a:gd name="T11" fmla="*/ 22 h 104"/>
                <a:gd name="T12" fmla="*/ 114 w 177"/>
                <a:gd name="T13" fmla="*/ 17 h 104"/>
                <a:gd name="T14" fmla="*/ 107 w 177"/>
                <a:gd name="T15" fmla="*/ 15 h 104"/>
                <a:gd name="T16" fmla="*/ 104 w 177"/>
                <a:gd name="T17" fmla="*/ 26 h 104"/>
                <a:gd name="T18" fmla="*/ 101 w 177"/>
                <a:gd name="T19" fmla="*/ 32 h 104"/>
                <a:gd name="T20" fmla="*/ 100 w 177"/>
                <a:gd name="T21" fmla="*/ 38 h 104"/>
                <a:gd name="T22" fmla="*/ 96 w 177"/>
                <a:gd name="T23" fmla="*/ 42 h 104"/>
                <a:gd name="T24" fmla="*/ 81 w 177"/>
                <a:gd name="T25" fmla="*/ 32 h 104"/>
                <a:gd name="T26" fmla="*/ 76 w 177"/>
                <a:gd name="T27" fmla="*/ 33 h 104"/>
                <a:gd name="T28" fmla="*/ 70 w 177"/>
                <a:gd name="T29" fmla="*/ 34 h 104"/>
                <a:gd name="T30" fmla="*/ 66 w 177"/>
                <a:gd name="T31" fmla="*/ 32 h 104"/>
                <a:gd name="T32" fmla="*/ 57 w 177"/>
                <a:gd name="T33" fmla="*/ 29 h 104"/>
                <a:gd name="T34" fmla="*/ 63 w 177"/>
                <a:gd name="T35" fmla="*/ 16 h 104"/>
                <a:gd name="T36" fmla="*/ 67 w 177"/>
                <a:gd name="T37" fmla="*/ 9 h 104"/>
                <a:gd name="T38" fmla="*/ 71 w 177"/>
                <a:gd name="T39" fmla="*/ 1 h 104"/>
                <a:gd name="T40" fmla="*/ 67 w 177"/>
                <a:gd name="T41" fmla="*/ 0 h 104"/>
                <a:gd name="T42" fmla="*/ 45 w 177"/>
                <a:gd name="T43" fmla="*/ 9 h 104"/>
                <a:gd name="T44" fmla="*/ 31 w 177"/>
                <a:gd name="T45" fmla="*/ 18 h 104"/>
                <a:gd name="T46" fmla="*/ 16 w 177"/>
                <a:gd name="T47" fmla="*/ 13 h 104"/>
                <a:gd name="T48" fmla="*/ 9 w 177"/>
                <a:gd name="T49" fmla="*/ 10 h 104"/>
                <a:gd name="T50" fmla="*/ 6 w 177"/>
                <a:gd name="T51" fmla="*/ 26 h 104"/>
                <a:gd name="T52" fmla="*/ 3 w 177"/>
                <a:gd name="T53" fmla="*/ 43 h 104"/>
                <a:gd name="T54" fmla="*/ 8 w 177"/>
                <a:gd name="T55" fmla="*/ 57 h 104"/>
                <a:gd name="T56" fmla="*/ 2 w 177"/>
                <a:gd name="T57" fmla="*/ 67 h 104"/>
                <a:gd name="T58" fmla="*/ 5 w 177"/>
                <a:gd name="T59" fmla="*/ 72 h 104"/>
                <a:gd name="T60" fmla="*/ 8 w 177"/>
                <a:gd name="T61" fmla="*/ 76 h 104"/>
                <a:gd name="T62" fmla="*/ 11 w 177"/>
                <a:gd name="T63" fmla="*/ 75 h 104"/>
                <a:gd name="T64" fmla="*/ 17 w 177"/>
                <a:gd name="T65" fmla="*/ 74 h 104"/>
                <a:gd name="T66" fmla="*/ 21 w 177"/>
                <a:gd name="T67" fmla="*/ 78 h 104"/>
                <a:gd name="T68" fmla="*/ 22 w 177"/>
                <a:gd name="T69" fmla="*/ 78 h 104"/>
                <a:gd name="T70" fmla="*/ 26 w 177"/>
                <a:gd name="T71" fmla="*/ 77 h 104"/>
                <a:gd name="T72" fmla="*/ 37 w 177"/>
                <a:gd name="T73" fmla="*/ 75 h 104"/>
                <a:gd name="T74" fmla="*/ 48 w 177"/>
                <a:gd name="T75" fmla="*/ 68 h 104"/>
                <a:gd name="T76" fmla="*/ 66 w 177"/>
                <a:gd name="T77" fmla="*/ 57 h 104"/>
                <a:gd name="T78" fmla="*/ 75 w 177"/>
                <a:gd name="T79" fmla="*/ 64 h 104"/>
                <a:gd name="T80" fmla="*/ 69 w 177"/>
                <a:gd name="T81" fmla="*/ 76 h 104"/>
                <a:gd name="T82" fmla="*/ 64 w 177"/>
                <a:gd name="T83" fmla="*/ 85 h 104"/>
                <a:gd name="T84" fmla="*/ 66 w 177"/>
                <a:gd name="T85" fmla="*/ 88 h 104"/>
                <a:gd name="T86" fmla="*/ 71 w 177"/>
                <a:gd name="T87" fmla="*/ 93 h 104"/>
                <a:gd name="T88" fmla="*/ 79 w 177"/>
                <a:gd name="T89" fmla="*/ 104 h 104"/>
                <a:gd name="T90" fmla="*/ 84 w 177"/>
                <a:gd name="T91" fmla="*/ 102 h 104"/>
                <a:gd name="T92" fmla="*/ 91 w 177"/>
                <a:gd name="T93" fmla="*/ 97 h 104"/>
                <a:gd name="T94" fmla="*/ 98 w 177"/>
                <a:gd name="T95" fmla="*/ 89 h 104"/>
                <a:gd name="T96" fmla="*/ 102 w 177"/>
                <a:gd name="T97" fmla="*/ 86 h 104"/>
                <a:gd name="T98" fmla="*/ 108 w 177"/>
                <a:gd name="T99" fmla="*/ 84 h 104"/>
                <a:gd name="T100" fmla="*/ 111 w 177"/>
                <a:gd name="T101" fmla="*/ 84 h 104"/>
                <a:gd name="T102" fmla="*/ 114 w 177"/>
                <a:gd name="T103" fmla="*/ 84 h 104"/>
                <a:gd name="T104" fmla="*/ 121 w 177"/>
                <a:gd name="T105" fmla="*/ 85 h 104"/>
                <a:gd name="T106" fmla="*/ 127 w 177"/>
                <a:gd name="T107" fmla="*/ 84 h 104"/>
                <a:gd name="T108" fmla="*/ 133 w 177"/>
                <a:gd name="T109" fmla="*/ 82 h 104"/>
                <a:gd name="T110" fmla="*/ 138 w 177"/>
                <a:gd name="T111" fmla="*/ 81 h 104"/>
                <a:gd name="T112" fmla="*/ 144 w 177"/>
                <a:gd name="T113" fmla="*/ 76 h 104"/>
                <a:gd name="T114" fmla="*/ 154 w 177"/>
                <a:gd name="T115" fmla="*/ 68 h 104"/>
                <a:gd name="T116" fmla="*/ 160 w 177"/>
                <a:gd name="T117" fmla="*/ 70 h 104"/>
                <a:gd name="T118" fmla="*/ 167 w 177"/>
                <a:gd name="T119" fmla="*/ 73 h 104"/>
                <a:gd name="T120" fmla="*/ 173 w 177"/>
                <a:gd name="T121" fmla="*/ 77 h 104"/>
                <a:gd name="T122" fmla="*/ 176 w 177"/>
                <a:gd name="T123" fmla="*/ 7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7" h="104">
                  <a:moveTo>
                    <a:pt x="176" y="60"/>
                  </a:moveTo>
                  <a:cubicBezTo>
                    <a:pt x="175" y="50"/>
                    <a:pt x="174" y="39"/>
                    <a:pt x="171" y="28"/>
                  </a:cubicBezTo>
                  <a:cubicBezTo>
                    <a:pt x="171" y="26"/>
                    <a:pt x="171" y="26"/>
                    <a:pt x="171" y="26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7" y="27"/>
                    <a:pt x="165" y="27"/>
                    <a:pt x="163" y="27"/>
                  </a:cubicBezTo>
                  <a:cubicBezTo>
                    <a:pt x="159" y="27"/>
                    <a:pt x="155" y="26"/>
                    <a:pt x="152" y="25"/>
                  </a:cubicBezTo>
                  <a:cubicBezTo>
                    <a:pt x="149" y="24"/>
                    <a:pt x="147" y="24"/>
                    <a:pt x="144" y="23"/>
                  </a:cubicBezTo>
                  <a:cubicBezTo>
                    <a:pt x="143" y="23"/>
                    <a:pt x="142" y="23"/>
                    <a:pt x="140" y="23"/>
                  </a:cubicBezTo>
                  <a:cubicBezTo>
                    <a:pt x="138" y="23"/>
                    <a:pt x="136" y="23"/>
                    <a:pt x="134" y="23"/>
                  </a:cubicBezTo>
                  <a:cubicBezTo>
                    <a:pt x="133" y="23"/>
                    <a:pt x="132" y="23"/>
                    <a:pt x="131" y="23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28" y="23"/>
                    <a:pt x="125" y="23"/>
                    <a:pt x="123" y="22"/>
                  </a:cubicBezTo>
                  <a:cubicBezTo>
                    <a:pt x="122" y="21"/>
                    <a:pt x="120" y="21"/>
                    <a:pt x="119" y="20"/>
                  </a:cubicBezTo>
                  <a:cubicBezTo>
                    <a:pt x="116" y="20"/>
                    <a:pt x="115" y="19"/>
                    <a:pt x="114" y="17"/>
                  </a:cubicBezTo>
                  <a:cubicBezTo>
                    <a:pt x="112" y="16"/>
                    <a:pt x="111" y="15"/>
                    <a:pt x="108" y="15"/>
                  </a:cubicBezTo>
                  <a:cubicBezTo>
                    <a:pt x="108" y="15"/>
                    <a:pt x="108" y="15"/>
                    <a:pt x="107" y="15"/>
                  </a:cubicBezTo>
                  <a:cubicBezTo>
                    <a:pt x="104" y="15"/>
                    <a:pt x="104" y="18"/>
                    <a:pt x="104" y="22"/>
                  </a:cubicBezTo>
                  <a:cubicBezTo>
                    <a:pt x="104" y="23"/>
                    <a:pt x="104" y="24"/>
                    <a:pt x="104" y="26"/>
                  </a:cubicBezTo>
                  <a:cubicBezTo>
                    <a:pt x="104" y="27"/>
                    <a:pt x="103" y="29"/>
                    <a:pt x="102" y="30"/>
                  </a:cubicBezTo>
                  <a:cubicBezTo>
                    <a:pt x="102" y="31"/>
                    <a:pt x="102" y="31"/>
                    <a:pt x="101" y="32"/>
                  </a:cubicBezTo>
                  <a:cubicBezTo>
                    <a:pt x="101" y="33"/>
                    <a:pt x="100" y="34"/>
                    <a:pt x="100" y="36"/>
                  </a:cubicBezTo>
                  <a:cubicBezTo>
                    <a:pt x="100" y="36"/>
                    <a:pt x="100" y="37"/>
                    <a:pt x="100" y="38"/>
                  </a:cubicBezTo>
                  <a:cubicBezTo>
                    <a:pt x="99" y="40"/>
                    <a:pt x="98" y="41"/>
                    <a:pt x="96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4" y="42"/>
                    <a:pt x="92" y="41"/>
                    <a:pt x="91" y="39"/>
                  </a:cubicBezTo>
                  <a:cubicBezTo>
                    <a:pt x="88" y="34"/>
                    <a:pt x="84" y="32"/>
                    <a:pt x="81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79" y="31"/>
                    <a:pt x="78" y="32"/>
                    <a:pt x="76" y="33"/>
                  </a:cubicBezTo>
                  <a:cubicBezTo>
                    <a:pt x="75" y="34"/>
                    <a:pt x="73" y="35"/>
                    <a:pt x="71" y="35"/>
                  </a:cubicBezTo>
                  <a:cubicBezTo>
                    <a:pt x="71" y="35"/>
                    <a:pt x="71" y="35"/>
                    <a:pt x="70" y="34"/>
                  </a:cubicBezTo>
                  <a:cubicBezTo>
                    <a:pt x="69" y="34"/>
                    <a:pt x="69" y="34"/>
                    <a:pt x="68" y="33"/>
                  </a:cubicBezTo>
                  <a:cubicBezTo>
                    <a:pt x="67" y="33"/>
                    <a:pt x="67" y="32"/>
                    <a:pt x="66" y="32"/>
                  </a:cubicBezTo>
                  <a:cubicBezTo>
                    <a:pt x="65" y="31"/>
                    <a:pt x="63" y="31"/>
                    <a:pt x="61" y="31"/>
                  </a:cubicBezTo>
                  <a:cubicBezTo>
                    <a:pt x="60" y="31"/>
                    <a:pt x="58" y="30"/>
                    <a:pt x="57" y="29"/>
                  </a:cubicBezTo>
                  <a:cubicBezTo>
                    <a:pt x="56" y="27"/>
                    <a:pt x="58" y="24"/>
                    <a:pt x="60" y="22"/>
                  </a:cubicBezTo>
                  <a:cubicBezTo>
                    <a:pt x="61" y="20"/>
                    <a:pt x="62" y="18"/>
                    <a:pt x="63" y="16"/>
                  </a:cubicBezTo>
                  <a:cubicBezTo>
                    <a:pt x="64" y="15"/>
                    <a:pt x="65" y="13"/>
                    <a:pt x="66" y="11"/>
                  </a:cubicBezTo>
                  <a:cubicBezTo>
                    <a:pt x="66" y="11"/>
                    <a:pt x="67" y="10"/>
                    <a:pt x="67" y="9"/>
                  </a:cubicBezTo>
                  <a:cubicBezTo>
                    <a:pt x="69" y="7"/>
                    <a:pt x="72" y="4"/>
                    <a:pt x="71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0" y="0"/>
                    <a:pt x="69" y="0"/>
                    <a:pt x="67" y="0"/>
                  </a:cubicBezTo>
                  <a:cubicBezTo>
                    <a:pt x="63" y="0"/>
                    <a:pt x="53" y="2"/>
                    <a:pt x="50" y="4"/>
                  </a:cubicBezTo>
                  <a:cubicBezTo>
                    <a:pt x="48" y="5"/>
                    <a:pt x="46" y="7"/>
                    <a:pt x="45" y="9"/>
                  </a:cubicBezTo>
                  <a:cubicBezTo>
                    <a:pt x="44" y="10"/>
                    <a:pt x="42" y="12"/>
                    <a:pt x="41" y="13"/>
                  </a:cubicBezTo>
                  <a:cubicBezTo>
                    <a:pt x="38" y="15"/>
                    <a:pt x="34" y="17"/>
                    <a:pt x="31" y="18"/>
                  </a:cubicBezTo>
                  <a:cubicBezTo>
                    <a:pt x="30" y="18"/>
                    <a:pt x="29" y="18"/>
                    <a:pt x="28" y="18"/>
                  </a:cubicBezTo>
                  <a:cubicBezTo>
                    <a:pt x="24" y="18"/>
                    <a:pt x="20" y="16"/>
                    <a:pt x="16" y="13"/>
                  </a:cubicBezTo>
                  <a:cubicBezTo>
                    <a:pt x="15" y="13"/>
                    <a:pt x="13" y="12"/>
                    <a:pt x="12" y="11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7"/>
                    <a:pt x="9" y="21"/>
                    <a:pt x="6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3" y="32"/>
                    <a:pt x="0" y="37"/>
                    <a:pt x="3" y="43"/>
                  </a:cubicBezTo>
                  <a:cubicBezTo>
                    <a:pt x="4" y="44"/>
                    <a:pt x="4" y="46"/>
                    <a:pt x="5" y="47"/>
                  </a:cubicBezTo>
                  <a:cubicBezTo>
                    <a:pt x="7" y="50"/>
                    <a:pt x="9" y="53"/>
                    <a:pt x="8" y="57"/>
                  </a:cubicBezTo>
                  <a:cubicBezTo>
                    <a:pt x="7" y="60"/>
                    <a:pt x="6" y="63"/>
                    <a:pt x="3" y="65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70"/>
                    <a:pt x="5" y="72"/>
                  </a:cubicBezTo>
                  <a:cubicBezTo>
                    <a:pt x="6" y="74"/>
                    <a:pt x="6" y="75"/>
                    <a:pt x="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6"/>
                    <a:pt x="10" y="75"/>
                    <a:pt x="11" y="75"/>
                  </a:cubicBezTo>
                  <a:cubicBezTo>
                    <a:pt x="12" y="74"/>
                    <a:pt x="14" y="73"/>
                    <a:pt x="15" y="73"/>
                  </a:cubicBezTo>
                  <a:cubicBezTo>
                    <a:pt x="16" y="73"/>
                    <a:pt x="16" y="74"/>
                    <a:pt x="17" y="74"/>
                  </a:cubicBezTo>
                  <a:cubicBezTo>
                    <a:pt x="18" y="75"/>
                    <a:pt x="18" y="75"/>
                    <a:pt x="19" y="76"/>
                  </a:cubicBezTo>
                  <a:cubicBezTo>
                    <a:pt x="19" y="77"/>
                    <a:pt x="20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2" y="78"/>
                    <a:pt x="23" y="78"/>
                    <a:pt x="24" y="78"/>
                  </a:cubicBezTo>
                  <a:cubicBezTo>
                    <a:pt x="25" y="78"/>
                    <a:pt x="25" y="77"/>
                    <a:pt x="26" y="77"/>
                  </a:cubicBezTo>
                  <a:cubicBezTo>
                    <a:pt x="27" y="77"/>
                    <a:pt x="29" y="77"/>
                    <a:pt x="30" y="77"/>
                  </a:cubicBezTo>
                  <a:cubicBezTo>
                    <a:pt x="33" y="76"/>
                    <a:pt x="35" y="76"/>
                    <a:pt x="37" y="75"/>
                  </a:cubicBezTo>
                  <a:cubicBezTo>
                    <a:pt x="39" y="74"/>
                    <a:pt x="40" y="73"/>
                    <a:pt x="41" y="72"/>
                  </a:cubicBezTo>
                  <a:cubicBezTo>
                    <a:pt x="43" y="71"/>
                    <a:pt x="45" y="69"/>
                    <a:pt x="48" y="68"/>
                  </a:cubicBezTo>
                  <a:cubicBezTo>
                    <a:pt x="51" y="66"/>
                    <a:pt x="54" y="64"/>
                    <a:pt x="57" y="61"/>
                  </a:cubicBezTo>
                  <a:cubicBezTo>
                    <a:pt x="59" y="60"/>
                    <a:pt x="62" y="57"/>
                    <a:pt x="66" y="57"/>
                  </a:cubicBezTo>
                  <a:cubicBezTo>
                    <a:pt x="67" y="57"/>
                    <a:pt x="67" y="57"/>
                    <a:pt x="68" y="57"/>
                  </a:cubicBezTo>
                  <a:cubicBezTo>
                    <a:pt x="72" y="58"/>
                    <a:pt x="75" y="61"/>
                    <a:pt x="75" y="64"/>
                  </a:cubicBezTo>
                  <a:cubicBezTo>
                    <a:pt x="76" y="66"/>
                    <a:pt x="74" y="69"/>
                    <a:pt x="72" y="72"/>
                  </a:cubicBezTo>
                  <a:cubicBezTo>
                    <a:pt x="71" y="74"/>
                    <a:pt x="70" y="75"/>
                    <a:pt x="69" y="76"/>
                  </a:cubicBezTo>
                  <a:cubicBezTo>
                    <a:pt x="68" y="78"/>
                    <a:pt x="67" y="79"/>
                    <a:pt x="66" y="81"/>
                  </a:cubicBezTo>
                  <a:cubicBezTo>
                    <a:pt x="66" y="82"/>
                    <a:pt x="65" y="83"/>
                    <a:pt x="64" y="85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8" y="88"/>
                    <a:pt x="69" y="88"/>
                    <a:pt x="70" y="88"/>
                  </a:cubicBezTo>
                  <a:cubicBezTo>
                    <a:pt x="71" y="90"/>
                    <a:pt x="71" y="92"/>
                    <a:pt x="71" y="93"/>
                  </a:cubicBezTo>
                  <a:cubicBezTo>
                    <a:pt x="71" y="94"/>
                    <a:pt x="71" y="95"/>
                    <a:pt x="71" y="96"/>
                  </a:cubicBezTo>
                  <a:cubicBezTo>
                    <a:pt x="71" y="99"/>
                    <a:pt x="76" y="104"/>
                    <a:pt x="79" y="104"/>
                  </a:cubicBezTo>
                  <a:cubicBezTo>
                    <a:pt x="79" y="104"/>
                    <a:pt x="79" y="104"/>
                    <a:pt x="79" y="104"/>
                  </a:cubicBezTo>
                  <a:cubicBezTo>
                    <a:pt x="81" y="103"/>
                    <a:pt x="83" y="103"/>
                    <a:pt x="84" y="102"/>
                  </a:cubicBezTo>
                  <a:cubicBezTo>
                    <a:pt x="85" y="102"/>
                    <a:pt x="86" y="101"/>
                    <a:pt x="86" y="101"/>
                  </a:cubicBezTo>
                  <a:cubicBezTo>
                    <a:pt x="89" y="100"/>
                    <a:pt x="89" y="99"/>
                    <a:pt x="91" y="97"/>
                  </a:cubicBezTo>
                  <a:cubicBezTo>
                    <a:pt x="92" y="94"/>
                    <a:pt x="93" y="92"/>
                    <a:pt x="95" y="91"/>
                  </a:cubicBezTo>
                  <a:cubicBezTo>
                    <a:pt x="96" y="90"/>
                    <a:pt x="97" y="89"/>
                    <a:pt x="98" y="89"/>
                  </a:cubicBezTo>
                  <a:cubicBezTo>
                    <a:pt x="99" y="89"/>
                    <a:pt x="100" y="88"/>
                    <a:pt x="101" y="87"/>
                  </a:cubicBezTo>
                  <a:cubicBezTo>
                    <a:pt x="102" y="87"/>
                    <a:pt x="102" y="86"/>
                    <a:pt x="102" y="86"/>
                  </a:cubicBezTo>
                  <a:cubicBezTo>
                    <a:pt x="103" y="85"/>
                    <a:pt x="104" y="84"/>
                    <a:pt x="107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109" y="84"/>
                    <a:pt x="110" y="84"/>
                    <a:pt x="111" y="84"/>
                  </a:cubicBezTo>
                  <a:cubicBezTo>
                    <a:pt x="111" y="84"/>
                    <a:pt x="111" y="84"/>
                    <a:pt x="111" y="84"/>
                  </a:cubicBezTo>
                  <a:cubicBezTo>
                    <a:pt x="112" y="84"/>
                    <a:pt x="113" y="84"/>
                    <a:pt x="114" y="84"/>
                  </a:cubicBezTo>
                  <a:cubicBezTo>
                    <a:pt x="114" y="84"/>
                    <a:pt x="114" y="84"/>
                    <a:pt x="114" y="84"/>
                  </a:cubicBezTo>
                  <a:cubicBezTo>
                    <a:pt x="115" y="84"/>
                    <a:pt x="117" y="84"/>
                    <a:pt x="118" y="85"/>
                  </a:cubicBezTo>
                  <a:cubicBezTo>
                    <a:pt x="119" y="85"/>
                    <a:pt x="120" y="85"/>
                    <a:pt x="121" y="85"/>
                  </a:cubicBezTo>
                  <a:cubicBezTo>
                    <a:pt x="122" y="85"/>
                    <a:pt x="122" y="85"/>
                    <a:pt x="122" y="85"/>
                  </a:cubicBezTo>
                  <a:cubicBezTo>
                    <a:pt x="123" y="85"/>
                    <a:pt x="125" y="85"/>
                    <a:pt x="127" y="84"/>
                  </a:cubicBezTo>
                  <a:cubicBezTo>
                    <a:pt x="127" y="84"/>
                    <a:pt x="128" y="84"/>
                    <a:pt x="129" y="83"/>
                  </a:cubicBezTo>
                  <a:cubicBezTo>
                    <a:pt x="130" y="83"/>
                    <a:pt x="132" y="83"/>
                    <a:pt x="133" y="82"/>
                  </a:cubicBezTo>
                  <a:cubicBezTo>
                    <a:pt x="134" y="82"/>
                    <a:pt x="135" y="82"/>
                    <a:pt x="136" y="82"/>
                  </a:cubicBezTo>
                  <a:cubicBezTo>
                    <a:pt x="137" y="81"/>
                    <a:pt x="137" y="81"/>
                    <a:pt x="138" y="81"/>
                  </a:cubicBezTo>
                  <a:cubicBezTo>
                    <a:pt x="140" y="81"/>
                    <a:pt x="141" y="81"/>
                    <a:pt x="143" y="79"/>
                  </a:cubicBezTo>
                  <a:cubicBezTo>
                    <a:pt x="143" y="78"/>
                    <a:pt x="144" y="77"/>
                    <a:pt x="144" y="76"/>
                  </a:cubicBezTo>
                  <a:cubicBezTo>
                    <a:pt x="146" y="72"/>
                    <a:pt x="148" y="69"/>
                    <a:pt x="152" y="69"/>
                  </a:cubicBezTo>
                  <a:cubicBezTo>
                    <a:pt x="153" y="68"/>
                    <a:pt x="153" y="68"/>
                    <a:pt x="154" y="68"/>
                  </a:cubicBezTo>
                  <a:cubicBezTo>
                    <a:pt x="155" y="68"/>
                    <a:pt x="156" y="69"/>
                    <a:pt x="157" y="69"/>
                  </a:cubicBezTo>
                  <a:cubicBezTo>
                    <a:pt x="158" y="70"/>
                    <a:pt x="159" y="70"/>
                    <a:pt x="160" y="70"/>
                  </a:cubicBezTo>
                  <a:cubicBezTo>
                    <a:pt x="161" y="71"/>
                    <a:pt x="161" y="71"/>
                    <a:pt x="162" y="71"/>
                  </a:cubicBezTo>
                  <a:cubicBezTo>
                    <a:pt x="164" y="71"/>
                    <a:pt x="165" y="71"/>
                    <a:pt x="167" y="73"/>
                  </a:cubicBezTo>
                  <a:cubicBezTo>
                    <a:pt x="168" y="75"/>
                    <a:pt x="169" y="76"/>
                    <a:pt x="170" y="76"/>
                  </a:cubicBezTo>
                  <a:cubicBezTo>
                    <a:pt x="171" y="76"/>
                    <a:pt x="172" y="77"/>
                    <a:pt x="173" y="77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7" y="70"/>
                    <a:pt x="177" y="66"/>
                    <a:pt x="176" y="60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6B271B9-6833-4DBF-54BD-A7E682D65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1172"/>
              <a:ext cx="396" cy="236"/>
            </a:xfrm>
            <a:custGeom>
              <a:avLst/>
              <a:gdLst>
                <a:gd name="T0" fmla="*/ 159 w 162"/>
                <a:gd name="T1" fmla="*/ 74 h 97"/>
                <a:gd name="T2" fmla="*/ 155 w 162"/>
                <a:gd name="T3" fmla="*/ 52 h 97"/>
                <a:gd name="T4" fmla="*/ 148 w 162"/>
                <a:gd name="T5" fmla="*/ 29 h 97"/>
                <a:gd name="T6" fmla="*/ 131 w 162"/>
                <a:gd name="T7" fmla="*/ 17 h 97"/>
                <a:gd name="T8" fmla="*/ 116 w 162"/>
                <a:gd name="T9" fmla="*/ 15 h 97"/>
                <a:gd name="T10" fmla="*/ 110 w 162"/>
                <a:gd name="T11" fmla="*/ 15 h 97"/>
                <a:gd name="T12" fmla="*/ 104 w 162"/>
                <a:gd name="T13" fmla="*/ 14 h 97"/>
                <a:gd name="T14" fmla="*/ 91 w 162"/>
                <a:gd name="T15" fmla="*/ 12 h 97"/>
                <a:gd name="T16" fmla="*/ 81 w 162"/>
                <a:gd name="T17" fmla="*/ 6 h 97"/>
                <a:gd name="T18" fmla="*/ 73 w 162"/>
                <a:gd name="T19" fmla="*/ 3 h 97"/>
                <a:gd name="T20" fmla="*/ 67 w 162"/>
                <a:gd name="T21" fmla="*/ 3 h 97"/>
                <a:gd name="T22" fmla="*/ 64 w 162"/>
                <a:gd name="T23" fmla="*/ 0 h 97"/>
                <a:gd name="T24" fmla="*/ 59 w 162"/>
                <a:gd name="T25" fmla="*/ 1 h 97"/>
                <a:gd name="T26" fmla="*/ 41 w 162"/>
                <a:gd name="T27" fmla="*/ 11 h 97"/>
                <a:gd name="T28" fmla="*/ 37 w 162"/>
                <a:gd name="T29" fmla="*/ 18 h 97"/>
                <a:gd name="T30" fmla="*/ 33 w 162"/>
                <a:gd name="T31" fmla="*/ 24 h 97"/>
                <a:gd name="T32" fmla="*/ 30 w 162"/>
                <a:gd name="T33" fmla="*/ 30 h 97"/>
                <a:gd name="T34" fmla="*/ 21 w 162"/>
                <a:gd name="T35" fmla="*/ 44 h 97"/>
                <a:gd name="T36" fmla="*/ 16 w 162"/>
                <a:gd name="T37" fmla="*/ 52 h 97"/>
                <a:gd name="T38" fmla="*/ 10 w 162"/>
                <a:gd name="T39" fmla="*/ 54 h 97"/>
                <a:gd name="T40" fmla="*/ 0 w 162"/>
                <a:gd name="T41" fmla="*/ 64 h 97"/>
                <a:gd name="T42" fmla="*/ 2 w 162"/>
                <a:gd name="T43" fmla="*/ 66 h 97"/>
                <a:gd name="T44" fmla="*/ 19 w 162"/>
                <a:gd name="T45" fmla="*/ 74 h 97"/>
                <a:gd name="T46" fmla="*/ 31 w 162"/>
                <a:gd name="T47" fmla="*/ 69 h 97"/>
                <a:gd name="T48" fmla="*/ 40 w 162"/>
                <a:gd name="T49" fmla="*/ 60 h 97"/>
                <a:gd name="T50" fmla="*/ 61 w 162"/>
                <a:gd name="T51" fmla="*/ 56 h 97"/>
                <a:gd name="T52" fmla="*/ 59 w 162"/>
                <a:gd name="T53" fmla="*/ 66 h 97"/>
                <a:gd name="T54" fmla="*/ 54 w 162"/>
                <a:gd name="T55" fmla="*/ 73 h 97"/>
                <a:gd name="T56" fmla="*/ 48 w 162"/>
                <a:gd name="T57" fmla="*/ 84 h 97"/>
                <a:gd name="T58" fmla="*/ 49 w 162"/>
                <a:gd name="T59" fmla="*/ 86 h 97"/>
                <a:gd name="T60" fmla="*/ 58 w 162"/>
                <a:gd name="T61" fmla="*/ 88 h 97"/>
                <a:gd name="T62" fmla="*/ 61 w 162"/>
                <a:gd name="T63" fmla="*/ 90 h 97"/>
                <a:gd name="T64" fmla="*/ 67 w 162"/>
                <a:gd name="T65" fmla="*/ 89 h 97"/>
                <a:gd name="T66" fmla="*/ 72 w 162"/>
                <a:gd name="T67" fmla="*/ 87 h 97"/>
                <a:gd name="T68" fmla="*/ 87 w 162"/>
                <a:gd name="T69" fmla="*/ 97 h 97"/>
                <a:gd name="T70" fmla="*/ 87 w 162"/>
                <a:gd name="T71" fmla="*/ 97 h 97"/>
                <a:gd name="T72" fmla="*/ 91 w 162"/>
                <a:gd name="T73" fmla="*/ 92 h 97"/>
                <a:gd name="T74" fmla="*/ 93 w 162"/>
                <a:gd name="T75" fmla="*/ 86 h 97"/>
                <a:gd name="T76" fmla="*/ 95 w 162"/>
                <a:gd name="T77" fmla="*/ 78 h 97"/>
                <a:gd name="T78" fmla="*/ 99 w 162"/>
                <a:gd name="T79" fmla="*/ 70 h 97"/>
                <a:gd name="T80" fmla="*/ 110 w 162"/>
                <a:gd name="T81" fmla="*/ 76 h 97"/>
                <a:gd name="T82" fmla="*/ 121 w 162"/>
                <a:gd name="T83" fmla="*/ 79 h 97"/>
                <a:gd name="T84" fmla="*/ 125 w 162"/>
                <a:gd name="T85" fmla="*/ 79 h 97"/>
                <a:gd name="T86" fmla="*/ 135 w 162"/>
                <a:gd name="T87" fmla="*/ 79 h 97"/>
                <a:gd name="T88" fmla="*/ 154 w 162"/>
                <a:gd name="T89" fmla="*/ 83 h 97"/>
                <a:gd name="T90" fmla="*/ 162 w 162"/>
                <a:gd name="T91" fmla="*/ 8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" h="97">
                  <a:moveTo>
                    <a:pt x="161" y="78"/>
                  </a:moveTo>
                  <a:cubicBezTo>
                    <a:pt x="160" y="77"/>
                    <a:pt x="160" y="75"/>
                    <a:pt x="159" y="74"/>
                  </a:cubicBezTo>
                  <a:cubicBezTo>
                    <a:pt x="158" y="70"/>
                    <a:pt x="156" y="65"/>
                    <a:pt x="156" y="61"/>
                  </a:cubicBezTo>
                  <a:cubicBezTo>
                    <a:pt x="155" y="58"/>
                    <a:pt x="155" y="55"/>
                    <a:pt x="155" y="52"/>
                  </a:cubicBezTo>
                  <a:cubicBezTo>
                    <a:pt x="154" y="46"/>
                    <a:pt x="154" y="39"/>
                    <a:pt x="150" y="33"/>
                  </a:cubicBezTo>
                  <a:cubicBezTo>
                    <a:pt x="150" y="32"/>
                    <a:pt x="149" y="31"/>
                    <a:pt x="148" y="29"/>
                  </a:cubicBezTo>
                  <a:cubicBezTo>
                    <a:pt x="147" y="27"/>
                    <a:pt x="146" y="24"/>
                    <a:pt x="144" y="22"/>
                  </a:cubicBezTo>
                  <a:cubicBezTo>
                    <a:pt x="142" y="20"/>
                    <a:pt x="137" y="18"/>
                    <a:pt x="131" y="17"/>
                  </a:cubicBezTo>
                  <a:cubicBezTo>
                    <a:pt x="128" y="17"/>
                    <a:pt x="125" y="16"/>
                    <a:pt x="120" y="15"/>
                  </a:cubicBezTo>
                  <a:cubicBezTo>
                    <a:pt x="119" y="15"/>
                    <a:pt x="118" y="15"/>
                    <a:pt x="116" y="15"/>
                  </a:cubicBezTo>
                  <a:cubicBezTo>
                    <a:pt x="115" y="15"/>
                    <a:pt x="114" y="15"/>
                    <a:pt x="113" y="15"/>
                  </a:cubicBezTo>
                  <a:cubicBezTo>
                    <a:pt x="112" y="15"/>
                    <a:pt x="111" y="15"/>
                    <a:pt x="110" y="15"/>
                  </a:cubicBezTo>
                  <a:cubicBezTo>
                    <a:pt x="109" y="15"/>
                    <a:pt x="109" y="15"/>
                    <a:pt x="108" y="15"/>
                  </a:cubicBezTo>
                  <a:cubicBezTo>
                    <a:pt x="107" y="15"/>
                    <a:pt x="105" y="15"/>
                    <a:pt x="104" y="14"/>
                  </a:cubicBezTo>
                  <a:cubicBezTo>
                    <a:pt x="102" y="14"/>
                    <a:pt x="100" y="14"/>
                    <a:pt x="98" y="13"/>
                  </a:cubicBezTo>
                  <a:cubicBezTo>
                    <a:pt x="95" y="13"/>
                    <a:pt x="93" y="13"/>
                    <a:pt x="91" y="12"/>
                  </a:cubicBezTo>
                  <a:cubicBezTo>
                    <a:pt x="87" y="11"/>
                    <a:pt x="85" y="10"/>
                    <a:pt x="82" y="8"/>
                  </a:cubicBezTo>
                  <a:cubicBezTo>
                    <a:pt x="82" y="7"/>
                    <a:pt x="81" y="7"/>
                    <a:pt x="81" y="6"/>
                  </a:cubicBezTo>
                  <a:cubicBezTo>
                    <a:pt x="79" y="5"/>
                    <a:pt x="78" y="4"/>
                    <a:pt x="75" y="3"/>
                  </a:cubicBezTo>
                  <a:cubicBezTo>
                    <a:pt x="74" y="3"/>
                    <a:pt x="74" y="3"/>
                    <a:pt x="73" y="3"/>
                  </a:cubicBezTo>
                  <a:cubicBezTo>
                    <a:pt x="72" y="3"/>
                    <a:pt x="70" y="3"/>
                    <a:pt x="70" y="3"/>
                  </a:cubicBezTo>
                  <a:cubicBezTo>
                    <a:pt x="69" y="3"/>
                    <a:pt x="68" y="3"/>
                    <a:pt x="67" y="3"/>
                  </a:cubicBezTo>
                  <a:cubicBezTo>
                    <a:pt x="66" y="2"/>
                    <a:pt x="65" y="1"/>
                    <a:pt x="65" y="1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0" y="1"/>
                    <a:pt x="59" y="1"/>
                  </a:cubicBezTo>
                  <a:cubicBezTo>
                    <a:pt x="59" y="1"/>
                    <a:pt x="58" y="1"/>
                    <a:pt x="57" y="1"/>
                  </a:cubicBezTo>
                  <a:cubicBezTo>
                    <a:pt x="51" y="3"/>
                    <a:pt x="45" y="5"/>
                    <a:pt x="41" y="11"/>
                  </a:cubicBezTo>
                  <a:cubicBezTo>
                    <a:pt x="40" y="12"/>
                    <a:pt x="39" y="14"/>
                    <a:pt x="38" y="15"/>
                  </a:cubicBezTo>
                  <a:cubicBezTo>
                    <a:pt x="38" y="16"/>
                    <a:pt x="37" y="17"/>
                    <a:pt x="37" y="18"/>
                  </a:cubicBezTo>
                  <a:cubicBezTo>
                    <a:pt x="36" y="19"/>
                    <a:pt x="35" y="20"/>
                    <a:pt x="35" y="21"/>
                  </a:cubicBezTo>
                  <a:cubicBezTo>
                    <a:pt x="34" y="22"/>
                    <a:pt x="33" y="23"/>
                    <a:pt x="33" y="24"/>
                  </a:cubicBezTo>
                  <a:cubicBezTo>
                    <a:pt x="32" y="25"/>
                    <a:pt x="32" y="26"/>
                    <a:pt x="32" y="27"/>
                  </a:cubicBezTo>
                  <a:cubicBezTo>
                    <a:pt x="31" y="28"/>
                    <a:pt x="31" y="29"/>
                    <a:pt x="30" y="30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27" y="35"/>
                    <a:pt x="24" y="39"/>
                    <a:pt x="21" y="44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19" y="48"/>
                    <a:pt x="18" y="50"/>
                    <a:pt x="16" y="52"/>
                  </a:cubicBezTo>
                  <a:cubicBezTo>
                    <a:pt x="14" y="54"/>
                    <a:pt x="13" y="54"/>
                    <a:pt x="12" y="54"/>
                  </a:cubicBezTo>
                  <a:cubicBezTo>
                    <a:pt x="11" y="54"/>
                    <a:pt x="10" y="54"/>
                    <a:pt x="10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4" y="54"/>
                    <a:pt x="1" y="60"/>
                    <a:pt x="0" y="6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4" y="67"/>
                    <a:pt x="6" y="68"/>
                    <a:pt x="8" y="69"/>
                  </a:cubicBezTo>
                  <a:cubicBezTo>
                    <a:pt x="11" y="71"/>
                    <a:pt x="15" y="74"/>
                    <a:pt x="19" y="74"/>
                  </a:cubicBezTo>
                  <a:cubicBezTo>
                    <a:pt x="20" y="74"/>
                    <a:pt x="21" y="74"/>
                    <a:pt x="21" y="74"/>
                  </a:cubicBezTo>
                  <a:cubicBezTo>
                    <a:pt x="24" y="73"/>
                    <a:pt x="28" y="71"/>
                    <a:pt x="31" y="69"/>
                  </a:cubicBezTo>
                  <a:cubicBezTo>
                    <a:pt x="33" y="68"/>
                    <a:pt x="34" y="66"/>
                    <a:pt x="36" y="65"/>
                  </a:cubicBezTo>
                  <a:cubicBezTo>
                    <a:pt x="37" y="63"/>
                    <a:pt x="38" y="61"/>
                    <a:pt x="40" y="60"/>
                  </a:cubicBezTo>
                  <a:cubicBezTo>
                    <a:pt x="42" y="59"/>
                    <a:pt x="52" y="55"/>
                    <a:pt x="58" y="55"/>
                  </a:cubicBezTo>
                  <a:cubicBezTo>
                    <a:pt x="59" y="55"/>
                    <a:pt x="60" y="56"/>
                    <a:pt x="61" y="56"/>
                  </a:cubicBezTo>
                  <a:cubicBezTo>
                    <a:pt x="62" y="56"/>
                    <a:pt x="62" y="57"/>
                    <a:pt x="62" y="57"/>
                  </a:cubicBezTo>
                  <a:cubicBezTo>
                    <a:pt x="63" y="60"/>
                    <a:pt x="61" y="63"/>
                    <a:pt x="59" y="66"/>
                  </a:cubicBezTo>
                  <a:cubicBezTo>
                    <a:pt x="58" y="66"/>
                    <a:pt x="58" y="67"/>
                    <a:pt x="57" y="68"/>
                  </a:cubicBezTo>
                  <a:cubicBezTo>
                    <a:pt x="56" y="69"/>
                    <a:pt x="55" y="71"/>
                    <a:pt x="54" y="73"/>
                  </a:cubicBezTo>
                  <a:cubicBezTo>
                    <a:pt x="53" y="75"/>
                    <a:pt x="53" y="77"/>
                    <a:pt x="51" y="78"/>
                  </a:cubicBezTo>
                  <a:cubicBezTo>
                    <a:pt x="48" y="82"/>
                    <a:pt x="48" y="83"/>
                    <a:pt x="48" y="84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9" y="86"/>
                    <a:pt x="49" y="86"/>
                    <a:pt x="49" y="86"/>
                  </a:cubicBezTo>
                  <a:cubicBezTo>
                    <a:pt x="50" y="86"/>
                    <a:pt x="50" y="86"/>
                    <a:pt x="52" y="86"/>
                  </a:cubicBezTo>
                  <a:cubicBezTo>
                    <a:pt x="54" y="86"/>
                    <a:pt x="56" y="87"/>
                    <a:pt x="58" y="88"/>
                  </a:cubicBezTo>
                  <a:cubicBezTo>
                    <a:pt x="58" y="88"/>
                    <a:pt x="59" y="88"/>
                    <a:pt x="59" y="89"/>
                  </a:cubicBezTo>
                  <a:cubicBezTo>
                    <a:pt x="60" y="89"/>
                    <a:pt x="60" y="90"/>
                    <a:pt x="61" y="90"/>
                  </a:cubicBezTo>
                  <a:cubicBezTo>
                    <a:pt x="62" y="90"/>
                    <a:pt x="62" y="90"/>
                    <a:pt x="62" y="90"/>
                  </a:cubicBezTo>
                  <a:cubicBezTo>
                    <a:pt x="64" y="90"/>
                    <a:pt x="65" y="90"/>
                    <a:pt x="67" y="89"/>
                  </a:cubicBezTo>
                  <a:cubicBezTo>
                    <a:pt x="68" y="88"/>
                    <a:pt x="70" y="87"/>
                    <a:pt x="71" y="87"/>
                  </a:cubicBezTo>
                  <a:cubicBezTo>
                    <a:pt x="72" y="87"/>
                    <a:pt x="72" y="87"/>
                    <a:pt x="72" y="87"/>
                  </a:cubicBezTo>
                  <a:cubicBezTo>
                    <a:pt x="76" y="88"/>
                    <a:pt x="79" y="90"/>
                    <a:pt x="82" y="95"/>
                  </a:cubicBezTo>
                  <a:cubicBezTo>
                    <a:pt x="83" y="97"/>
                    <a:pt x="85" y="97"/>
                    <a:pt x="87" y="97"/>
                  </a:cubicBezTo>
                  <a:cubicBezTo>
                    <a:pt x="87" y="97"/>
                    <a:pt x="87" y="97"/>
                    <a:pt x="87" y="97"/>
                  </a:cubicBezTo>
                  <a:cubicBezTo>
                    <a:pt x="87" y="97"/>
                    <a:pt x="87" y="97"/>
                    <a:pt x="87" y="97"/>
                  </a:cubicBezTo>
                  <a:cubicBezTo>
                    <a:pt x="88" y="97"/>
                    <a:pt x="90" y="97"/>
                    <a:pt x="90" y="94"/>
                  </a:cubicBezTo>
                  <a:cubicBezTo>
                    <a:pt x="91" y="93"/>
                    <a:pt x="91" y="92"/>
                    <a:pt x="91" y="92"/>
                  </a:cubicBezTo>
                  <a:cubicBezTo>
                    <a:pt x="91" y="90"/>
                    <a:pt x="91" y="89"/>
                    <a:pt x="92" y="88"/>
                  </a:cubicBezTo>
                  <a:cubicBezTo>
                    <a:pt x="92" y="87"/>
                    <a:pt x="93" y="86"/>
                    <a:pt x="93" y="86"/>
                  </a:cubicBezTo>
                  <a:cubicBezTo>
                    <a:pt x="94" y="84"/>
                    <a:pt x="94" y="83"/>
                    <a:pt x="95" y="82"/>
                  </a:cubicBezTo>
                  <a:cubicBezTo>
                    <a:pt x="95" y="80"/>
                    <a:pt x="95" y="79"/>
                    <a:pt x="95" y="78"/>
                  </a:cubicBezTo>
                  <a:cubicBezTo>
                    <a:pt x="95" y="73"/>
                    <a:pt x="95" y="71"/>
                    <a:pt x="98" y="70"/>
                  </a:cubicBezTo>
                  <a:cubicBezTo>
                    <a:pt x="99" y="70"/>
                    <a:pt x="99" y="70"/>
                    <a:pt x="99" y="70"/>
                  </a:cubicBezTo>
                  <a:cubicBezTo>
                    <a:pt x="102" y="70"/>
                    <a:pt x="103" y="72"/>
                    <a:pt x="105" y="73"/>
                  </a:cubicBezTo>
                  <a:cubicBezTo>
                    <a:pt x="106" y="74"/>
                    <a:pt x="108" y="76"/>
                    <a:pt x="110" y="76"/>
                  </a:cubicBezTo>
                  <a:cubicBezTo>
                    <a:pt x="111" y="76"/>
                    <a:pt x="113" y="77"/>
                    <a:pt x="114" y="77"/>
                  </a:cubicBezTo>
                  <a:cubicBezTo>
                    <a:pt x="117" y="78"/>
                    <a:pt x="119" y="79"/>
                    <a:pt x="121" y="79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3" y="79"/>
                    <a:pt x="124" y="79"/>
                    <a:pt x="125" y="79"/>
                  </a:cubicBezTo>
                  <a:cubicBezTo>
                    <a:pt x="127" y="79"/>
                    <a:pt x="129" y="78"/>
                    <a:pt x="131" y="78"/>
                  </a:cubicBezTo>
                  <a:cubicBezTo>
                    <a:pt x="133" y="78"/>
                    <a:pt x="134" y="78"/>
                    <a:pt x="135" y="79"/>
                  </a:cubicBezTo>
                  <a:cubicBezTo>
                    <a:pt x="138" y="79"/>
                    <a:pt x="141" y="80"/>
                    <a:pt x="143" y="81"/>
                  </a:cubicBezTo>
                  <a:cubicBezTo>
                    <a:pt x="147" y="82"/>
                    <a:pt x="150" y="83"/>
                    <a:pt x="154" y="83"/>
                  </a:cubicBezTo>
                  <a:cubicBezTo>
                    <a:pt x="156" y="83"/>
                    <a:pt x="158" y="83"/>
                    <a:pt x="160" y="82"/>
                  </a:cubicBezTo>
                  <a:cubicBezTo>
                    <a:pt x="162" y="81"/>
                    <a:pt x="162" y="81"/>
                    <a:pt x="162" y="81"/>
                  </a:cubicBezTo>
                  <a:lnTo>
                    <a:pt x="161" y="78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C58A51F-03A7-3594-DC22-8E03A073F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930"/>
              <a:ext cx="462" cy="564"/>
            </a:xfrm>
            <a:custGeom>
              <a:avLst/>
              <a:gdLst>
                <a:gd name="T0" fmla="*/ 189 w 189"/>
                <a:gd name="T1" fmla="*/ 95 h 231"/>
                <a:gd name="T2" fmla="*/ 178 w 189"/>
                <a:gd name="T3" fmla="*/ 90 h 231"/>
                <a:gd name="T4" fmla="*/ 169 w 189"/>
                <a:gd name="T5" fmla="*/ 86 h 231"/>
                <a:gd name="T6" fmla="*/ 164 w 189"/>
                <a:gd name="T7" fmla="*/ 77 h 231"/>
                <a:gd name="T8" fmla="*/ 155 w 189"/>
                <a:gd name="T9" fmla="*/ 70 h 231"/>
                <a:gd name="T10" fmla="*/ 148 w 189"/>
                <a:gd name="T11" fmla="*/ 61 h 231"/>
                <a:gd name="T12" fmla="*/ 139 w 189"/>
                <a:gd name="T13" fmla="*/ 52 h 231"/>
                <a:gd name="T14" fmla="*/ 127 w 189"/>
                <a:gd name="T15" fmla="*/ 41 h 231"/>
                <a:gd name="T16" fmla="*/ 120 w 189"/>
                <a:gd name="T17" fmla="*/ 35 h 231"/>
                <a:gd name="T18" fmla="*/ 91 w 189"/>
                <a:gd name="T19" fmla="*/ 15 h 231"/>
                <a:gd name="T20" fmla="*/ 63 w 189"/>
                <a:gd name="T21" fmla="*/ 0 h 231"/>
                <a:gd name="T22" fmla="*/ 56 w 189"/>
                <a:gd name="T23" fmla="*/ 1 h 231"/>
                <a:gd name="T24" fmla="*/ 46 w 189"/>
                <a:gd name="T25" fmla="*/ 1 h 231"/>
                <a:gd name="T26" fmla="*/ 35 w 189"/>
                <a:gd name="T27" fmla="*/ 0 h 231"/>
                <a:gd name="T28" fmla="*/ 26 w 189"/>
                <a:gd name="T29" fmla="*/ 1 h 231"/>
                <a:gd name="T30" fmla="*/ 19 w 189"/>
                <a:gd name="T31" fmla="*/ 1 h 231"/>
                <a:gd name="T32" fmla="*/ 14 w 189"/>
                <a:gd name="T33" fmla="*/ 1 h 231"/>
                <a:gd name="T34" fmla="*/ 10 w 189"/>
                <a:gd name="T35" fmla="*/ 1 h 231"/>
                <a:gd name="T36" fmla="*/ 8 w 189"/>
                <a:gd name="T37" fmla="*/ 4 h 231"/>
                <a:gd name="T38" fmla="*/ 5 w 189"/>
                <a:gd name="T39" fmla="*/ 14 h 231"/>
                <a:gd name="T40" fmla="*/ 3 w 189"/>
                <a:gd name="T41" fmla="*/ 31 h 231"/>
                <a:gd name="T42" fmla="*/ 6 w 189"/>
                <a:gd name="T43" fmla="*/ 41 h 231"/>
                <a:gd name="T44" fmla="*/ 11 w 189"/>
                <a:gd name="T45" fmla="*/ 51 h 231"/>
                <a:gd name="T46" fmla="*/ 13 w 189"/>
                <a:gd name="T47" fmla="*/ 61 h 231"/>
                <a:gd name="T48" fmla="*/ 10 w 189"/>
                <a:gd name="T49" fmla="*/ 83 h 231"/>
                <a:gd name="T50" fmla="*/ 12 w 189"/>
                <a:gd name="T51" fmla="*/ 95 h 231"/>
                <a:gd name="T52" fmla="*/ 15 w 189"/>
                <a:gd name="T53" fmla="*/ 104 h 231"/>
                <a:gd name="T54" fmla="*/ 16 w 189"/>
                <a:gd name="T55" fmla="*/ 113 h 231"/>
                <a:gd name="T56" fmla="*/ 17 w 189"/>
                <a:gd name="T57" fmla="*/ 114 h 231"/>
                <a:gd name="T58" fmla="*/ 22 w 189"/>
                <a:gd name="T59" fmla="*/ 140 h 231"/>
                <a:gd name="T60" fmla="*/ 23 w 189"/>
                <a:gd name="T61" fmla="*/ 152 h 231"/>
                <a:gd name="T62" fmla="*/ 26 w 189"/>
                <a:gd name="T63" fmla="*/ 161 h 231"/>
                <a:gd name="T64" fmla="*/ 35 w 189"/>
                <a:gd name="T65" fmla="*/ 177 h 231"/>
                <a:gd name="T66" fmla="*/ 39 w 189"/>
                <a:gd name="T67" fmla="*/ 188 h 231"/>
                <a:gd name="T68" fmla="*/ 33 w 189"/>
                <a:gd name="T69" fmla="*/ 207 h 231"/>
                <a:gd name="T70" fmla="*/ 35 w 189"/>
                <a:gd name="T71" fmla="*/ 208 h 231"/>
                <a:gd name="T72" fmla="*/ 40 w 189"/>
                <a:gd name="T73" fmla="*/ 208 h 231"/>
                <a:gd name="T74" fmla="*/ 50 w 189"/>
                <a:gd name="T75" fmla="*/ 209 h 231"/>
                <a:gd name="T76" fmla="*/ 57 w 189"/>
                <a:gd name="T77" fmla="*/ 209 h 231"/>
                <a:gd name="T78" fmla="*/ 67 w 189"/>
                <a:gd name="T79" fmla="*/ 208 h 231"/>
                <a:gd name="T80" fmla="*/ 77 w 189"/>
                <a:gd name="T81" fmla="*/ 209 h 231"/>
                <a:gd name="T82" fmla="*/ 88 w 189"/>
                <a:gd name="T83" fmla="*/ 219 h 231"/>
                <a:gd name="T84" fmla="*/ 100 w 189"/>
                <a:gd name="T85" fmla="*/ 230 h 231"/>
                <a:gd name="T86" fmla="*/ 112 w 189"/>
                <a:gd name="T87" fmla="*/ 226 h 231"/>
                <a:gd name="T88" fmla="*/ 124 w 189"/>
                <a:gd name="T89" fmla="*/ 212 h 231"/>
                <a:gd name="T90" fmla="*/ 118 w 189"/>
                <a:gd name="T91" fmla="*/ 198 h 231"/>
                <a:gd name="T92" fmla="*/ 122 w 189"/>
                <a:gd name="T93" fmla="*/ 181 h 231"/>
                <a:gd name="T94" fmla="*/ 125 w 189"/>
                <a:gd name="T95" fmla="*/ 163 h 231"/>
                <a:gd name="T96" fmla="*/ 135 w 189"/>
                <a:gd name="T97" fmla="*/ 152 h 231"/>
                <a:gd name="T98" fmla="*/ 141 w 189"/>
                <a:gd name="T99" fmla="*/ 151 h 231"/>
                <a:gd name="T100" fmla="*/ 146 w 189"/>
                <a:gd name="T101" fmla="*/ 143 h 231"/>
                <a:gd name="T102" fmla="*/ 155 w 189"/>
                <a:gd name="T103" fmla="*/ 129 h 231"/>
                <a:gd name="T104" fmla="*/ 157 w 189"/>
                <a:gd name="T105" fmla="*/ 123 h 231"/>
                <a:gd name="T106" fmla="*/ 161 w 189"/>
                <a:gd name="T107" fmla="*/ 117 h 231"/>
                <a:gd name="T108" fmla="*/ 165 w 189"/>
                <a:gd name="T109" fmla="*/ 110 h 231"/>
                <a:gd name="T110" fmla="*/ 184 w 189"/>
                <a:gd name="T111" fmla="*/ 99 h 231"/>
                <a:gd name="T112" fmla="*/ 189 w 189"/>
                <a:gd name="T113" fmla="*/ 98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9" h="231">
                  <a:moveTo>
                    <a:pt x="189" y="96"/>
                  </a:moveTo>
                  <a:cubicBezTo>
                    <a:pt x="189" y="95"/>
                    <a:pt x="189" y="95"/>
                    <a:pt x="189" y="95"/>
                  </a:cubicBezTo>
                  <a:cubicBezTo>
                    <a:pt x="188" y="94"/>
                    <a:pt x="188" y="94"/>
                    <a:pt x="188" y="94"/>
                  </a:cubicBezTo>
                  <a:cubicBezTo>
                    <a:pt x="185" y="93"/>
                    <a:pt x="181" y="92"/>
                    <a:pt x="178" y="90"/>
                  </a:cubicBezTo>
                  <a:cubicBezTo>
                    <a:pt x="177" y="90"/>
                    <a:pt x="176" y="89"/>
                    <a:pt x="175" y="89"/>
                  </a:cubicBezTo>
                  <a:cubicBezTo>
                    <a:pt x="172" y="88"/>
                    <a:pt x="170" y="87"/>
                    <a:pt x="169" y="86"/>
                  </a:cubicBezTo>
                  <a:cubicBezTo>
                    <a:pt x="169" y="85"/>
                    <a:pt x="168" y="84"/>
                    <a:pt x="168" y="83"/>
                  </a:cubicBezTo>
                  <a:cubicBezTo>
                    <a:pt x="168" y="81"/>
                    <a:pt x="167" y="79"/>
                    <a:pt x="164" y="77"/>
                  </a:cubicBezTo>
                  <a:cubicBezTo>
                    <a:pt x="162" y="76"/>
                    <a:pt x="159" y="75"/>
                    <a:pt x="158" y="73"/>
                  </a:cubicBezTo>
                  <a:cubicBezTo>
                    <a:pt x="157" y="72"/>
                    <a:pt x="156" y="71"/>
                    <a:pt x="155" y="70"/>
                  </a:cubicBezTo>
                  <a:cubicBezTo>
                    <a:pt x="155" y="68"/>
                    <a:pt x="154" y="67"/>
                    <a:pt x="153" y="66"/>
                  </a:cubicBezTo>
                  <a:cubicBezTo>
                    <a:pt x="152" y="64"/>
                    <a:pt x="150" y="63"/>
                    <a:pt x="148" y="61"/>
                  </a:cubicBezTo>
                  <a:cubicBezTo>
                    <a:pt x="147" y="61"/>
                    <a:pt x="146" y="60"/>
                    <a:pt x="146" y="59"/>
                  </a:cubicBezTo>
                  <a:cubicBezTo>
                    <a:pt x="143" y="57"/>
                    <a:pt x="141" y="55"/>
                    <a:pt x="139" y="52"/>
                  </a:cubicBezTo>
                  <a:cubicBezTo>
                    <a:pt x="137" y="50"/>
                    <a:pt x="135" y="48"/>
                    <a:pt x="133" y="45"/>
                  </a:cubicBezTo>
                  <a:cubicBezTo>
                    <a:pt x="131" y="44"/>
                    <a:pt x="129" y="42"/>
                    <a:pt x="127" y="41"/>
                  </a:cubicBezTo>
                  <a:cubicBezTo>
                    <a:pt x="126" y="40"/>
                    <a:pt x="125" y="40"/>
                    <a:pt x="124" y="39"/>
                  </a:cubicBezTo>
                  <a:cubicBezTo>
                    <a:pt x="122" y="38"/>
                    <a:pt x="121" y="36"/>
                    <a:pt x="120" y="35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0" y="26"/>
                    <a:pt x="100" y="21"/>
                    <a:pt x="91" y="15"/>
                  </a:cubicBezTo>
                  <a:cubicBezTo>
                    <a:pt x="84" y="11"/>
                    <a:pt x="76" y="7"/>
                    <a:pt x="70" y="2"/>
                  </a:cubicBezTo>
                  <a:cubicBezTo>
                    <a:pt x="68" y="1"/>
                    <a:pt x="66" y="0"/>
                    <a:pt x="63" y="0"/>
                  </a:cubicBezTo>
                  <a:cubicBezTo>
                    <a:pt x="61" y="0"/>
                    <a:pt x="60" y="0"/>
                    <a:pt x="58" y="0"/>
                  </a:cubicBezTo>
                  <a:cubicBezTo>
                    <a:pt x="58" y="0"/>
                    <a:pt x="57" y="1"/>
                    <a:pt x="56" y="1"/>
                  </a:cubicBezTo>
                  <a:cubicBezTo>
                    <a:pt x="55" y="1"/>
                    <a:pt x="54" y="1"/>
                    <a:pt x="52" y="1"/>
                  </a:cubicBezTo>
                  <a:cubicBezTo>
                    <a:pt x="50" y="1"/>
                    <a:pt x="48" y="1"/>
                    <a:pt x="46" y="1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9" y="0"/>
                    <a:pt x="37" y="0"/>
                    <a:pt x="35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30" y="0"/>
                    <a:pt x="28" y="0"/>
                    <a:pt x="26" y="1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8" y="1"/>
                    <a:pt x="17" y="1"/>
                    <a:pt x="16" y="1"/>
                  </a:cubicBezTo>
                  <a:cubicBezTo>
                    <a:pt x="16" y="1"/>
                    <a:pt x="15" y="1"/>
                    <a:pt x="14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1" y="1"/>
                    <a:pt x="10" y="1"/>
                    <a:pt x="10" y="1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6"/>
                    <a:pt x="9" y="8"/>
                    <a:pt x="7" y="11"/>
                  </a:cubicBezTo>
                  <a:cubicBezTo>
                    <a:pt x="6" y="12"/>
                    <a:pt x="6" y="13"/>
                    <a:pt x="5" y="14"/>
                  </a:cubicBezTo>
                  <a:cubicBezTo>
                    <a:pt x="3" y="16"/>
                    <a:pt x="2" y="17"/>
                    <a:pt x="1" y="20"/>
                  </a:cubicBezTo>
                  <a:cubicBezTo>
                    <a:pt x="0" y="24"/>
                    <a:pt x="1" y="27"/>
                    <a:pt x="3" y="31"/>
                  </a:cubicBezTo>
                  <a:cubicBezTo>
                    <a:pt x="4" y="33"/>
                    <a:pt x="4" y="34"/>
                    <a:pt x="5" y="37"/>
                  </a:cubicBezTo>
                  <a:cubicBezTo>
                    <a:pt x="5" y="38"/>
                    <a:pt x="5" y="40"/>
                    <a:pt x="6" y="41"/>
                  </a:cubicBezTo>
                  <a:cubicBezTo>
                    <a:pt x="6" y="43"/>
                    <a:pt x="7" y="44"/>
                    <a:pt x="8" y="46"/>
                  </a:cubicBezTo>
                  <a:cubicBezTo>
                    <a:pt x="9" y="47"/>
                    <a:pt x="10" y="49"/>
                    <a:pt x="11" y="51"/>
                  </a:cubicBezTo>
                  <a:cubicBezTo>
                    <a:pt x="11" y="53"/>
                    <a:pt x="11" y="54"/>
                    <a:pt x="12" y="56"/>
                  </a:cubicBezTo>
                  <a:cubicBezTo>
                    <a:pt x="12" y="58"/>
                    <a:pt x="13" y="60"/>
                    <a:pt x="13" y="61"/>
                  </a:cubicBezTo>
                  <a:cubicBezTo>
                    <a:pt x="15" y="66"/>
                    <a:pt x="14" y="68"/>
                    <a:pt x="12" y="72"/>
                  </a:cubicBezTo>
                  <a:cubicBezTo>
                    <a:pt x="10" y="76"/>
                    <a:pt x="9" y="79"/>
                    <a:pt x="10" y="83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10" y="88"/>
                    <a:pt x="11" y="92"/>
                    <a:pt x="12" y="95"/>
                  </a:cubicBezTo>
                  <a:cubicBezTo>
                    <a:pt x="12" y="96"/>
                    <a:pt x="13" y="97"/>
                    <a:pt x="13" y="98"/>
                  </a:cubicBezTo>
                  <a:cubicBezTo>
                    <a:pt x="14" y="100"/>
                    <a:pt x="15" y="102"/>
                    <a:pt x="15" y="104"/>
                  </a:cubicBezTo>
                  <a:cubicBezTo>
                    <a:pt x="15" y="105"/>
                    <a:pt x="15" y="106"/>
                    <a:pt x="15" y="106"/>
                  </a:cubicBezTo>
                  <a:cubicBezTo>
                    <a:pt x="15" y="108"/>
                    <a:pt x="15" y="110"/>
                    <a:pt x="16" y="113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21" y="115"/>
                    <a:pt x="23" y="123"/>
                    <a:pt x="23" y="134"/>
                  </a:cubicBezTo>
                  <a:cubicBezTo>
                    <a:pt x="23" y="136"/>
                    <a:pt x="22" y="138"/>
                    <a:pt x="22" y="140"/>
                  </a:cubicBezTo>
                  <a:cubicBezTo>
                    <a:pt x="22" y="142"/>
                    <a:pt x="22" y="144"/>
                    <a:pt x="22" y="146"/>
                  </a:cubicBezTo>
                  <a:cubicBezTo>
                    <a:pt x="22" y="148"/>
                    <a:pt x="23" y="150"/>
                    <a:pt x="23" y="152"/>
                  </a:cubicBezTo>
                  <a:cubicBezTo>
                    <a:pt x="24" y="153"/>
                    <a:pt x="25" y="154"/>
                    <a:pt x="25" y="156"/>
                  </a:cubicBezTo>
                  <a:cubicBezTo>
                    <a:pt x="25" y="157"/>
                    <a:pt x="25" y="159"/>
                    <a:pt x="26" y="161"/>
                  </a:cubicBezTo>
                  <a:cubicBezTo>
                    <a:pt x="26" y="166"/>
                    <a:pt x="27" y="172"/>
                    <a:pt x="31" y="175"/>
                  </a:cubicBezTo>
                  <a:cubicBezTo>
                    <a:pt x="32" y="176"/>
                    <a:pt x="34" y="176"/>
                    <a:pt x="35" y="177"/>
                  </a:cubicBezTo>
                  <a:cubicBezTo>
                    <a:pt x="37" y="177"/>
                    <a:pt x="38" y="177"/>
                    <a:pt x="40" y="179"/>
                  </a:cubicBezTo>
                  <a:cubicBezTo>
                    <a:pt x="42" y="181"/>
                    <a:pt x="42" y="185"/>
                    <a:pt x="39" y="188"/>
                  </a:cubicBezTo>
                  <a:cubicBezTo>
                    <a:pt x="35" y="194"/>
                    <a:pt x="33" y="198"/>
                    <a:pt x="33" y="203"/>
                  </a:cubicBezTo>
                  <a:cubicBezTo>
                    <a:pt x="33" y="205"/>
                    <a:pt x="33" y="206"/>
                    <a:pt x="33" y="207"/>
                  </a:cubicBezTo>
                  <a:cubicBezTo>
                    <a:pt x="34" y="209"/>
                    <a:pt x="34" y="209"/>
                    <a:pt x="34" y="209"/>
                  </a:cubicBezTo>
                  <a:cubicBezTo>
                    <a:pt x="35" y="208"/>
                    <a:pt x="35" y="208"/>
                    <a:pt x="35" y="208"/>
                  </a:cubicBezTo>
                  <a:cubicBezTo>
                    <a:pt x="36" y="208"/>
                    <a:pt x="36" y="208"/>
                    <a:pt x="37" y="208"/>
                  </a:cubicBezTo>
                  <a:cubicBezTo>
                    <a:pt x="38" y="208"/>
                    <a:pt x="39" y="208"/>
                    <a:pt x="40" y="208"/>
                  </a:cubicBezTo>
                  <a:cubicBezTo>
                    <a:pt x="43" y="208"/>
                    <a:pt x="46" y="208"/>
                    <a:pt x="48" y="209"/>
                  </a:cubicBezTo>
                  <a:cubicBezTo>
                    <a:pt x="50" y="209"/>
                    <a:pt x="50" y="209"/>
                    <a:pt x="50" y="209"/>
                  </a:cubicBezTo>
                  <a:cubicBezTo>
                    <a:pt x="51" y="209"/>
                    <a:pt x="53" y="210"/>
                    <a:pt x="54" y="210"/>
                  </a:cubicBezTo>
                  <a:cubicBezTo>
                    <a:pt x="55" y="210"/>
                    <a:pt x="56" y="210"/>
                    <a:pt x="57" y="209"/>
                  </a:cubicBezTo>
                  <a:cubicBezTo>
                    <a:pt x="60" y="208"/>
                    <a:pt x="62" y="208"/>
                    <a:pt x="65" y="208"/>
                  </a:cubicBezTo>
                  <a:cubicBezTo>
                    <a:pt x="65" y="208"/>
                    <a:pt x="66" y="208"/>
                    <a:pt x="67" y="208"/>
                  </a:cubicBezTo>
                  <a:cubicBezTo>
                    <a:pt x="67" y="208"/>
                    <a:pt x="68" y="208"/>
                    <a:pt x="69" y="208"/>
                  </a:cubicBezTo>
                  <a:cubicBezTo>
                    <a:pt x="72" y="208"/>
                    <a:pt x="74" y="208"/>
                    <a:pt x="77" y="209"/>
                  </a:cubicBezTo>
                  <a:cubicBezTo>
                    <a:pt x="80" y="213"/>
                    <a:pt x="83" y="216"/>
                    <a:pt x="87" y="219"/>
                  </a:cubicBezTo>
                  <a:cubicBezTo>
                    <a:pt x="88" y="219"/>
                    <a:pt x="88" y="219"/>
                    <a:pt x="88" y="219"/>
                  </a:cubicBezTo>
                  <a:cubicBezTo>
                    <a:pt x="90" y="221"/>
                    <a:pt x="91" y="222"/>
                    <a:pt x="93" y="224"/>
                  </a:cubicBezTo>
                  <a:cubicBezTo>
                    <a:pt x="95" y="227"/>
                    <a:pt x="97" y="229"/>
                    <a:pt x="100" y="230"/>
                  </a:cubicBezTo>
                  <a:cubicBezTo>
                    <a:pt x="101" y="231"/>
                    <a:pt x="102" y="231"/>
                    <a:pt x="103" y="231"/>
                  </a:cubicBezTo>
                  <a:cubicBezTo>
                    <a:pt x="106" y="231"/>
                    <a:pt x="109" y="229"/>
                    <a:pt x="112" y="226"/>
                  </a:cubicBezTo>
                  <a:cubicBezTo>
                    <a:pt x="113" y="225"/>
                    <a:pt x="113" y="225"/>
                    <a:pt x="113" y="225"/>
                  </a:cubicBezTo>
                  <a:cubicBezTo>
                    <a:pt x="118" y="222"/>
                    <a:pt x="122" y="218"/>
                    <a:pt x="124" y="212"/>
                  </a:cubicBezTo>
                  <a:cubicBezTo>
                    <a:pt x="125" y="208"/>
                    <a:pt x="123" y="206"/>
                    <a:pt x="121" y="202"/>
                  </a:cubicBezTo>
                  <a:cubicBezTo>
                    <a:pt x="120" y="201"/>
                    <a:pt x="119" y="200"/>
                    <a:pt x="118" y="198"/>
                  </a:cubicBezTo>
                  <a:cubicBezTo>
                    <a:pt x="116" y="192"/>
                    <a:pt x="118" y="187"/>
                    <a:pt x="121" y="182"/>
                  </a:cubicBezTo>
                  <a:cubicBezTo>
                    <a:pt x="122" y="181"/>
                    <a:pt x="122" y="181"/>
                    <a:pt x="122" y="181"/>
                  </a:cubicBezTo>
                  <a:cubicBezTo>
                    <a:pt x="124" y="176"/>
                    <a:pt x="125" y="172"/>
                    <a:pt x="125" y="168"/>
                  </a:cubicBezTo>
                  <a:cubicBezTo>
                    <a:pt x="125" y="166"/>
                    <a:pt x="125" y="165"/>
                    <a:pt x="125" y="163"/>
                  </a:cubicBezTo>
                  <a:cubicBezTo>
                    <a:pt x="125" y="160"/>
                    <a:pt x="129" y="152"/>
                    <a:pt x="133" y="152"/>
                  </a:cubicBezTo>
                  <a:cubicBezTo>
                    <a:pt x="133" y="152"/>
                    <a:pt x="135" y="152"/>
                    <a:pt x="135" y="152"/>
                  </a:cubicBezTo>
                  <a:cubicBezTo>
                    <a:pt x="135" y="152"/>
                    <a:pt x="136" y="153"/>
                    <a:pt x="137" y="153"/>
                  </a:cubicBezTo>
                  <a:cubicBezTo>
                    <a:pt x="138" y="153"/>
                    <a:pt x="139" y="152"/>
                    <a:pt x="141" y="151"/>
                  </a:cubicBezTo>
                  <a:cubicBezTo>
                    <a:pt x="143" y="149"/>
                    <a:pt x="144" y="147"/>
                    <a:pt x="145" y="145"/>
                  </a:cubicBezTo>
                  <a:cubicBezTo>
                    <a:pt x="145" y="144"/>
                    <a:pt x="146" y="143"/>
                    <a:pt x="146" y="143"/>
                  </a:cubicBezTo>
                  <a:cubicBezTo>
                    <a:pt x="148" y="138"/>
                    <a:pt x="151" y="134"/>
                    <a:pt x="154" y="130"/>
                  </a:cubicBezTo>
                  <a:cubicBezTo>
                    <a:pt x="155" y="129"/>
                    <a:pt x="155" y="129"/>
                    <a:pt x="155" y="129"/>
                  </a:cubicBezTo>
                  <a:cubicBezTo>
                    <a:pt x="156" y="128"/>
                    <a:pt x="156" y="127"/>
                    <a:pt x="156" y="125"/>
                  </a:cubicBezTo>
                  <a:cubicBezTo>
                    <a:pt x="157" y="125"/>
                    <a:pt x="157" y="124"/>
                    <a:pt x="157" y="123"/>
                  </a:cubicBezTo>
                  <a:cubicBezTo>
                    <a:pt x="158" y="122"/>
                    <a:pt x="159" y="120"/>
                    <a:pt x="160" y="119"/>
                  </a:cubicBezTo>
                  <a:cubicBezTo>
                    <a:pt x="160" y="119"/>
                    <a:pt x="161" y="118"/>
                    <a:pt x="161" y="117"/>
                  </a:cubicBezTo>
                  <a:cubicBezTo>
                    <a:pt x="162" y="116"/>
                    <a:pt x="162" y="115"/>
                    <a:pt x="163" y="114"/>
                  </a:cubicBezTo>
                  <a:cubicBezTo>
                    <a:pt x="164" y="112"/>
                    <a:pt x="164" y="111"/>
                    <a:pt x="165" y="110"/>
                  </a:cubicBezTo>
                  <a:cubicBezTo>
                    <a:pt x="169" y="104"/>
                    <a:pt x="176" y="102"/>
                    <a:pt x="182" y="100"/>
                  </a:cubicBezTo>
                  <a:cubicBezTo>
                    <a:pt x="183" y="100"/>
                    <a:pt x="183" y="100"/>
                    <a:pt x="184" y="99"/>
                  </a:cubicBezTo>
                  <a:cubicBezTo>
                    <a:pt x="185" y="99"/>
                    <a:pt x="186" y="99"/>
                    <a:pt x="187" y="99"/>
                  </a:cubicBezTo>
                  <a:cubicBezTo>
                    <a:pt x="189" y="98"/>
                    <a:pt x="189" y="98"/>
                    <a:pt x="189" y="98"/>
                  </a:cubicBezTo>
                  <a:lnTo>
                    <a:pt x="189" y="96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8DDA22B-5B8C-70C2-2B1E-093DA107A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" y="344"/>
              <a:ext cx="1923" cy="1357"/>
            </a:xfrm>
            <a:custGeom>
              <a:avLst/>
              <a:gdLst>
                <a:gd name="T0" fmla="*/ 773 w 788"/>
                <a:gd name="T1" fmla="*/ 194 h 556"/>
                <a:gd name="T2" fmla="*/ 758 w 788"/>
                <a:gd name="T3" fmla="*/ 182 h 556"/>
                <a:gd name="T4" fmla="*/ 722 w 788"/>
                <a:gd name="T5" fmla="*/ 163 h 556"/>
                <a:gd name="T6" fmla="*/ 688 w 788"/>
                <a:gd name="T7" fmla="*/ 133 h 556"/>
                <a:gd name="T8" fmla="*/ 675 w 788"/>
                <a:gd name="T9" fmla="*/ 113 h 556"/>
                <a:gd name="T10" fmla="*/ 659 w 788"/>
                <a:gd name="T11" fmla="*/ 86 h 556"/>
                <a:gd name="T12" fmla="*/ 611 w 788"/>
                <a:gd name="T13" fmla="*/ 100 h 556"/>
                <a:gd name="T14" fmla="*/ 592 w 788"/>
                <a:gd name="T15" fmla="*/ 135 h 556"/>
                <a:gd name="T16" fmla="*/ 548 w 788"/>
                <a:gd name="T17" fmla="*/ 147 h 556"/>
                <a:gd name="T18" fmla="*/ 527 w 788"/>
                <a:gd name="T19" fmla="*/ 152 h 556"/>
                <a:gd name="T20" fmla="*/ 512 w 788"/>
                <a:gd name="T21" fmla="*/ 125 h 556"/>
                <a:gd name="T22" fmla="*/ 495 w 788"/>
                <a:gd name="T23" fmla="*/ 22 h 556"/>
                <a:gd name="T24" fmla="*/ 460 w 788"/>
                <a:gd name="T25" fmla="*/ 1 h 556"/>
                <a:gd name="T26" fmla="*/ 452 w 788"/>
                <a:gd name="T27" fmla="*/ 6 h 556"/>
                <a:gd name="T28" fmla="*/ 432 w 788"/>
                <a:gd name="T29" fmla="*/ 15 h 556"/>
                <a:gd name="T30" fmla="*/ 421 w 788"/>
                <a:gd name="T31" fmla="*/ 31 h 556"/>
                <a:gd name="T32" fmla="*/ 399 w 788"/>
                <a:gd name="T33" fmla="*/ 43 h 556"/>
                <a:gd name="T34" fmla="*/ 379 w 788"/>
                <a:gd name="T35" fmla="*/ 60 h 556"/>
                <a:gd name="T36" fmla="*/ 369 w 788"/>
                <a:gd name="T37" fmla="*/ 68 h 556"/>
                <a:gd name="T38" fmla="*/ 337 w 788"/>
                <a:gd name="T39" fmla="*/ 68 h 556"/>
                <a:gd name="T40" fmla="*/ 309 w 788"/>
                <a:gd name="T41" fmla="*/ 51 h 556"/>
                <a:gd name="T42" fmla="*/ 298 w 788"/>
                <a:gd name="T43" fmla="*/ 42 h 556"/>
                <a:gd name="T44" fmla="*/ 271 w 788"/>
                <a:gd name="T45" fmla="*/ 13 h 556"/>
                <a:gd name="T46" fmla="*/ 244 w 788"/>
                <a:gd name="T47" fmla="*/ 15 h 556"/>
                <a:gd name="T48" fmla="*/ 201 w 788"/>
                <a:gd name="T49" fmla="*/ 29 h 556"/>
                <a:gd name="T50" fmla="*/ 167 w 788"/>
                <a:gd name="T51" fmla="*/ 45 h 556"/>
                <a:gd name="T52" fmla="*/ 195 w 788"/>
                <a:gd name="T53" fmla="*/ 79 h 556"/>
                <a:gd name="T54" fmla="*/ 157 w 788"/>
                <a:gd name="T55" fmla="*/ 88 h 556"/>
                <a:gd name="T56" fmla="*/ 158 w 788"/>
                <a:gd name="T57" fmla="*/ 119 h 556"/>
                <a:gd name="T58" fmla="*/ 188 w 788"/>
                <a:gd name="T59" fmla="*/ 171 h 556"/>
                <a:gd name="T60" fmla="*/ 170 w 788"/>
                <a:gd name="T61" fmla="*/ 281 h 556"/>
                <a:gd name="T62" fmla="*/ 156 w 788"/>
                <a:gd name="T63" fmla="*/ 305 h 556"/>
                <a:gd name="T64" fmla="*/ 129 w 788"/>
                <a:gd name="T65" fmla="*/ 304 h 556"/>
                <a:gd name="T66" fmla="*/ 75 w 788"/>
                <a:gd name="T67" fmla="*/ 326 h 556"/>
                <a:gd name="T68" fmla="*/ 60 w 788"/>
                <a:gd name="T69" fmla="*/ 336 h 556"/>
                <a:gd name="T70" fmla="*/ 34 w 788"/>
                <a:gd name="T71" fmla="*/ 369 h 556"/>
                <a:gd name="T72" fmla="*/ 27 w 788"/>
                <a:gd name="T73" fmla="*/ 410 h 556"/>
                <a:gd name="T74" fmla="*/ 0 w 788"/>
                <a:gd name="T75" fmla="*/ 446 h 556"/>
                <a:gd name="T76" fmla="*/ 323 w 788"/>
                <a:gd name="T77" fmla="*/ 553 h 556"/>
                <a:gd name="T78" fmla="*/ 340 w 788"/>
                <a:gd name="T79" fmla="*/ 534 h 556"/>
                <a:gd name="T80" fmla="*/ 361 w 788"/>
                <a:gd name="T81" fmla="*/ 535 h 556"/>
                <a:gd name="T82" fmla="*/ 374 w 788"/>
                <a:gd name="T83" fmla="*/ 533 h 556"/>
                <a:gd name="T84" fmla="*/ 382 w 788"/>
                <a:gd name="T85" fmla="*/ 530 h 556"/>
                <a:gd name="T86" fmla="*/ 395 w 788"/>
                <a:gd name="T87" fmla="*/ 532 h 556"/>
                <a:gd name="T88" fmla="*/ 413 w 788"/>
                <a:gd name="T89" fmla="*/ 511 h 556"/>
                <a:gd name="T90" fmla="*/ 423 w 788"/>
                <a:gd name="T91" fmla="*/ 510 h 556"/>
                <a:gd name="T92" fmla="*/ 434 w 788"/>
                <a:gd name="T93" fmla="*/ 508 h 556"/>
                <a:gd name="T94" fmla="*/ 445 w 788"/>
                <a:gd name="T95" fmla="*/ 483 h 556"/>
                <a:gd name="T96" fmla="*/ 462 w 788"/>
                <a:gd name="T97" fmla="*/ 470 h 556"/>
                <a:gd name="T98" fmla="*/ 483 w 788"/>
                <a:gd name="T99" fmla="*/ 463 h 556"/>
                <a:gd name="T100" fmla="*/ 512 w 788"/>
                <a:gd name="T101" fmla="*/ 478 h 556"/>
                <a:gd name="T102" fmla="*/ 530 w 788"/>
                <a:gd name="T103" fmla="*/ 496 h 556"/>
                <a:gd name="T104" fmla="*/ 554 w 788"/>
                <a:gd name="T105" fmla="*/ 497 h 556"/>
                <a:gd name="T106" fmla="*/ 695 w 788"/>
                <a:gd name="T107" fmla="*/ 479 h 556"/>
                <a:gd name="T108" fmla="*/ 698 w 788"/>
                <a:gd name="T109" fmla="*/ 459 h 556"/>
                <a:gd name="T110" fmla="*/ 704 w 788"/>
                <a:gd name="T111" fmla="*/ 435 h 556"/>
                <a:gd name="T112" fmla="*/ 696 w 788"/>
                <a:gd name="T113" fmla="*/ 410 h 556"/>
                <a:gd name="T114" fmla="*/ 707 w 788"/>
                <a:gd name="T115" fmla="*/ 372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8" h="556">
                  <a:moveTo>
                    <a:pt x="787" y="198"/>
                  </a:moveTo>
                  <a:cubicBezTo>
                    <a:pt x="786" y="198"/>
                    <a:pt x="786" y="197"/>
                    <a:pt x="785" y="196"/>
                  </a:cubicBezTo>
                  <a:cubicBezTo>
                    <a:pt x="785" y="196"/>
                    <a:pt x="784" y="195"/>
                    <a:pt x="784" y="195"/>
                  </a:cubicBezTo>
                  <a:cubicBezTo>
                    <a:pt x="782" y="193"/>
                    <a:pt x="781" y="193"/>
                    <a:pt x="778" y="193"/>
                  </a:cubicBezTo>
                  <a:cubicBezTo>
                    <a:pt x="778" y="193"/>
                    <a:pt x="778" y="193"/>
                    <a:pt x="778" y="193"/>
                  </a:cubicBezTo>
                  <a:cubicBezTo>
                    <a:pt x="777" y="193"/>
                    <a:pt x="776" y="193"/>
                    <a:pt x="775" y="194"/>
                  </a:cubicBezTo>
                  <a:cubicBezTo>
                    <a:pt x="775" y="194"/>
                    <a:pt x="773" y="194"/>
                    <a:pt x="773" y="194"/>
                  </a:cubicBezTo>
                  <a:cubicBezTo>
                    <a:pt x="772" y="194"/>
                    <a:pt x="771" y="194"/>
                    <a:pt x="771" y="194"/>
                  </a:cubicBezTo>
                  <a:cubicBezTo>
                    <a:pt x="770" y="193"/>
                    <a:pt x="769" y="192"/>
                    <a:pt x="769" y="191"/>
                  </a:cubicBezTo>
                  <a:cubicBezTo>
                    <a:pt x="768" y="190"/>
                    <a:pt x="768" y="189"/>
                    <a:pt x="768" y="189"/>
                  </a:cubicBezTo>
                  <a:cubicBezTo>
                    <a:pt x="766" y="187"/>
                    <a:pt x="765" y="187"/>
                    <a:pt x="763" y="186"/>
                  </a:cubicBezTo>
                  <a:cubicBezTo>
                    <a:pt x="763" y="186"/>
                    <a:pt x="763" y="186"/>
                    <a:pt x="763" y="186"/>
                  </a:cubicBezTo>
                  <a:cubicBezTo>
                    <a:pt x="760" y="184"/>
                    <a:pt x="760" y="184"/>
                    <a:pt x="759" y="183"/>
                  </a:cubicBezTo>
                  <a:cubicBezTo>
                    <a:pt x="758" y="182"/>
                    <a:pt x="758" y="182"/>
                    <a:pt x="758" y="182"/>
                  </a:cubicBezTo>
                  <a:cubicBezTo>
                    <a:pt x="757" y="180"/>
                    <a:pt x="756" y="180"/>
                    <a:pt x="754" y="179"/>
                  </a:cubicBezTo>
                  <a:cubicBezTo>
                    <a:pt x="754" y="179"/>
                    <a:pt x="753" y="179"/>
                    <a:pt x="752" y="178"/>
                  </a:cubicBezTo>
                  <a:cubicBezTo>
                    <a:pt x="751" y="178"/>
                    <a:pt x="751" y="177"/>
                    <a:pt x="750" y="176"/>
                  </a:cubicBezTo>
                  <a:cubicBezTo>
                    <a:pt x="749" y="176"/>
                    <a:pt x="749" y="175"/>
                    <a:pt x="748" y="175"/>
                  </a:cubicBezTo>
                  <a:cubicBezTo>
                    <a:pt x="746" y="173"/>
                    <a:pt x="743" y="173"/>
                    <a:pt x="740" y="172"/>
                  </a:cubicBezTo>
                  <a:cubicBezTo>
                    <a:pt x="738" y="172"/>
                    <a:pt x="736" y="172"/>
                    <a:pt x="734" y="171"/>
                  </a:cubicBezTo>
                  <a:cubicBezTo>
                    <a:pt x="730" y="170"/>
                    <a:pt x="726" y="166"/>
                    <a:pt x="722" y="163"/>
                  </a:cubicBezTo>
                  <a:cubicBezTo>
                    <a:pt x="721" y="163"/>
                    <a:pt x="721" y="163"/>
                    <a:pt x="721" y="163"/>
                  </a:cubicBezTo>
                  <a:cubicBezTo>
                    <a:pt x="719" y="161"/>
                    <a:pt x="717" y="160"/>
                    <a:pt x="716" y="158"/>
                  </a:cubicBezTo>
                  <a:cubicBezTo>
                    <a:pt x="714" y="156"/>
                    <a:pt x="711" y="154"/>
                    <a:pt x="709" y="152"/>
                  </a:cubicBezTo>
                  <a:cubicBezTo>
                    <a:pt x="707" y="151"/>
                    <a:pt x="706" y="151"/>
                    <a:pt x="705" y="150"/>
                  </a:cubicBezTo>
                  <a:cubicBezTo>
                    <a:pt x="702" y="149"/>
                    <a:pt x="700" y="148"/>
                    <a:pt x="698" y="145"/>
                  </a:cubicBezTo>
                  <a:cubicBezTo>
                    <a:pt x="697" y="144"/>
                    <a:pt x="696" y="143"/>
                    <a:pt x="695" y="141"/>
                  </a:cubicBezTo>
                  <a:cubicBezTo>
                    <a:pt x="692" y="138"/>
                    <a:pt x="690" y="136"/>
                    <a:pt x="688" y="133"/>
                  </a:cubicBezTo>
                  <a:cubicBezTo>
                    <a:pt x="688" y="132"/>
                    <a:pt x="688" y="132"/>
                    <a:pt x="687" y="131"/>
                  </a:cubicBezTo>
                  <a:cubicBezTo>
                    <a:pt x="686" y="129"/>
                    <a:pt x="686" y="128"/>
                    <a:pt x="684" y="127"/>
                  </a:cubicBezTo>
                  <a:cubicBezTo>
                    <a:pt x="683" y="127"/>
                    <a:pt x="682" y="127"/>
                    <a:pt x="681" y="126"/>
                  </a:cubicBezTo>
                  <a:cubicBezTo>
                    <a:pt x="680" y="126"/>
                    <a:pt x="678" y="126"/>
                    <a:pt x="678" y="124"/>
                  </a:cubicBezTo>
                  <a:cubicBezTo>
                    <a:pt x="677" y="123"/>
                    <a:pt x="677" y="121"/>
                    <a:pt x="677" y="120"/>
                  </a:cubicBezTo>
                  <a:cubicBezTo>
                    <a:pt x="678" y="118"/>
                    <a:pt x="678" y="117"/>
                    <a:pt x="677" y="116"/>
                  </a:cubicBezTo>
                  <a:cubicBezTo>
                    <a:pt x="677" y="115"/>
                    <a:pt x="676" y="114"/>
                    <a:pt x="675" y="113"/>
                  </a:cubicBezTo>
                  <a:cubicBezTo>
                    <a:pt x="674" y="111"/>
                    <a:pt x="673" y="110"/>
                    <a:pt x="673" y="108"/>
                  </a:cubicBezTo>
                  <a:cubicBezTo>
                    <a:pt x="672" y="104"/>
                    <a:pt x="672" y="100"/>
                    <a:pt x="672" y="96"/>
                  </a:cubicBezTo>
                  <a:cubicBezTo>
                    <a:pt x="673" y="93"/>
                    <a:pt x="673" y="90"/>
                    <a:pt x="673" y="88"/>
                  </a:cubicBezTo>
                  <a:cubicBezTo>
                    <a:pt x="673" y="87"/>
                    <a:pt x="673" y="87"/>
                    <a:pt x="673" y="87"/>
                  </a:cubicBezTo>
                  <a:cubicBezTo>
                    <a:pt x="672" y="85"/>
                    <a:pt x="672" y="85"/>
                    <a:pt x="672" y="85"/>
                  </a:cubicBezTo>
                  <a:cubicBezTo>
                    <a:pt x="671" y="85"/>
                    <a:pt x="671" y="85"/>
                    <a:pt x="671" y="85"/>
                  </a:cubicBezTo>
                  <a:cubicBezTo>
                    <a:pt x="666" y="85"/>
                    <a:pt x="663" y="85"/>
                    <a:pt x="659" y="86"/>
                  </a:cubicBezTo>
                  <a:cubicBezTo>
                    <a:pt x="657" y="86"/>
                    <a:pt x="657" y="86"/>
                    <a:pt x="657" y="86"/>
                  </a:cubicBezTo>
                  <a:cubicBezTo>
                    <a:pt x="654" y="86"/>
                    <a:pt x="650" y="86"/>
                    <a:pt x="646" y="86"/>
                  </a:cubicBezTo>
                  <a:cubicBezTo>
                    <a:pt x="645" y="86"/>
                    <a:pt x="645" y="86"/>
                    <a:pt x="645" y="86"/>
                  </a:cubicBezTo>
                  <a:cubicBezTo>
                    <a:pt x="641" y="86"/>
                    <a:pt x="636" y="87"/>
                    <a:pt x="631" y="87"/>
                  </a:cubicBezTo>
                  <a:cubicBezTo>
                    <a:pt x="630" y="87"/>
                    <a:pt x="630" y="87"/>
                    <a:pt x="630" y="87"/>
                  </a:cubicBezTo>
                  <a:cubicBezTo>
                    <a:pt x="627" y="88"/>
                    <a:pt x="622" y="88"/>
                    <a:pt x="619" y="89"/>
                  </a:cubicBezTo>
                  <a:cubicBezTo>
                    <a:pt x="616" y="91"/>
                    <a:pt x="613" y="96"/>
                    <a:pt x="611" y="100"/>
                  </a:cubicBezTo>
                  <a:cubicBezTo>
                    <a:pt x="610" y="101"/>
                    <a:pt x="610" y="101"/>
                    <a:pt x="610" y="101"/>
                  </a:cubicBezTo>
                  <a:cubicBezTo>
                    <a:pt x="609" y="102"/>
                    <a:pt x="608" y="104"/>
                    <a:pt x="607" y="106"/>
                  </a:cubicBezTo>
                  <a:cubicBezTo>
                    <a:pt x="605" y="109"/>
                    <a:pt x="603" y="112"/>
                    <a:pt x="602" y="115"/>
                  </a:cubicBezTo>
                  <a:cubicBezTo>
                    <a:pt x="601" y="118"/>
                    <a:pt x="602" y="120"/>
                    <a:pt x="604" y="121"/>
                  </a:cubicBezTo>
                  <a:cubicBezTo>
                    <a:pt x="605" y="123"/>
                    <a:pt x="606" y="124"/>
                    <a:pt x="606" y="126"/>
                  </a:cubicBezTo>
                  <a:cubicBezTo>
                    <a:pt x="606" y="129"/>
                    <a:pt x="602" y="132"/>
                    <a:pt x="595" y="135"/>
                  </a:cubicBezTo>
                  <a:cubicBezTo>
                    <a:pt x="594" y="135"/>
                    <a:pt x="593" y="135"/>
                    <a:pt x="592" y="135"/>
                  </a:cubicBezTo>
                  <a:cubicBezTo>
                    <a:pt x="587" y="135"/>
                    <a:pt x="584" y="131"/>
                    <a:pt x="581" y="127"/>
                  </a:cubicBezTo>
                  <a:cubicBezTo>
                    <a:pt x="579" y="124"/>
                    <a:pt x="577" y="121"/>
                    <a:pt x="574" y="120"/>
                  </a:cubicBezTo>
                  <a:cubicBezTo>
                    <a:pt x="573" y="119"/>
                    <a:pt x="571" y="119"/>
                    <a:pt x="570" y="119"/>
                  </a:cubicBezTo>
                  <a:cubicBezTo>
                    <a:pt x="568" y="119"/>
                    <a:pt x="566" y="120"/>
                    <a:pt x="564" y="120"/>
                  </a:cubicBezTo>
                  <a:cubicBezTo>
                    <a:pt x="558" y="123"/>
                    <a:pt x="553" y="127"/>
                    <a:pt x="551" y="132"/>
                  </a:cubicBezTo>
                  <a:cubicBezTo>
                    <a:pt x="549" y="136"/>
                    <a:pt x="549" y="141"/>
                    <a:pt x="548" y="146"/>
                  </a:cubicBezTo>
                  <a:cubicBezTo>
                    <a:pt x="548" y="147"/>
                    <a:pt x="548" y="147"/>
                    <a:pt x="548" y="147"/>
                  </a:cubicBezTo>
                  <a:cubicBezTo>
                    <a:pt x="547" y="149"/>
                    <a:pt x="547" y="151"/>
                    <a:pt x="547" y="154"/>
                  </a:cubicBezTo>
                  <a:cubicBezTo>
                    <a:pt x="548" y="156"/>
                    <a:pt x="548" y="159"/>
                    <a:pt x="547" y="162"/>
                  </a:cubicBezTo>
                  <a:cubicBezTo>
                    <a:pt x="546" y="162"/>
                    <a:pt x="546" y="162"/>
                    <a:pt x="545" y="162"/>
                  </a:cubicBezTo>
                  <a:cubicBezTo>
                    <a:pt x="541" y="162"/>
                    <a:pt x="536" y="160"/>
                    <a:pt x="534" y="158"/>
                  </a:cubicBezTo>
                  <a:cubicBezTo>
                    <a:pt x="533" y="157"/>
                    <a:pt x="533" y="156"/>
                    <a:pt x="532" y="156"/>
                  </a:cubicBezTo>
                  <a:cubicBezTo>
                    <a:pt x="532" y="154"/>
                    <a:pt x="532" y="153"/>
                    <a:pt x="531" y="153"/>
                  </a:cubicBezTo>
                  <a:cubicBezTo>
                    <a:pt x="530" y="152"/>
                    <a:pt x="529" y="152"/>
                    <a:pt x="527" y="152"/>
                  </a:cubicBezTo>
                  <a:cubicBezTo>
                    <a:pt x="527" y="152"/>
                    <a:pt x="526" y="152"/>
                    <a:pt x="525" y="151"/>
                  </a:cubicBezTo>
                  <a:cubicBezTo>
                    <a:pt x="523" y="150"/>
                    <a:pt x="521" y="148"/>
                    <a:pt x="520" y="146"/>
                  </a:cubicBezTo>
                  <a:cubicBezTo>
                    <a:pt x="519" y="144"/>
                    <a:pt x="518" y="143"/>
                    <a:pt x="517" y="142"/>
                  </a:cubicBezTo>
                  <a:cubicBezTo>
                    <a:pt x="516" y="141"/>
                    <a:pt x="515" y="141"/>
                    <a:pt x="515" y="140"/>
                  </a:cubicBezTo>
                  <a:cubicBezTo>
                    <a:pt x="512" y="139"/>
                    <a:pt x="510" y="137"/>
                    <a:pt x="509" y="134"/>
                  </a:cubicBezTo>
                  <a:cubicBezTo>
                    <a:pt x="509" y="131"/>
                    <a:pt x="510" y="130"/>
                    <a:pt x="511" y="128"/>
                  </a:cubicBezTo>
                  <a:cubicBezTo>
                    <a:pt x="511" y="127"/>
                    <a:pt x="512" y="126"/>
                    <a:pt x="512" y="125"/>
                  </a:cubicBezTo>
                  <a:cubicBezTo>
                    <a:pt x="513" y="122"/>
                    <a:pt x="512" y="119"/>
                    <a:pt x="512" y="117"/>
                  </a:cubicBezTo>
                  <a:cubicBezTo>
                    <a:pt x="511" y="114"/>
                    <a:pt x="509" y="111"/>
                    <a:pt x="507" y="109"/>
                  </a:cubicBezTo>
                  <a:cubicBezTo>
                    <a:pt x="506" y="107"/>
                    <a:pt x="505" y="105"/>
                    <a:pt x="504" y="103"/>
                  </a:cubicBezTo>
                  <a:cubicBezTo>
                    <a:pt x="500" y="95"/>
                    <a:pt x="502" y="86"/>
                    <a:pt x="503" y="77"/>
                  </a:cubicBezTo>
                  <a:cubicBezTo>
                    <a:pt x="504" y="73"/>
                    <a:pt x="505" y="69"/>
                    <a:pt x="505" y="66"/>
                  </a:cubicBezTo>
                  <a:cubicBezTo>
                    <a:pt x="506" y="53"/>
                    <a:pt x="501" y="42"/>
                    <a:pt x="496" y="32"/>
                  </a:cubicBezTo>
                  <a:cubicBezTo>
                    <a:pt x="494" y="26"/>
                    <a:pt x="494" y="25"/>
                    <a:pt x="495" y="22"/>
                  </a:cubicBezTo>
                  <a:cubicBezTo>
                    <a:pt x="495" y="21"/>
                    <a:pt x="496" y="19"/>
                    <a:pt x="496" y="17"/>
                  </a:cubicBezTo>
                  <a:cubicBezTo>
                    <a:pt x="497" y="10"/>
                    <a:pt x="495" y="9"/>
                    <a:pt x="490" y="8"/>
                  </a:cubicBezTo>
                  <a:cubicBezTo>
                    <a:pt x="488" y="8"/>
                    <a:pt x="487" y="8"/>
                    <a:pt x="485" y="7"/>
                  </a:cubicBezTo>
                  <a:cubicBezTo>
                    <a:pt x="483" y="7"/>
                    <a:pt x="480" y="5"/>
                    <a:pt x="478" y="4"/>
                  </a:cubicBezTo>
                  <a:cubicBezTo>
                    <a:pt x="476" y="3"/>
                    <a:pt x="474" y="2"/>
                    <a:pt x="472" y="1"/>
                  </a:cubicBezTo>
                  <a:cubicBezTo>
                    <a:pt x="471" y="0"/>
                    <a:pt x="469" y="0"/>
                    <a:pt x="467" y="0"/>
                  </a:cubicBezTo>
                  <a:cubicBezTo>
                    <a:pt x="465" y="0"/>
                    <a:pt x="463" y="1"/>
                    <a:pt x="460" y="1"/>
                  </a:cubicBezTo>
                  <a:cubicBezTo>
                    <a:pt x="459" y="1"/>
                    <a:pt x="459" y="1"/>
                    <a:pt x="459" y="1"/>
                  </a:cubicBezTo>
                  <a:cubicBezTo>
                    <a:pt x="459" y="2"/>
                    <a:pt x="459" y="2"/>
                    <a:pt x="459" y="2"/>
                  </a:cubicBezTo>
                  <a:cubicBezTo>
                    <a:pt x="459" y="2"/>
                    <a:pt x="458" y="2"/>
                    <a:pt x="458" y="2"/>
                  </a:cubicBezTo>
                  <a:cubicBezTo>
                    <a:pt x="458" y="2"/>
                    <a:pt x="458" y="2"/>
                    <a:pt x="457" y="2"/>
                  </a:cubicBezTo>
                  <a:cubicBezTo>
                    <a:pt x="457" y="2"/>
                    <a:pt x="456" y="2"/>
                    <a:pt x="455" y="3"/>
                  </a:cubicBezTo>
                  <a:cubicBezTo>
                    <a:pt x="454" y="3"/>
                    <a:pt x="453" y="4"/>
                    <a:pt x="453" y="5"/>
                  </a:cubicBezTo>
                  <a:cubicBezTo>
                    <a:pt x="452" y="5"/>
                    <a:pt x="452" y="5"/>
                    <a:pt x="452" y="6"/>
                  </a:cubicBezTo>
                  <a:cubicBezTo>
                    <a:pt x="451" y="6"/>
                    <a:pt x="451" y="6"/>
                    <a:pt x="450" y="7"/>
                  </a:cubicBezTo>
                  <a:cubicBezTo>
                    <a:pt x="449" y="9"/>
                    <a:pt x="446" y="11"/>
                    <a:pt x="444" y="11"/>
                  </a:cubicBezTo>
                  <a:cubicBezTo>
                    <a:pt x="444" y="11"/>
                    <a:pt x="444" y="11"/>
                    <a:pt x="444" y="11"/>
                  </a:cubicBezTo>
                  <a:cubicBezTo>
                    <a:pt x="443" y="10"/>
                    <a:pt x="443" y="10"/>
                    <a:pt x="442" y="10"/>
                  </a:cubicBezTo>
                  <a:cubicBezTo>
                    <a:pt x="442" y="10"/>
                    <a:pt x="441" y="9"/>
                    <a:pt x="440" y="9"/>
                  </a:cubicBezTo>
                  <a:cubicBezTo>
                    <a:pt x="439" y="9"/>
                    <a:pt x="438" y="9"/>
                    <a:pt x="437" y="10"/>
                  </a:cubicBezTo>
                  <a:cubicBezTo>
                    <a:pt x="435" y="11"/>
                    <a:pt x="433" y="13"/>
                    <a:pt x="432" y="15"/>
                  </a:cubicBezTo>
                  <a:cubicBezTo>
                    <a:pt x="431" y="18"/>
                    <a:pt x="431" y="20"/>
                    <a:pt x="430" y="21"/>
                  </a:cubicBezTo>
                  <a:cubicBezTo>
                    <a:pt x="430" y="23"/>
                    <a:pt x="430" y="24"/>
                    <a:pt x="430" y="25"/>
                  </a:cubicBezTo>
                  <a:cubicBezTo>
                    <a:pt x="429" y="27"/>
                    <a:pt x="428" y="29"/>
                    <a:pt x="426" y="31"/>
                  </a:cubicBezTo>
                  <a:cubicBezTo>
                    <a:pt x="425" y="31"/>
                    <a:pt x="425" y="32"/>
                    <a:pt x="424" y="32"/>
                  </a:cubicBezTo>
                  <a:cubicBezTo>
                    <a:pt x="423" y="33"/>
                    <a:pt x="422" y="34"/>
                    <a:pt x="421" y="35"/>
                  </a:cubicBezTo>
                  <a:cubicBezTo>
                    <a:pt x="421" y="34"/>
                    <a:pt x="421" y="34"/>
                    <a:pt x="421" y="34"/>
                  </a:cubicBezTo>
                  <a:cubicBezTo>
                    <a:pt x="421" y="31"/>
                    <a:pt x="421" y="31"/>
                    <a:pt x="421" y="31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15" y="33"/>
                    <a:pt x="409" y="36"/>
                    <a:pt x="407" y="41"/>
                  </a:cubicBezTo>
                  <a:cubicBezTo>
                    <a:pt x="406" y="41"/>
                    <a:pt x="406" y="41"/>
                    <a:pt x="406" y="41"/>
                  </a:cubicBezTo>
                  <a:cubicBezTo>
                    <a:pt x="405" y="43"/>
                    <a:pt x="405" y="44"/>
                    <a:pt x="404" y="44"/>
                  </a:cubicBezTo>
                  <a:cubicBezTo>
                    <a:pt x="403" y="44"/>
                    <a:pt x="403" y="44"/>
                    <a:pt x="403" y="44"/>
                  </a:cubicBezTo>
                  <a:cubicBezTo>
                    <a:pt x="403" y="44"/>
                    <a:pt x="402" y="44"/>
                    <a:pt x="401" y="44"/>
                  </a:cubicBezTo>
                  <a:cubicBezTo>
                    <a:pt x="401" y="43"/>
                    <a:pt x="400" y="43"/>
                    <a:pt x="399" y="43"/>
                  </a:cubicBezTo>
                  <a:cubicBezTo>
                    <a:pt x="398" y="43"/>
                    <a:pt x="398" y="43"/>
                    <a:pt x="398" y="43"/>
                  </a:cubicBezTo>
                  <a:cubicBezTo>
                    <a:pt x="395" y="43"/>
                    <a:pt x="392" y="45"/>
                    <a:pt x="390" y="47"/>
                  </a:cubicBezTo>
                  <a:cubicBezTo>
                    <a:pt x="390" y="47"/>
                    <a:pt x="389" y="48"/>
                    <a:pt x="388" y="48"/>
                  </a:cubicBezTo>
                  <a:cubicBezTo>
                    <a:pt x="387" y="49"/>
                    <a:pt x="387" y="49"/>
                    <a:pt x="387" y="49"/>
                  </a:cubicBezTo>
                  <a:cubicBezTo>
                    <a:pt x="384" y="51"/>
                    <a:pt x="382" y="52"/>
                    <a:pt x="380" y="57"/>
                  </a:cubicBezTo>
                  <a:cubicBezTo>
                    <a:pt x="380" y="58"/>
                    <a:pt x="380" y="58"/>
                    <a:pt x="380" y="58"/>
                  </a:cubicBezTo>
                  <a:cubicBezTo>
                    <a:pt x="380" y="59"/>
                    <a:pt x="379" y="60"/>
                    <a:pt x="379" y="60"/>
                  </a:cubicBezTo>
                  <a:cubicBezTo>
                    <a:pt x="378" y="60"/>
                    <a:pt x="378" y="60"/>
                    <a:pt x="378" y="60"/>
                  </a:cubicBezTo>
                  <a:cubicBezTo>
                    <a:pt x="377" y="60"/>
                    <a:pt x="377" y="60"/>
                    <a:pt x="376" y="60"/>
                  </a:cubicBezTo>
                  <a:cubicBezTo>
                    <a:pt x="375" y="60"/>
                    <a:pt x="374" y="60"/>
                    <a:pt x="373" y="61"/>
                  </a:cubicBezTo>
                  <a:cubicBezTo>
                    <a:pt x="371" y="62"/>
                    <a:pt x="371" y="65"/>
                    <a:pt x="370" y="67"/>
                  </a:cubicBezTo>
                  <a:cubicBezTo>
                    <a:pt x="370" y="68"/>
                    <a:pt x="370" y="70"/>
                    <a:pt x="369" y="71"/>
                  </a:cubicBezTo>
                  <a:cubicBezTo>
                    <a:pt x="369" y="71"/>
                    <a:pt x="368" y="71"/>
                    <a:pt x="368" y="71"/>
                  </a:cubicBezTo>
                  <a:cubicBezTo>
                    <a:pt x="368" y="70"/>
                    <a:pt x="368" y="69"/>
                    <a:pt x="369" y="68"/>
                  </a:cubicBezTo>
                  <a:cubicBezTo>
                    <a:pt x="369" y="67"/>
                    <a:pt x="369" y="65"/>
                    <a:pt x="369" y="65"/>
                  </a:cubicBezTo>
                  <a:cubicBezTo>
                    <a:pt x="369" y="62"/>
                    <a:pt x="369" y="57"/>
                    <a:pt x="364" y="55"/>
                  </a:cubicBezTo>
                  <a:cubicBezTo>
                    <a:pt x="363" y="55"/>
                    <a:pt x="362" y="55"/>
                    <a:pt x="361" y="55"/>
                  </a:cubicBezTo>
                  <a:cubicBezTo>
                    <a:pt x="357" y="55"/>
                    <a:pt x="352" y="57"/>
                    <a:pt x="346" y="62"/>
                  </a:cubicBezTo>
                  <a:cubicBezTo>
                    <a:pt x="345" y="63"/>
                    <a:pt x="344" y="64"/>
                    <a:pt x="344" y="65"/>
                  </a:cubicBezTo>
                  <a:cubicBezTo>
                    <a:pt x="343" y="66"/>
                    <a:pt x="342" y="67"/>
                    <a:pt x="341" y="67"/>
                  </a:cubicBezTo>
                  <a:cubicBezTo>
                    <a:pt x="340" y="68"/>
                    <a:pt x="339" y="68"/>
                    <a:pt x="337" y="68"/>
                  </a:cubicBezTo>
                  <a:cubicBezTo>
                    <a:pt x="336" y="68"/>
                    <a:pt x="335" y="68"/>
                    <a:pt x="334" y="68"/>
                  </a:cubicBezTo>
                  <a:cubicBezTo>
                    <a:pt x="332" y="68"/>
                    <a:pt x="332" y="68"/>
                    <a:pt x="332" y="68"/>
                  </a:cubicBezTo>
                  <a:cubicBezTo>
                    <a:pt x="329" y="68"/>
                    <a:pt x="328" y="67"/>
                    <a:pt x="326" y="64"/>
                  </a:cubicBezTo>
                  <a:cubicBezTo>
                    <a:pt x="324" y="62"/>
                    <a:pt x="324" y="62"/>
                    <a:pt x="324" y="62"/>
                  </a:cubicBezTo>
                  <a:cubicBezTo>
                    <a:pt x="322" y="60"/>
                    <a:pt x="320" y="58"/>
                    <a:pt x="317" y="57"/>
                  </a:cubicBezTo>
                  <a:cubicBezTo>
                    <a:pt x="316" y="56"/>
                    <a:pt x="315" y="55"/>
                    <a:pt x="314" y="55"/>
                  </a:cubicBezTo>
                  <a:cubicBezTo>
                    <a:pt x="312" y="54"/>
                    <a:pt x="311" y="53"/>
                    <a:pt x="309" y="51"/>
                  </a:cubicBezTo>
                  <a:cubicBezTo>
                    <a:pt x="309" y="51"/>
                    <a:pt x="309" y="51"/>
                    <a:pt x="309" y="51"/>
                  </a:cubicBezTo>
                  <a:cubicBezTo>
                    <a:pt x="307" y="49"/>
                    <a:pt x="306" y="48"/>
                    <a:pt x="302" y="48"/>
                  </a:cubicBezTo>
                  <a:cubicBezTo>
                    <a:pt x="302" y="48"/>
                    <a:pt x="301" y="48"/>
                    <a:pt x="301" y="48"/>
                  </a:cubicBezTo>
                  <a:cubicBezTo>
                    <a:pt x="300" y="48"/>
                    <a:pt x="300" y="48"/>
                    <a:pt x="299" y="48"/>
                  </a:cubicBezTo>
                  <a:cubicBezTo>
                    <a:pt x="298" y="48"/>
                    <a:pt x="298" y="48"/>
                    <a:pt x="298" y="48"/>
                  </a:cubicBezTo>
                  <a:cubicBezTo>
                    <a:pt x="298" y="48"/>
                    <a:pt x="298" y="47"/>
                    <a:pt x="298" y="45"/>
                  </a:cubicBezTo>
                  <a:cubicBezTo>
                    <a:pt x="298" y="44"/>
                    <a:pt x="298" y="43"/>
                    <a:pt x="298" y="42"/>
                  </a:cubicBezTo>
                  <a:cubicBezTo>
                    <a:pt x="298" y="38"/>
                    <a:pt x="299" y="34"/>
                    <a:pt x="297" y="30"/>
                  </a:cubicBezTo>
                  <a:cubicBezTo>
                    <a:pt x="295" y="24"/>
                    <a:pt x="293" y="21"/>
                    <a:pt x="289" y="16"/>
                  </a:cubicBezTo>
                  <a:cubicBezTo>
                    <a:pt x="288" y="16"/>
                    <a:pt x="288" y="15"/>
                    <a:pt x="287" y="13"/>
                  </a:cubicBezTo>
                  <a:cubicBezTo>
                    <a:pt x="285" y="10"/>
                    <a:pt x="283" y="6"/>
                    <a:pt x="279" y="6"/>
                  </a:cubicBezTo>
                  <a:cubicBezTo>
                    <a:pt x="279" y="6"/>
                    <a:pt x="278" y="7"/>
                    <a:pt x="277" y="7"/>
                  </a:cubicBezTo>
                  <a:cubicBezTo>
                    <a:pt x="275" y="8"/>
                    <a:pt x="273" y="10"/>
                    <a:pt x="272" y="12"/>
                  </a:cubicBezTo>
                  <a:cubicBezTo>
                    <a:pt x="271" y="12"/>
                    <a:pt x="271" y="13"/>
                    <a:pt x="271" y="13"/>
                  </a:cubicBezTo>
                  <a:cubicBezTo>
                    <a:pt x="269" y="15"/>
                    <a:pt x="267" y="17"/>
                    <a:pt x="265" y="18"/>
                  </a:cubicBezTo>
                  <a:cubicBezTo>
                    <a:pt x="264" y="19"/>
                    <a:pt x="264" y="20"/>
                    <a:pt x="263" y="21"/>
                  </a:cubicBezTo>
                  <a:cubicBezTo>
                    <a:pt x="261" y="22"/>
                    <a:pt x="258" y="25"/>
                    <a:pt x="256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3" y="25"/>
                    <a:pt x="252" y="22"/>
                    <a:pt x="250" y="20"/>
                  </a:cubicBezTo>
                  <a:cubicBezTo>
                    <a:pt x="250" y="19"/>
                    <a:pt x="249" y="19"/>
                    <a:pt x="249" y="18"/>
                  </a:cubicBezTo>
                  <a:cubicBezTo>
                    <a:pt x="247" y="16"/>
                    <a:pt x="246" y="15"/>
                    <a:pt x="244" y="15"/>
                  </a:cubicBezTo>
                  <a:cubicBezTo>
                    <a:pt x="243" y="15"/>
                    <a:pt x="240" y="15"/>
                    <a:pt x="240" y="21"/>
                  </a:cubicBezTo>
                  <a:cubicBezTo>
                    <a:pt x="240" y="22"/>
                    <a:pt x="240" y="23"/>
                    <a:pt x="240" y="24"/>
                  </a:cubicBezTo>
                  <a:cubicBezTo>
                    <a:pt x="240" y="27"/>
                    <a:pt x="240" y="28"/>
                    <a:pt x="238" y="28"/>
                  </a:cubicBezTo>
                  <a:cubicBezTo>
                    <a:pt x="230" y="30"/>
                    <a:pt x="221" y="30"/>
                    <a:pt x="213" y="30"/>
                  </a:cubicBezTo>
                  <a:cubicBezTo>
                    <a:pt x="211" y="30"/>
                    <a:pt x="210" y="30"/>
                    <a:pt x="208" y="30"/>
                  </a:cubicBezTo>
                  <a:cubicBezTo>
                    <a:pt x="206" y="29"/>
                    <a:pt x="204" y="29"/>
                    <a:pt x="202" y="29"/>
                  </a:cubicBezTo>
                  <a:cubicBezTo>
                    <a:pt x="202" y="29"/>
                    <a:pt x="201" y="29"/>
                    <a:pt x="201" y="29"/>
                  </a:cubicBezTo>
                  <a:cubicBezTo>
                    <a:pt x="199" y="29"/>
                    <a:pt x="197" y="29"/>
                    <a:pt x="195" y="29"/>
                  </a:cubicBezTo>
                  <a:cubicBezTo>
                    <a:pt x="193" y="29"/>
                    <a:pt x="192" y="29"/>
                    <a:pt x="190" y="29"/>
                  </a:cubicBezTo>
                  <a:cubicBezTo>
                    <a:pt x="187" y="28"/>
                    <a:pt x="185" y="28"/>
                    <a:pt x="182" y="28"/>
                  </a:cubicBezTo>
                  <a:cubicBezTo>
                    <a:pt x="181" y="28"/>
                    <a:pt x="179" y="27"/>
                    <a:pt x="179" y="27"/>
                  </a:cubicBezTo>
                  <a:cubicBezTo>
                    <a:pt x="176" y="27"/>
                    <a:pt x="169" y="30"/>
                    <a:pt x="167" y="34"/>
                  </a:cubicBezTo>
                  <a:cubicBezTo>
                    <a:pt x="166" y="36"/>
                    <a:pt x="166" y="40"/>
                    <a:pt x="167" y="43"/>
                  </a:cubicBezTo>
                  <a:cubicBezTo>
                    <a:pt x="167" y="44"/>
                    <a:pt x="167" y="44"/>
                    <a:pt x="167" y="45"/>
                  </a:cubicBezTo>
                  <a:cubicBezTo>
                    <a:pt x="167" y="51"/>
                    <a:pt x="167" y="56"/>
                    <a:pt x="167" y="62"/>
                  </a:cubicBezTo>
                  <a:cubicBezTo>
                    <a:pt x="167" y="63"/>
                    <a:pt x="167" y="63"/>
                    <a:pt x="167" y="63"/>
                  </a:cubicBezTo>
                  <a:cubicBezTo>
                    <a:pt x="192" y="65"/>
                    <a:pt x="192" y="65"/>
                    <a:pt x="192" y="65"/>
                  </a:cubicBezTo>
                  <a:cubicBezTo>
                    <a:pt x="196" y="66"/>
                    <a:pt x="198" y="72"/>
                    <a:pt x="199" y="74"/>
                  </a:cubicBezTo>
                  <a:cubicBezTo>
                    <a:pt x="199" y="76"/>
                    <a:pt x="199" y="77"/>
                    <a:pt x="198" y="78"/>
                  </a:cubicBezTo>
                  <a:cubicBezTo>
                    <a:pt x="198" y="79"/>
                    <a:pt x="197" y="79"/>
                    <a:pt x="196" y="79"/>
                  </a:cubicBezTo>
                  <a:cubicBezTo>
                    <a:pt x="196" y="79"/>
                    <a:pt x="196" y="79"/>
                    <a:pt x="195" y="79"/>
                  </a:cubicBezTo>
                  <a:cubicBezTo>
                    <a:pt x="194" y="79"/>
                    <a:pt x="193" y="78"/>
                    <a:pt x="191" y="77"/>
                  </a:cubicBezTo>
                  <a:cubicBezTo>
                    <a:pt x="190" y="76"/>
                    <a:pt x="188" y="75"/>
                    <a:pt x="186" y="75"/>
                  </a:cubicBezTo>
                  <a:cubicBezTo>
                    <a:pt x="185" y="75"/>
                    <a:pt x="184" y="76"/>
                    <a:pt x="182" y="76"/>
                  </a:cubicBezTo>
                  <a:cubicBezTo>
                    <a:pt x="181" y="77"/>
                    <a:pt x="179" y="77"/>
                    <a:pt x="177" y="78"/>
                  </a:cubicBezTo>
                  <a:cubicBezTo>
                    <a:pt x="175" y="78"/>
                    <a:pt x="173" y="79"/>
                    <a:pt x="172" y="80"/>
                  </a:cubicBezTo>
                  <a:cubicBezTo>
                    <a:pt x="171" y="80"/>
                    <a:pt x="170" y="80"/>
                    <a:pt x="170" y="80"/>
                  </a:cubicBezTo>
                  <a:cubicBezTo>
                    <a:pt x="164" y="82"/>
                    <a:pt x="159" y="84"/>
                    <a:pt x="157" y="88"/>
                  </a:cubicBezTo>
                  <a:cubicBezTo>
                    <a:pt x="157" y="90"/>
                    <a:pt x="157" y="92"/>
                    <a:pt x="157" y="94"/>
                  </a:cubicBezTo>
                  <a:cubicBezTo>
                    <a:pt x="157" y="95"/>
                    <a:pt x="157" y="96"/>
                    <a:pt x="157" y="96"/>
                  </a:cubicBezTo>
                  <a:cubicBezTo>
                    <a:pt x="157" y="98"/>
                    <a:pt x="158" y="100"/>
                    <a:pt x="158" y="102"/>
                  </a:cubicBezTo>
                  <a:cubicBezTo>
                    <a:pt x="158" y="103"/>
                    <a:pt x="158" y="105"/>
                    <a:pt x="158" y="106"/>
                  </a:cubicBezTo>
                  <a:cubicBezTo>
                    <a:pt x="158" y="110"/>
                    <a:pt x="158" y="113"/>
                    <a:pt x="158" y="116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9" y="124"/>
                    <a:pt x="166" y="128"/>
                    <a:pt x="169" y="129"/>
                  </a:cubicBezTo>
                  <a:cubicBezTo>
                    <a:pt x="173" y="130"/>
                    <a:pt x="175" y="133"/>
                    <a:pt x="178" y="137"/>
                  </a:cubicBezTo>
                  <a:cubicBezTo>
                    <a:pt x="179" y="138"/>
                    <a:pt x="179" y="141"/>
                    <a:pt x="180" y="143"/>
                  </a:cubicBezTo>
                  <a:cubicBezTo>
                    <a:pt x="180" y="145"/>
                    <a:pt x="180" y="146"/>
                    <a:pt x="180" y="147"/>
                  </a:cubicBezTo>
                  <a:cubicBezTo>
                    <a:pt x="181" y="149"/>
                    <a:pt x="182" y="150"/>
                    <a:pt x="183" y="152"/>
                  </a:cubicBezTo>
                  <a:cubicBezTo>
                    <a:pt x="183" y="152"/>
                    <a:pt x="183" y="153"/>
                    <a:pt x="184" y="153"/>
                  </a:cubicBezTo>
                  <a:cubicBezTo>
                    <a:pt x="186" y="158"/>
                    <a:pt x="190" y="165"/>
                    <a:pt x="188" y="171"/>
                  </a:cubicBezTo>
                  <a:cubicBezTo>
                    <a:pt x="188" y="173"/>
                    <a:pt x="188" y="175"/>
                    <a:pt x="187" y="177"/>
                  </a:cubicBezTo>
                  <a:cubicBezTo>
                    <a:pt x="187" y="178"/>
                    <a:pt x="187" y="180"/>
                    <a:pt x="187" y="181"/>
                  </a:cubicBezTo>
                  <a:cubicBezTo>
                    <a:pt x="185" y="188"/>
                    <a:pt x="184" y="196"/>
                    <a:pt x="183" y="203"/>
                  </a:cubicBezTo>
                  <a:cubicBezTo>
                    <a:pt x="182" y="208"/>
                    <a:pt x="181" y="213"/>
                    <a:pt x="180" y="218"/>
                  </a:cubicBezTo>
                  <a:cubicBezTo>
                    <a:pt x="179" y="226"/>
                    <a:pt x="178" y="234"/>
                    <a:pt x="176" y="242"/>
                  </a:cubicBezTo>
                  <a:cubicBezTo>
                    <a:pt x="175" y="249"/>
                    <a:pt x="174" y="255"/>
                    <a:pt x="173" y="262"/>
                  </a:cubicBezTo>
                  <a:cubicBezTo>
                    <a:pt x="172" y="268"/>
                    <a:pt x="171" y="275"/>
                    <a:pt x="170" y="281"/>
                  </a:cubicBezTo>
                  <a:cubicBezTo>
                    <a:pt x="169" y="287"/>
                    <a:pt x="168" y="293"/>
                    <a:pt x="167" y="299"/>
                  </a:cubicBezTo>
                  <a:cubicBezTo>
                    <a:pt x="166" y="302"/>
                    <a:pt x="165" y="305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4" y="309"/>
                    <a:pt x="164" y="308"/>
                    <a:pt x="163" y="308"/>
                  </a:cubicBezTo>
                  <a:cubicBezTo>
                    <a:pt x="163" y="308"/>
                    <a:pt x="163" y="308"/>
                    <a:pt x="163" y="308"/>
                  </a:cubicBezTo>
                  <a:cubicBezTo>
                    <a:pt x="161" y="307"/>
                    <a:pt x="160" y="307"/>
                    <a:pt x="159" y="306"/>
                  </a:cubicBezTo>
                  <a:cubicBezTo>
                    <a:pt x="158" y="306"/>
                    <a:pt x="157" y="306"/>
                    <a:pt x="156" y="305"/>
                  </a:cubicBezTo>
                  <a:cubicBezTo>
                    <a:pt x="156" y="304"/>
                    <a:pt x="156" y="303"/>
                    <a:pt x="156" y="303"/>
                  </a:cubicBezTo>
                  <a:cubicBezTo>
                    <a:pt x="155" y="300"/>
                    <a:pt x="154" y="300"/>
                    <a:pt x="150" y="300"/>
                  </a:cubicBezTo>
                  <a:cubicBezTo>
                    <a:pt x="149" y="299"/>
                    <a:pt x="148" y="299"/>
                    <a:pt x="146" y="299"/>
                  </a:cubicBezTo>
                  <a:cubicBezTo>
                    <a:pt x="144" y="298"/>
                    <a:pt x="142" y="298"/>
                    <a:pt x="140" y="298"/>
                  </a:cubicBezTo>
                  <a:cubicBezTo>
                    <a:pt x="138" y="298"/>
                    <a:pt x="136" y="298"/>
                    <a:pt x="135" y="299"/>
                  </a:cubicBezTo>
                  <a:cubicBezTo>
                    <a:pt x="133" y="300"/>
                    <a:pt x="131" y="302"/>
                    <a:pt x="129" y="304"/>
                  </a:cubicBezTo>
                  <a:cubicBezTo>
                    <a:pt x="129" y="304"/>
                    <a:pt x="129" y="304"/>
                    <a:pt x="129" y="304"/>
                  </a:cubicBezTo>
                  <a:cubicBezTo>
                    <a:pt x="128" y="305"/>
                    <a:pt x="127" y="306"/>
                    <a:pt x="126" y="307"/>
                  </a:cubicBezTo>
                  <a:cubicBezTo>
                    <a:pt x="125" y="310"/>
                    <a:pt x="124" y="311"/>
                    <a:pt x="121" y="311"/>
                  </a:cubicBezTo>
                  <a:cubicBezTo>
                    <a:pt x="116" y="311"/>
                    <a:pt x="113" y="312"/>
                    <a:pt x="109" y="314"/>
                  </a:cubicBezTo>
                  <a:cubicBezTo>
                    <a:pt x="108" y="314"/>
                    <a:pt x="107" y="315"/>
                    <a:pt x="106" y="315"/>
                  </a:cubicBezTo>
                  <a:cubicBezTo>
                    <a:pt x="104" y="316"/>
                    <a:pt x="102" y="317"/>
                    <a:pt x="99" y="317"/>
                  </a:cubicBezTo>
                  <a:cubicBezTo>
                    <a:pt x="97" y="318"/>
                    <a:pt x="97" y="318"/>
                    <a:pt x="97" y="318"/>
                  </a:cubicBezTo>
                  <a:cubicBezTo>
                    <a:pt x="90" y="319"/>
                    <a:pt x="81" y="320"/>
                    <a:pt x="75" y="326"/>
                  </a:cubicBezTo>
                  <a:cubicBezTo>
                    <a:pt x="74" y="326"/>
                    <a:pt x="74" y="327"/>
                    <a:pt x="73" y="327"/>
                  </a:cubicBezTo>
                  <a:cubicBezTo>
                    <a:pt x="72" y="327"/>
                    <a:pt x="72" y="327"/>
                    <a:pt x="71" y="328"/>
                  </a:cubicBezTo>
                  <a:cubicBezTo>
                    <a:pt x="70" y="328"/>
                    <a:pt x="69" y="329"/>
                    <a:pt x="68" y="330"/>
                  </a:cubicBezTo>
                  <a:cubicBezTo>
                    <a:pt x="67" y="330"/>
                    <a:pt x="67" y="331"/>
                    <a:pt x="66" y="331"/>
                  </a:cubicBezTo>
                  <a:cubicBezTo>
                    <a:pt x="65" y="331"/>
                    <a:pt x="65" y="332"/>
                    <a:pt x="65" y="332"/>
                  </a:cubicBezTo>
                  <a:cubicBezTo>
                    <a:pt x="63" y="332"/>
                    <a:pt x="62" y="333"/>
                    <a:pt x="61" y="334"/>
                  </a:cubicBezTo>
                  <a:cubicBezTo>
                    <a:pt x="60" y="335"/>
                    <a:pt x="60" y="335"/>
                    <a:pt x="60" y="336"/>
                  </a:cubicBezTo>
                  <a:cubicBezTo>
                    <a:pt x="59" y="337"/>
                    <a:pt x="58" y="338"/>
                    <a:pt x="57" y="339"/>
                  </a:cubicBezTo>
                  <a:cubicBezTo>
                    <a:pt x="55" y="342"/>
                    <a:pt x="52" y="344"/>
                    <a:pt x="48" y="345"/>
                  </a:cubicBezTo>
                  <a:cubicBezTo>
                    <a:pt x="45" y="346"/>
                    <a:pt x="41" y="349"/>
                    <a:pt x="39" y="351"/>
                  </a:cubicBezTo>
                  <a:cubicBezTo>
                    <a:pt x="36" y="353"/>
                    <a:pt x="36" y="356"/>
                    <a:pt x="36" y="358"/>
                  </a:cubicBezTo>
                  <a:cubicBezTo>
                    <a:pt x="36" y="359"/>
                    <a:pt x="36" y="360"/>
                    <a:pt x="36" y="360"/>
                  </a:cubicBezTo>
                  <a:cubicBezTo>
                    <a:pt x="36" y="361"/>
                    <a:pt x="36" y="361"/>
                    <a:pt x="36" y="361"/>
                  </a:cubicBezTo>
                  <a:cubicBezTo>
                    <a:pt x="35" y="364"/>
                    <a:pt x="34" y="366"/>
                    <a:pt x="34" y="369"/>
                  </a:cubicBezTo>
                  <a:cubicBezTo>
                    <a:pt x="34" y="375"/>
                    <a:pt x="33" y="378"/>
                    <a:pt x="31" y="383"/>
                  </a:cubicBezTo>
                  <a:cubicBezTo>
                    <a:pt x="30" y="383"/>
                    <a:pt x="30" y="384"/>
                    <a:pt x="29" y="385"/>
                  </a:cubicBezTo>
                  <a:cubicBezTo>
                    <a:pt x="29" y="387"/>
                    <a:pt x="28" y="388"/>
                    <a:pt x="27" y="389"/>
                  </a:cubicBezTo>
                  <a:cubicBezTo>
                    <a:pt x="27" y="389"/>
                    <a:pt x="27" y="390"/>
                    <a:pt x="26" y="390"/>
                  </a:cubicBezTo>
                  <a:cubicBezTo>
                    <a:pt x="25" y="391"/>
                    <a:pt x="24" y="393"/>
                    <a:pt x="23" y="395"/>
                  </a:cubicBezTo>
                  <a:cubicBezTo>
                    <a:pt x="22" y="401"/>
                    <a:pt x="24" y="405"/>
                    <a:pt x="27" y="408"/>
                  </a:cubicBezTo>
                  <a:cubicBezTo>
                    <a:pt x="27" y="410"/>
                    <a:pt x="27" y="410"/>
                    <a:pt x="27" y="410"/>
                  </a:cubicBezTo>
                  <a:cubicBezTo>
                    <a:pt x="29" y="413"/>
                    <a:pt x="29" y="415"/>
                    <a:pt x="26" y="417"/>
                  </a:cubicBezTo>
                  <a:cubicBezTo>
                    <a:pt x="23" y="419"/>
                    <a:pt x="23" y="419"/>
                    <a:pt x="23" y="419"/>
                  </a:cubicBezTo>
                  <a:cubicBezTo>
                    <a:pt x="20" y="421"/>
                    <a:pt x="17" y="423"/>
                    <a:pt x="13" y="425"/>
                  </a:cubicBezTo>
                  <a:cubicBezTo>
                    <a:pt x="9" y="428"/>
                    <a:pt x="7" y="431"/>
                    <a:pt x="4" y="436"/>
                  </a:cubicBezTo>
                  <a:cubicBezTo>
                    <a:pt x="4" y="436"/>
                    <a:pt x="4" y="436"/>
                    <a:pt x="4" y="436"/>
                  </a:cubicBezTo>
                  <a:cubicBezTo>
                    <a:pt x="2" y="438"/>
                    <a:pt x="0" y="441"/>
                    <a:pt x="0" y="445"/>
                  </a:cubicBezTo>
                  <a:cubicBezTo>
                    <a:pt x="0" y="446"/>
                    <a:pt x="0" y="446"/>
                    <a:pt x="0" y="446"/>
                  </a:cubicBezTo>
                  <a:cubicBezTo>
                    <a:pt x="57" y="467"/>
                    <a:pt x="57" y="467"/>
                    <a:pt x="57" y="467"/>
                  </a:cubicBezTo>
                  <a:cubicBezTo>
                    <a:pt x="119" y="477"/>
                    <a:pt x="159" y="485"/>
                    <a:pt x="164" y="487"/>
                  </a:cubicBezTo>
                  <a:cubicBezTo>
                    <a:pt x="167" y="488"/>
                    <a:pt x="167" y="488"/>
                    <a:pt x="167" y="488"/>
                  </a:cubicBezTo>
                  <a:cubicBezTo>
                    <a:pt x="167" y="488"/>
                    <a:pt x="167" y="488"/>
                    <a:pt x="167" y="488"/>
                  </a:cubicBezTo>
                  <a:cubicBezTo>
                    <a:pt x="238" y="524"/>
                    <a:pt x="238" y="524"/>
                    <a:pt x="238" y="524"/>
                  </a:cubicBezTo>
                  <a:cubicBezTo>
                    <a:pt x="322" y="556"/>
                    <a:pt x="322" y="556"/>
                    <a:pt x="322" y="556"/>
                  </a:cubicBezTo>
                  <a:cubicBezTo>
                    <a:pt x="323" y="553"/>
                    <a:pt x="323" y="553"/>
                    <a:pt x="323" y="553"/>
                  </a:cubicBezTo>
                  <a:cubicBezTo>
                    <a:pt x="325" y="551"/>
                    <a:pt x="326" y="549"/>
                    <a:pt x="329" y="548"/>
                  </a:cubicBezTo>
                  <a:cubicBezTo>
                    <a:pt x="329" y="547"/>
                    <a:pt x="330" y="547"/>
                    <a:pt x="330" y="547"/>
                  </a:cubicBezTo>
                  <a:cubicBezTo>
                    <a:pt x="332" y="546"/>
                    <a:pt x="333" y="546"/>
                    <a:pt x="333" y="544"/>
                  </a:cubicBezTo>
                  <a:cubicBezTo>
                    <a:pt x="334" y="544"/>
                    <a:pt x="334" y="543"/>
                    <a:pt x="335" y="542"/>
                  </a:cubicBezTo>
                  <a:cubicBezTo>
                    <a:pt x="335" y="541"/>
                    <a:pt x="336" y="540"/>
                    <a:pt x="337" y="539"/>
                  </a:cubicBezTo>
                  <a:cubicBezTo>
                    <a:pt x="337" y="539"/>
                    <a:pt x="337" y="538"/>
                    <a:pt x="337" y="537"/>
                  </a:cubicBezTo>
                  <a:cubicBezTo>
                    <a:pt x="338" y="536"/>
                    <a:pt x="338" y="535"/>
                    <a:pt x="340" y="534"/>
                  </a:cubicBezTo>
                  <a:cubicBezTo>
                    <a:pt x="341" y="533"/>
                    <a:pt x="343" y="533"/>
                    <a:pt x="345" y="533"/>
                  </a:cubicBezTo>
                  <a:cubicBezTo>
                    <a:pt x="346" y="533"/>
                    <a:pt x="346" y="533"/>
                    <a:pt x="346" y="533"/>
                  </a:cubicBezTo>
                  <a:cubicBezTo>
                    <a:pt x="347" y="533"/>
                    <a:pt x="348" y="533"/>
                    <a:pt x="350" y="533"/>
                  </a:cubicBezTo>
                  <a:cubicBezTo>
                    <a:pt x="352" y="533"/>
                    <a:pt x="354" y="532"/>
                    <a:pt x="356" y="532"/>
                  </a:cubicBezTo>
                  <a:cubicBezTo>
                    <a:pt x="357" y="532"/>
                    <a:pt x="358" y="532"/>
                    <a:pt x="359" y="533"/>
                  </a:cubicBezTo>
                  <a:cubicBezTo>
                    <a:pt x="360" y="533"/>
                    <a:pt x="360" y="534"/>
                    <a:pt x="360" y="534"/>
                  </a:cubicBezTo>
                  <a:cubicBezTo>
                    <a:pt x="361" y="534"/>
                    <a:pt x="361" y="535"/>
                    <a:pt x="361" y="535"/>
                  </a:cubicBezTo>
                  <a:cubicBezTo>
                    <a:pt x="362" y="536"/>
                    <a:pt x="362" y="536"/>
                    <a:pt x="363" y="537"/>
                  </a:cubicBezTo>
                  <a:cubicBezTo>
                    <a:pt x="364" y="537"/>
                    <a:pt x="364" y="537"/>
                    <a:pt x="364" y="537"/>
                  </a:cubicBezTo>
                  <a:cubicBezTo>
                    <a:pt x="365" y="538"/>
                    <a:pt x="366" y="539"/>
                    <a:pt x="367" y="539"/>
                  </a:cubicBezTo>
                  <a:cubicBezTo>
                    <a:pt x="368" y="539"/>
                    <a:pt x="368" y="538"/>
                    <a:pt x="369" y="538"/>
                  </a:cubicBezTo>
                  <a:cubicBezTo>
                    <a:pt x="370" y="538"/>
                    <a:pt x="372" y="536"/>
                    <a:pt x="373" y="535"/>
                  </a:cubicBezTo>
                  <a:cubicBezTo>
                    <a:pt x="374" y="533"/>
                    <a:pt x="374" y="533"/>
                    <a:pt x="374" y="533"/>
                  </a:cubicBezTo>
                  <a:cubicBezTo>
                    <a:pt x="374" y="533"/>
                    <a:pt x="374" y="533"/>
                    <a:pt x="374" y="533"/>
                  </a:cubicBezTo>
                  <a:cubicBezTo>
                    <a:pt x="374" y="532"/>
                    <a:pt x="375" y="532"/>
                    <a:pt x="375" y="532"/>
                  </a:cubicBezTo>
                  <a:cubicBezTo>
                    <a:pt x="376" y="532"/>
                    <a:pt x="376" y="532"/>
                    <a:pt x="376" y="532"/>
                  </a:cubicBezTo>
                  <a:cubicBezTo>
                    <a:pt x="376" y="532"/>
                    <a:pt x="377" y="532"/>
                    <a:pt x="377" y="532"/>
                  </a:cubicBezTo>
                  <a:cubicBezTo>
                    <a:pt x="379" y="534"/>
                    <a:pt x="379" y="534"/>
                    <a:pt x="379" y="534"/>
                  </a:cubicBezTo>
                  <a:cubicBezTo>
                    <a:pt x="380" y="533"/>
                    <a:pt x="380" y="533"/>
                    <a:pt x="380" y="533"/>
                  </a:cubicBezTo>
                  <a:cubicBezTo>
                    <a:pt x="381" y="533"/>
                    <a:pt x="381" y="532"/>
                    <a:pt x="381" y="531"/>
                  </a:cubicBezTo>
                  <a:cubicBezTo>
                    <a:pt x="382" y="531"/>
                    <a:pt x="382" y="530"/>
                    <a:pt x="382" y="530"/>
                  </a:cubicBezTo>
                  <a:cubicBezTo>
                    <a:pt x="384" y="529"/>
                    <a:pt x="385" y="528"/>
                    <a:pt x="387" y="527"/>
                  </a:cubicBezTo>
                  <a:cubicBezTo>
                    <a:pt x="388" y="527"/>
                    <a:pt x="389" y="526"/>
                    <a:pt x="390" y="526"/>
                  </a:cubicBezTo>
                  <a:cubicBezTo>
                    <a:pt x="390" y="526"/>
                    <a:pt x="390" y="526"/>
                    <a:pt x="390" y="526"/>
                  </a:cubicBezTo>
                  <a:cubicBezTo>
                    <a:pt x="391" y="527"/>
                    <a:pt x="392" y="527"/>
                    <a:pt x="392" y="529"/>
                  </a:cubicBezTo>
                  <a:cubicBezTo>
                    <a:pt x="392" y="530"/>
                    <a:pt x="393" y="532"/>
                    <a:pt x="395" y="532"/>
                  </a:cubicBezTo>
                  <a:cubicBezTo>
                    <a:pt x="395" y="532"/>
                    <a:pt x="395" y="532"/>
                    <a:pt x="395" y="532"/>
                  </a:cubicBezTo>
                  <a:cubicBezTo>
                    <a:pt x="395" y="532"/>
                    <a:pt x="395" y="532"/>
                    <a:pt x="395" y="532"/>
                  </a:cubicBezTo>
                  <a:cubicBezTo>
                    <a:pt x="396" y="531"/>
                    <a:pt x="397" y="531"/>
                    <a:pt x="398" y="529"/>
                  </a:cubicBezTo>
                  <a:cubicBezTo>
                    <a:pt x="399" y="528"/>
                    <a:pt x="400" y="527"/>
                    <a:pt x="401" y="527"/>
                  </a:cubicBezTo>
                  <a:cubicBezTo>
                    <a:pt x="403" y="526"/>
                    <a:pt x="403" y="525"/>
                    <a:pt x="404" y="523"/>
                  </a:cubicBezTo>
                  <a:cubicBezTo>
                    <a:pt x="404" y="522"/>
                    <a:pt x="404" y="522"/>
                    <a:pt x="404" y="522"/>
                  </a:cubicBezTo>
                  <a:cubicBezTo>
                    <a:pt x="404" y="521"/>
                    <a:pt x="405" y="520"/>
                    <a:pt x="405" y="519"/>
                  </a:cubicBezTo>
                  <a:cubicBezTo>
                    <a:pt x="406" y="515"/>
                    <a:pt x="407" y="512"/>
                    <a:pt x="411" y="512"/>
                  </a:cubicBezTo>
                  <a:cubicBezTo>
                    <a:pt x="413" y="511"/>
                    <a:pt x="413" y="511"/>
                    <a:pt x="413" y="511"/>
                  </a:cubicBezTo>
                  <a:cubicBezTo>
                    <a:pt x="415" y="512"/>
                    <a:pt x="415" y="512"/>
                    <a:pt x="415" y="512"/>
                  </a:cubicBezTo>
                  <a:cubicBezTo>
                    <a:pt x="414" y="512"/>
                    <a:pt x="413" y="513"/>
                    <a:pt x="413" y="513"/>
                  </a:cubicBezTo>
                  <a:cubicBezTo>
                    <a:pt x="414" y="513"/>
                    <a:pt x="415" y="513"/>
                    <a:pt x="415" y="513"/>
                  </a:cubicBezTo>
                  <a:cubicBezTo>
                    <a:pt x="416" y="514"/>
                    <a:pt x="416" y="514"/>
                    <a:pt x="416" y="514"/>
                  </a:cubicBezTo>
                  <a:cubicBezTo>
                    <a:pt x="417" y="514"/>
                    <a:pt x="417" y="514"/>
                    <a:pt x="417" y="514"/>
                  </a:cubicBezTo>
                  <a:cubicBezTo>
                    <a:pt x="418" y="513"/>
                    <a:pt x="419" y="513"/>
                    <a:pt x="420" y="512"/>
                  </a:cubicBezTo>
                  <a:cubicBezTo>
                    <a:pt x="421" y="511"/>
                    <a:pt x="422" y="510"/>
                    <a:pt x="423" y="510"/>
                  </a:cubicBezTo>
                  <a:cubicBezTo>
                    <a:pt x="424" y="510"/>
                    <a:pt x="424" y="510"/>
                    <a:pt x="424" y="510"/>
                  </a:cubicBezTo>
                  <a:cubicBezTo>
                    <a:pt x="425" y="510"/>
                    <a:pt x="425" y="510"/>
                    <a:pt x="426" y="510"/>
                  </a:cubicBezTo>
                  <a:cubicBezTo>
                    <a:pt x="426" y="510"/>
                    <a:pt x="427" y="510"/>
                    <a:pt x="427" y="510"/>
                  </a:cubicBezTo>
                  <a:cubicBezTo>
                    <a:pt x="427" y="510"/>
                    <a:pt x="428" y="510"/>
                    <a:pt x="428" y="510"/>
                  </a:cubicBezTo>
                  <a:cubicBezTo>
                    <a:pt x="428" y="509"/>
                    <a:pt x="429" y="509"/>
                    <a:pt x="429" y="509"/>
                  </a:cubicBezTo>
                  <a:cubicBezTo>
                    <a:pt x="430" y="509"/>
                    <a:pt x="431" y="508"/>
                    <a:pt x="432" y="508"/>
                  </a:cubicBezTo>
                  <a:cubicBezTo>
                    <a:pt x="433" y="508"/>
                    <a:pt x="433" y="508"/>
                    <a:pt x="434" y="508"/>
                  </a:cubicBezTo>
                  <a:cubicBezTo>
                    <a:pt x="435" y="509"/>
                    <a:pt x="436" y="509"/>
                    <a:pt x="436" y="509"/>
                  </a:cubicBezTo>
                  <a:cubicBezTo>
                    <a:pt x="437" y="509"/>
                    <a:pt x="439" y="508"/>
                    <a:pt x="440" y="507"/>
                  </a:cubicBezTo>
                  <a:cubicBezTo>
                    <a:pt x="441" y="505"/>
                    <a:pt x="441" y="502"/>
                    <a:pt x="440" y="498"/>
                  </a:cubicBezTo>
                  <a:cubicBezTo>
                    <a:pt x="441" y="497"/>
                    <a:pt x="442" y="497"/>
                    <a:pt x="443" y="497"/>
                  </a:cubicBezTo>
                  <a:cubicBezTo>
                    <a:pt x="445" y="496"/>
                    <a:pt x="446" y="496"/>
                    <a:pt x="447" y="493"/>
                  </a:cubicBezTo>
                  <a:cubicBezTo>
                    <a:pt x="447" y="491"/>
                    <a:pt x="446" y="490"/>
                    <a:pt x="446" y="488"/>
                  </a:cubicBezTo>
                  <a:cubicBezTo>
                    <a:pt x="445" y="487"/>
                    <a:pt x="444" y="485"/>
                    <a:pt x="445" y="483"/>
                  </a:cubicBezTo>
                  <a:cubicBezTo>
                    <a:pt x="446" y="482"/>
                    <a:pt x="447" y="481"/>
                    <a:pt x="449" y="481"/>
                  </a:cubicBezTo>
                  <a:cubicBezTo>
                    <a:pt x="450" y="480"/>
                    <a:pt x="451" y="480"/>
                    <a:pt x="452" y="479"/>
                  </a:cubicBezTo>
                  <a:cubicBezTo>
                    <a:pt x="453" y="478"/>
                    <a:pt x="453" y="478"/>
                    <a:pt x="454" y="477"/>
                  </a:cubicBezTo>
                  <a:cubicBezTo>
                    <a:pt x="454" y="477"/>
                    <a:pt x="455" y="476"/>
                    <a:pt x="455" y="476"/>
                  </a:cubicBezTo>
                  <a:cubicBezTo>
                    <a:pt x="456" y="475"/>
                    <a:pt x="457" y="474"/>
                    <a:pt x="458" y="474"/>
                  </a:cubicBezTo>
                  <a:cubicBezTo>
                    <a:pt x="458" y="474"/>
                    <a:pt x="459" y="474"/>
                    <a:pt x="459" y="474"/>
                  </a:cubicBezTo>
                  <a:cubicBezTo>
                    <a:pt x="461" y="473"/>
                    <a:pt x="462" y="473"/>
                    <a:pt x="462" y="470"/>
                  </a:cubicBezTo>
                  <a:cubicBezTo>
                    <a:pt x="462" y="470"/>
                    <a:pt x="462" y="469"/>
                    <a:pt x="462" y="469"/>
                  </a:cubicBezTo>
                  <a:cubicBezTo>
                    <a:pt x="462" y="467"/>
                    <a:pt x="462" y="466"/>
                    <a:pt x="464" y="464"/>
                  </a:cubicBezTo>
                  <a:cubicBezTo>
                    <a:pt x="466" y="464"/>
                    <a:pt x="468" y="463"/>
                    <a:pt x="470" y="463"/>
                  </a:cubicBezTo>
                  <a:cubicBezTo>
                    <a:pt x="471" y="463"/>
                    <a:pt x="471" y="463"/>
                    <a:pt x="471" y="463"/>
                  </a:cubicBezTo>
                  <a:cubicBezTo>
                    <a:pt x="472" y="463"/>
                    <a:pt x="473" y="463"/>
                    <a:pt x="474" y="463"/>
                  </a:cubicBezTo>
                  <a:cubicBezTo>
                    <a:pt x="476" y="463"/>
                    <a:pt x="477" y="463"/>
                    <a:pt x="479" y="463"/>
                  </a:cubicBezTo>
                  <a:cubicBezTo>
                    <a:pt x="480" y="463"/>
                    <a:pt x="482" y="463"/>
                    <a:pt x="483" y="463"/>
                  </a:cubicBezTo>
                  <a:cubicBezTo>
                    <a:pt x="485" y="463"/>
                    <a:pt x="485" y="463"/>
                    <a:pt x="485" y="463"/>
                  </a:cubicBezTo>
                  <a:cubicBezTo>
                    <a:pt x="486" y="463"/>
                    <a:pt x="487" y="463"/>
                    <a:pt x="489" y="463"/>
                  </a:cubicBezTo>
                  <a:cubicBezTo>
                    <a:pt x="494" y="463"/>
                    <a:pt x="500" y="464"/>
                    <a:pt x="504" y="469"/>
                  </a:cubicBezTo>
                  <a:cubicBezTo>
                    <a:pt x="505" y="470"/>
                    <a:pt x="506" y="471"/>
                    <a:pt x="507" y="472"/>
                  </a:cubicBezTo>
                  <a:cubicBezTo>
                    <a:pt x="508" y="474"/>
                    <a:pt x="510" y="475"/>
                    <a:pt x="511" y="477"/>
                  </a:cubicBezTo>
                  <a:cubicBezTo>
                    <a:pt x="511" y="478"/>
                    <a:pt x="511" y="478"/>
                    <a:pt x="511" y="478"/>
                  </a:cubicBezTo>
                  <a:cubicBezTo>
                    <a:pt x="512" y="478"/>
                    <a:pt x="512" y="478"/>
                    <a:pt x="512" y="478"/>
                  </a:cubicBezTo>
                  <a:cubicBezTo>
                    <a:pt x="514" y="479"/>
                    <a:pt x="516" y="480"/>
                    <a:pt x="516" y="480"/>
                  </a:cubicBezTo>
                  <a:cubicBezTo>
                    <a:pt x="517" y="481"/>
                    <a:pt x="518" y="482"/>
                    <a:pt x="518" y="483"/>
                  </a:cubicBezTo>
                  <a:cubicBezTo>
                    <a:pt x="518" y="484"/>
                    <a:pt x="519" y="485"/>
                    <a:pt x="519" y="486"/>
                  </a:cubicBezTo>
                  <a:cubicBezTo>
                    <a:pt x="520" y="487"/>
                    <a:pt x="521" y="487"/>
                    <a:pt x="522" y="488"/>
                  </a:cubicBezTo>
                  <a:cubicBezTo>
                    <a:pt x="523" y="488"/>
                    <a:pt x="524" y="489"/>
                    <a:pt x="525" y="489"/>
                  </a:cubicBezTo>
                  <a:cubicBezTo>
                    <a:pt x="526" y="491"/>
                    <a:pt x="527" y="492"/>
                    <a:pt x="528" y="494"/>
                  </a:cubicBezTo>
                  <a:cubicBezTo>
                    <a:pt x="529" y="494"/>
                    <a:pt x="529" y="495"/>
                    <a:pt x="530" y="496"/>
                  </a:cubicBezTo>
                  <a:cubicBezTo>
                    <a:pt x="531" y="498"/>
                    <a:pt x="533" y="499"/>
                    <a:pt x="536" y="500"/>
                  </a:cubicBezTo>
                  <a:cubicBezTo>
                    <a:pt x="536" y="500"/>
                    <a:pt x="536" y="500"/>
                    <a:pt x="537" y="500"/>
                  </a:cubicBezTo>
                  <a:cubicBezTo>
                    <a:pt x="539" y="500"/>
                    <a:pt x="541" y="499"/>
                    <a:pt x="542" y="497"/>
                  </a:cubicBezTo>
                  <a:cubicBezTo>
                    <a:pt x="543" y="497"/>
                    <a:pt x="543" y="496"/>
                    <a:pt x="544" y="496"/>
                  </a:cubicBezTo>
                  <a:cubicBezTo>
                    <a:pt x="545" y="495"/>
                    <a:pt x="546" y="493"/>
                    <a:pt x="549" y="493"/>
                  </a:cubicBezTo>
                  <a:cubicBezTo>
                    <a:pt x="549" y="493"/>
                    <a:pt x="549" y="493"/>
                    <a:pt x="549" y="493"/>
                  </a:cubicBezTo>
                  <a:cubicBezTo>
                    <a:pt x="552" y="494"/>
                    <a:pt x="553" y="495"/>
                    <a:pt x="554" y="497"/>
                  </a:cubicBezTo>
                  <a:cubicBezTo>
                    <a:pt x="555" y="498"/>
                    <a:pt x="555" y="498"/>
                    <a:pt x="555" y="498"/>
                  </a:cubicBezTo>
                  <a:cubicBezTo>
                    <a:pt x="690" y="495"/>
                    <a:pt x="690" y="495"/>
                    <a:pt x="690" y="495"/>
                  </a:cubicBezTo>
                  <a:cubicBezTo>
                    <a:pt x="690" y="495"/>
                    <a:pt x="690" y="495"/>
                    <a:pt x="690" y="495"/>
                  </a:cubicBezTo>
                  <a:cubicBezTo>
                    <a:pt x="692" y="493"/>
                    <a:pt x="694" y="491"/>
                    <a:pt x="694" y="489"/>
                  </a:cubicBezTo>
                  <a:cubicBezTo>
                    <a:pt x="694" y="488"/>
                    <a:pt x="694" y="486"/>
                    <a:pt x="694" y="485"/>
                  </a:cubicBezTo>
                  <a:cubicBezTo>
                    <a:pt x="694" y="484"/>
                    <a:pt x="694" y="482"/>
                    <a:pt x="695" y="481"/>
                  </a:cubicBezTo>
                  <a:cubicBezTo>
                    <a:pt x="695" y="480"/>
                    <a:pt x="695" y="480"/>
                    <a:pt x="695" y="479"/>
                  </a:cubicBezTo>
                  <a:cubicBezTo>
                    <a:pt x="695" y="477"/>
                    <a:pt x="696" y="476"/>
                    <a:pt x="696" y="474"/>
                  </a:cubicBezTo>
                  <a:cubicBezTo>
                    <a:pt x="698" y="472"/>
                    <a:pt x="698" y="471"/>
                    <a:pt x="698" y="468"/>
                  </a:cubicBezTo>
                  <a:cubicBezTo>
                    <a:pt x="698" y="468"/>
                    <a:pt x="698" y="467"/>
                    <a:pt x="698" y="467"/>
                  </a:cubicBezTo>
                  <a:cubicBezTo>
                    <a:pt x="698" y="466"/>
                    <a:pt x="698" y="465"/>
                    <a:pt x="698" y="464"/>
                  </a:cubicBezTo>
                  <a:cubicBezTo>
                    <a:pt x="698" y="464"/>
                    <a:pt x="698" y="463"/>
                    <a:pt x="699" y="463"/>
                  </a:cubicBezTo>
                  <a:cubicBezTo>
                    <a:pt x="699" y="462"/>
                    <a:pt x="699" y="461"/>
                    <a:pt x="699" y="461"/>
                  </a:cubicBezTo>
                  <a:cubicBezTo>
                    <a:pt x="699" y="460"/>
                    <a:pt x="698" y="459"/>
                    <a:pt x="698" y="459"/>
                  </a:cubicBezTo>
                  <a:cubicBezTo>
                    <a:pt x="698" y="458"/>
                    <a:pt x="697" y="458"/>
                    <a:pt x="697" y="457"/>
                  </a:cubicBezTo>
                  <a:cubicBezTo>
                    <a:pt x="697" y="456"/>
                    <a:pt x="697" y="455"/>
                    <a:pt x="697" y="454"/>
                  </a:cubicBezTo>
                  <a:cubicBezTo>
                    <a:pt x="697" y="453"/>
                    <a:pt x="697" y="453"/>
                    <a:pt x="697" y="453"/>
                  </a:cubicBezTo>
                  <a:cubicBezTo>
                    <a:pt x="697" y="450"/>
                    <a:pt x="699" y="448"/>
                    <a:pt x="700" y="446"/>
                  </a:cubicBezTo>
                  <a:cubicBezTo>
                    <a:pt x="701" y="445"/>
                    <a:pt x="703" y="443"/>
                    <a:pt x="703" y="441"/>
                  </a:cubicBezTo>
                  <a:cubicBezTo>
                    <a:pt x="704" y="440"/>
                    <a:pt x="704" y="439"/>
                    <a:pt x="704" y="438"/>
                  </a:cubicBezTo>
                  <a:cubicBezTo>
                    <a:pt x="704" y="437"/>
                    <a:pt x="704" y="436"/>
                    <a:pt x="704" y="435"/>
                  </a:cubicBezTo>
                  <a:cubicBezTo>
                    <a:pt x="705" y="433"/>
                    <a:pt x="706" y="430"/>
                    <a:pt x="707" y="428"/>
                  </a:cubicBezTo>
                  <a:cubicBezTo>
                    <a:pt x="707" y="427"/>
                    <a:pt x="707" y="427"/>
                    <a:pt x="707" y="427"/>
                  </a:cubicBezTo>
                  <a:cubicBezTo>
                    <a:pt x="707" y="427"/>
                    <a:pt x="707" y="427"/>
                    <a:pt x="707" y="427"/>
                  </a:cubicBezTo>
                  <a:cubicBezTo>
                    <a:pt x="706" y="424"/>
                    <a:pt x="705" y="423"/>
                    <a:pt x="704" y="421"/>
                  </a:cubicBezTo>
                  <a:cubicBezTo>
                    <a:pt x="703" y="420"/>
                    <a:pt x="702" y="418"/>
                    <a:pt x="701" y="417"/>
                  </a:cubicBezTo>
                  <a:cubicBezTo>
                    <a:pt x="699" y="416"/>
                    <a:pt x="697" y="414"/>
                    <a:pt x="696" y="412"/>
                  </a:cubicBezTo>
                  <a:cubicBezTo>
                    <a:pt x="696" y="411"/>
                    <a:pt x="696" y="411"/>
                    <a:pt x="696" y="410"/>
                  </a:cubicBezTo>
                  <a:cubicBezTo>
                    <a:pt x="696" y="409"/>
                    <a:pt x="696" y="409"/>
                    <a:pt x="696" y="409"/>
                  </a:cubicBezTo>
                  <a:cubicBezTo>
                    <a:pt x="696" y="406"/>
                    <a:pt x="696" y="406"/>
                    <a:pt x="696" y="406"/>
                  </a:cubicBezTo>
                  <a:cubicBezTo>
                    <a:pt x="694" y="407"/>
                    <a:pt x="694" y="407"/>
                    <a:pt x="694" y="407"/>
                  </a:cubicBezTo>
                  <a:cubicBezTo>
                    <a:pt x="694" y="407"/>
                    <a:pt x="694" y="406"/>
                    <a:pt x="694" y="406"/>
                  </a:cubicBezTo>
                  <a:cubicBezTo>
                    <a:pt x="693" y="405"/>
                    <a:pt x="694" y="401"/>
                    <a:pt x="694" y="399"/>
                  </a:cubicBezTo>
                  <a:cubicBezTo>
                    <a:pt x="696" y="393"/>
                    <a:pt x="700" y="386"/>
                    <a:pt x="703" y="379"/>
                  </a:cubicBezTo>
                  <a:cubicBezTo>
                    <a:pt x="705" y="377"/>
                    <a:pt x="706" y="374"/>
                    <a:pt x="707" y="372"/>
                  </a:cubicBezTo>
                  <a:cubicBezTo>
                    <a:pt x="714" y="357"/>
                    <a:pt x="721" y="342"/>
                    <a:pt x="728" y="328"/>
                  </a:cubicBezTo>
                  <a:cubicBezTo>
                    <a:pt x="731" y="321"/>
                    <a:pt x="731" y="321"/>
                    <a:pt x="731" y="321"/>
                  </a:cubicBezTo>
                  <a:cubicBezTo>
                    <a:pt x="739" y="303"/>
                    <a:pt x="748" y="284"/>
                    <a:pt x="757" y="264"/>
                  </a:cubicBezTo>
                  <a:cubicBezTo>
                    <a:pt x="765" y="249"/>
                    <a:pt x="772" y="233"/>
                    <a:pt x="779" y="218"/>
                  </a:cubicBezTo>
                  <a:cubicBezTo>
                    <a:pt x="788" y="199"/>
                    <a:pt x="788" y="199"/>
                    <a:pt x="788" y="199"/>
                  </a:cubicBezTo>
                  <a:lnTo>
                    <a:pt x="787" y="198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907EC29-CAA0-3CB7-AC4D-C2EF5C74B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955"/>
              <a:ext cx="791" cy="791"/>
            </a:xfrm>
            <a:custGeom>
              <a:avLst/>
              <a:gdLst>
                <a:gd name="T0" fmla="*/ 317 w 324"/>
                <a:gd name="T1" fmla="*/ 88 h 324"/>
                <a:gd name="T2" fmla="*/ 315 w 324"/>
                <a:gd name="T3" fmla="*/ 51 h 324"/>
                <a:gd name="T4" fmla="*/ 316 w 324"/>
                <a:gd name="T5" fmla="*/ 34 h 324"/>
                <a:gd name="T6" fmla="*/ 300 w 324"/>
                <a:gd name="T7" fmla="*/ 27 h 324"/>
                <a:gd name="T8" fmla="*/ 279 w 324"/>
                <a:gd name="T9" fmla="*/ 35 h 324"/>
                <a:gd name="T10" fmla="*/ 258 w 324"/>
                <a:gd name="T11" fmla="*/ 42 h 324"/>
                <a:gd name="T12" fmla="*/ 247 w 324"/>
                <a:gd name="T13" fmla="*/ 37 h 324"/>
                <a:gd name="T14" fmla="*/ 242 w 324"/>
                <a:gd name="T15" fmla="*/ 45 h 324"/>
                <a:gd name="T16" fmla="*/ 219 w 324"/>
                <a:gd name="T17" fmla="*/ 38 h 324"/>
                <a:gd name="T18" fmla="*/ 205 w 324"/>
                <a:gd name="T19" fmla="*/ 41 h 324"/>
                <a:gd name="T20" fmla="*/ 201 w 324"/>
                <a:gd name="T21" fmla="*/ 37 h 324"/>
                <a:gd name="T22" fmla="*/ 176 w 324"/>
                <a:gd name="T23" fmla="*/ 34 h 324"/>
                <a:gd name="T24" fmla="*/ 154 w 324"/>
                <a:gd name="T25" fmla="*/ 33 h 324"/>
                <a:gd name="T26" fmla="*/ 138 w 324"/>
                <a:gd name="T27" fmla="*/ 8 h 324"/>
                <a:gd name="T28" fmla="*/ 133 w 324"/>
                <a:gd name="T29" fmla="*/ 7 h 324"/>
                <a:gd name="T30" fmla="*/ 124 w 324"/>
                <a:gd name="T31" fmla="*/ 25 h 324"/>
                <a:gd name="T32" fmla="*/ 117 w 324"/>
                <a:gd name="T33" fmla="*/ 48 h 324"/>
                <a:gd name="T34" fmla="*/ 107 w 324"/>
                <a:gd name="T35" fmla="*/ 68 h 324"/>
                <a:gd name="T36" fmla="*/ 101 w 324"/>
                <a:gd name="T37" fmla="*/ 92 h 324"/>
                <a:gd name="T38" fmla="*/ 86 w 324"/>
                <a:gd name="T39" fmla="*/ 121 h 324"/>
                <a:gd name="T40" fmla="*/ 69 w 324"/>
                <a:gd name="T41" fmla="*/ 135 h 324"/>
                <a:gd name="T42" fmla="*/ 50 w 324"/>
                <a:gd name="T43" fmla="*/ 158 h 324"/>
                <a:gd name="T44" fmla="*/ 27 w 324"/>
                <a:gd name="T45" fmla="*/ 184 h 324"/>
                <a:gd name="T46" fmla="*/ 5 w 324"/>
                <a:gd name="T47" fmla="*/ 213 h 324"/>
                <a:gd name="T48" fmla="*/ 4 w 324"/>
                <a:gd name="T49" fmla="*/ 245 h 324"/>
                <a:gd name="T50" fmla="*/ 9 w 324"/>
                <a:gd name="T51" fmla="*/ 265 h 324"/>
                <a:gd name="T52" fmla="*/ 16 w 324"/>
                <a:gd name="T53" fmla="*/ 278 h 324"/>
                <a:gd name="T54" fmla="*/ 36 w 324"/>
                <a:gd name="T55" fmla="*/ 288 h 324"/>
                <a:gd name="T56" fmla="*/ 43 w 324"/>
                <a:gd name="T57" fmla="*/ 292 h 324"/>
                <a:gd name="T58" fmla="*/ 66 w 324"/>
                <a:gd name="T59" fmla="*/ 305 h 324"/>
                <a:gd name="T60" fmla="*/ 77 w 324"/>
                <a:gd name="T61" fmla="*/ 308 h 324"/>
                <a:gd name="T62" fmla="*/ 84 w 324"/>
                <a:gd name="T63" fmla="*/ 312 h 324"/>
                <a:gd name="T64" fmla="*/ 97 w 324"/>
                <a:gd name="T65" fmla="*/ 322 h 324"/>
                <a:gd name="T66" fmla="*/ 111 w 324"/>
                <a:gd name="T67" fmla="*/ 310 h 324"/>
                <a:gd name="T68" fmla="*/ 123 w 324"/>
                <a:gd name="T69" fmla="*/ 294 h 324"/>
                <a:gd name="T70" fmla="*/ 153 w 324"/>
                <a:gd name="T71" fmla="*/ 282 h 324"/>
                <a:gd name="T72" fmla="*/ 168 w 324"/>
                <a:gd name="T73" fmla="*/ 284 h 324"/>
                <a:gd name="T74" fmla="*/ 182 w 324"/>
                <a:gd name="T75" fmla="*/ 273 h 324"/>
                <a:gd name="T76" fmla="*/ 196 w 324"/>
                <a:gd name="T77" fmla="*/ 273 h 324"/>
                <a:gd name="T78" fmla="*/ 218 w 324"/>
                <a:gd name="T79" fmla="*/ 274 h 324"/>
                <a:gd name="T80" fmla="*/ 246 w 324"/>
                <a:gd name="T81" fmla="*/ 270 h 324"/>
                <a:gd name="T82" fmla="*/ 258 w 324"/>
                <a:gd name="T83" fmla="*/ 247 h 324"/>
                <a:gd name="T84" fmla="*/ 262 w 324"/>
                <a:gd name="T85" fmla="*/ 217 h 324"/>
                <a:gd name="T86" fmla="*/ 257 w 324"/>
                <a:gd name="T87" fmla="*/ 181 h 324"/>
                <a:gd name="T88" fmla="*/ 220 w 324"/>
                <a:gd name="T89" fmla="*/ 169 h 324"/>
                <a:gd name="T90" fmla="*/ 231 w 324"/>
                <a:gd name="T91" fmla="*/ 144 h 324"/>
                <a:gd name="T92" fmla="*/ 259 w 324"/>
                <a:gd name="T93" fmla="*/ 167 h 324"/>
                <a:gd name="T94" fmla="*/ 269 w 324"/>
                <a:gd name="T95" fmla="*/ 165 h 324"/>
                <a:gd name="T96" fmla="*/ 282 w 324"/>
                <a:gd name="T97" fmla="*/ 156 h 324"/>
                <a:gd name="T98" fmla="*/ 279 w 324"/>
                <a:gd name="T99" fmla="*/ 141 h 324"/>
                <a:gd name="T100" fmla="*/ 285 w 324"/>
                <a:gd name="T101" fmla="*/ 123 h 324"/>
                <a:gd name="T102" fmla="*/ 293 w 324"/>
                <a:gd name="T103" fmla="*/ 126 h 324"/>
                <a:gd name="T104" fmla="*/ 302 w 324"/>
                <a:gd name="T105" fmla="*/ 113 h 324"/>
                <a:gd name="T106" fmla="*/ 318 w 324"/>
                <a:gd name="T107" fmla="*/ 11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324">
                  <a:moveTo>
                    <a:pt x="323" y="104"/>
                  </a:moveTo>
                  <a:cubicBezTo>
                    <a:pt x="323" y="103"/>
                    <a:pt x="323" y="102"/>
                    <a:pt x="323" y="102"/>
                  </a:cubicBezTo>
                  <a:cubicBezTo>
                    <a:pt x="323" y="101"/>
                    <a:pt x="323" y="100"/>
                    <a:pt x="323" y="99"/>
                  </a:cubicBezTo>
                  <a:cubicBezTo>
                    <a:pt x="323" y="97"/>
                    <a:pt x="323" y="94"/>
                    <a:pt x="321" y="93"/>
                  </a:cubicBezTo>
                  <a:cubicBezTo>
                    <a:pt x="320" y="91"/>
                    <a:pt x="318" y="90"/>
                    <a:pt x="317" y="88"/>
                  </a:cubicBezTo>
                  <a:cubicBezTo>
                    <a:pt x="315" y="86"/>
                    <a:pt x="314" y="84"/>
                    <a:pt x="313" y="82"/>
                  </a:cubicBezTo>
                  <a:cubicBezTo>
                    <a:pt x="313" y="81"/>
                    <a:pt x="312" y="80"/>
                    <a:pt x="312" y="79"/>
                  </a:cubicBezTo>
                  <a:cubicBezTo>
                    <a:pt x="311" y="76"/>
                    <a:pt x="309" y="73"/>
                    <a:pt x="309" y="69"/>
                  </a:cubicBezTo>
                  <a:cubicBezTo>
                    <a:pt x="309" y="64"/>
                    <a:pt x="310" y="61"/>
                    <a:pt x="312" y="57"/>
                  </a:cubicBezTo>
                  <a:cubicBezTo>
                    <a:pt x="313" y="55"/>
                    <a:pt x="313" y="53"/>
                    <a:pt x="315" y="51"/>
                  </a:cubicBezTo>
                  <a:cubicBezTo>
                    <a:pt x="315" y="51"/>
                    <a:pt x="315" y="50"/>
                    <a:pt x="316" y="50"/>
                  </a:cubicBezTo>
                  <a:cubicBezTo>
                    <a:pt x="317" y="49"/>
                    <a:pt x="317" y="48"/>
                    <a:pt x="318" y="47"/>
                  </a:cubicBezTo>
                  <a:cubicBezTo>
                    <a:pt x="318" y="45"/>
                    <a:pt x="318" y="44"/>
                    <a:pt x="317" y="42"/>
                  </a:cubicBezTo>
                  <a:cubicBezTo>
                    <a:pt x="316" y="41"/>
                    <a:pt x="315" y="39"/>
                    <a:pt x="315" y="37"/>
                  </a:cubicBezTo>
                  <a:cubicBezTo>
                    <a:pt x="315" y="36"/>
                    <a:pt x="316" y="35"/>
                    <a:pt x="316" y="34"/>
                  </a:cubicBezTo>
                  <a:cubicBezTo>
                    <a:pt x="317" y="32"/>
                    <a:pt x="318" y="30"/>
                    <a:pt x="316" y="27"/>
                  </a:cubicBezTo>
                  <a:cubicBezTo>
                    <a:pt x="316" y="26"/>
                    <a:pt x="314" y="25"/>
                    <a:pt x="311" y="25"/>
                  </a:cubicBezTo>
                  <a:cubicBezTo>
                    <a:pt x="311" y="25"/>
                    <a:pt x="310" y="25"/>
                    <a:pt x="310" y="25"/>
                  </a:cubicBezTo>
                  <a:cubicBezTo>
                    <a:pt x="307" y="25"/>
                    <a:pt x="305" y="26"/>
                    <a:pt x="302" y="27"/>
                  </a:cubicBezTo>
                  <a:cubicBezTo>
                    <a:pt x="300" y="27"/>
                    <a:pt x="300" y="27"/>
                    <a:pt x="300" y="27"/>
                  </a:cubicBezTo>
                  <a:cubicBezTo>
                    <a:pt x="297" y="28"/>
                    <a:pt x="295" y="30"/>
                    <a:pt x="293" y="31"/>
                  </a:cubicBezTo>
                  <a:cubicBezTo>
                    <a:pt x="292" y="33"/>
                    <a:pt x="290" y="34"/>
                    <a:pt x="289" y="35"/>
                  </a:cubicBezTo>
                  <a:cubicBezTo>
                    <a:pt x="287" y="35"/>
                    <a:pt x="286" y="36"/>
                    <a:pt x="284" y="36"/>
                  </a:cubicBezTo>
                  <a:cubicBezTo>
                    <a:pt x="283" y="36"/>
                    <a:pt x="282" y="36"/>
                    <a:pt x="281" y="36"/>
                  </a:cubicBezTo>
                  <a:cubicBezTo>
                    <a:pt x="281" y="35"/>
                    <a:pt x="280" y="35"/>
                    <a:pt x="279" y="35"/>
                  </a:cubicBezTo>
                  <a:cubicBezTo>
                    <a:pt x="278" y="35"/>
                    <a:pt x="277" y="36"/>
                    <a:pt x="276" y="36"/>
                  </a:cubicBezTo>
                  <a:cubicBezTo>
                    <a:pt x="273" y="37"/>
                    <a:pt x="268" y="38"/>
                    <a:pt x="264" y="40"/>
                  </a:cubicBezTo>
                  <a:cubicBezTo>
                    <a:pt x="264" y="40"/>
                    <a:pt x="263" y="40"/>
                    <a:pt x="263" y="41"/>
                  </a:cubicBezTo>
                  <a:cubicBezTo>
                    <a:pt x="262" y="41"/>
                    <a:pt x="260" y="42"/>
                    <a:pt x="259" y="42"/>
                  </a:cubicBezTo>
                  <a:cubicBezTo>
                    <a:pt x="259" y="42"/>
                    <a:pt x="258" y="42"/>
                    <a:pt x="258" y="42"/>
                  </a:cubicBezTo>
                  <a:cubicBezTo>
                    <a:pt x="257" y="42"/>
                    <a:pt x="255" y="40"/>
                    <a:pt x="254" y="39"/>
                  </a:cubicBezTo>
                  <a:cubicBezTo>
                    <a:pt x="254" y="38"/>
                    <a:pt x="253" y="38"/>
                    <a:pt x="253" y="38"/>
                  </a:cubicBezTo>
                  <a:cubicBezTo>
                    <a:pt x="252" y="36"/>
                    <a:pt x="250" y="35"/>
                    <a:pt x="250" y="35"/>
                  </a:cubicBezTo>
                  <a:cubicBezTo>
                    <a:pt x="246" y="34"/>
                    <a:pt x="246" y="34"/>
                    <a:pt x="246" y="34"/>
                  </a:cubicBezTo>
                  <a:cubicBezTo>
                    <a:pt x="247" y="37"/>
                    <a:pt x="247" y="37"/>
                    <a:pt x="247" y="37"/>
                  </a:cubicBezTo>
                  <a:cubicBezTo>
                    <a:pt x="247" y="38"/>
                    <a:pt x="247" y="38"/>
                    <a:pt x="247" y="39"/>
                  </a:cubicBezTo>
                  <a:cubicBezTo>
                    <a:pt x="247" y="39"/>
                    <a:pt x="248" y="40"/>
                    <a:pt x="248" y="40"/>
                  </a:cubicBezTo>
                  <a:cubicBezTo>
                    <a:pt x="248" y="42"/>
                    <a:pt x="248" y="46"/>
                    <a:pt x="246" y="46"/>
                  </a:cubicBezTo>
                  <a:cubicBezTo>
                    <a:pt x="246" y="47"/>
                    <a:pt x="246" y="47"/>
                    <a:pt x="246" y="47"/>
                  </a:cubicBezTo>
                  <a:cubicBezTo>
                    <a:pt x="245" y="47"/>
                    <a:pt x="243" y="46"/>
                    <a:pt x="242" y="45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0" y="44"/>
                    <a:pt x="239" y="43"/>
                    <a:pt x="238" y="42"/>
                  </a:cubicBezTo>
                  <a:cubicBezTo>
                    <a:pt x="235" y="41"/>
                    <a:pt x="233" y="40"/>
                    <a:pt x="231" y="39"/>
                  </a:cubicBezTo>
                  <a:cubicBezTo>
                    <a:pt x="229" y="37"/>
                    <a:pt x="227" y="36"/>
                    <a:pt x="225" y="36"/>
                  </a:cubicBezTo>
                  <a:cubicBezTo>
                    <a:pt x="223" y="36"/>
                    <a:pt x="221" y="37"/>
                    <a:pt x="219" y="38"/>
                  </a:cubicBezTo>
                  <a:cubicBezTo>
                    <a:pt x="218" y="38"/>
                    <a:pt x="218" y="38"/>
                    <a:pt x="217" y="38"/>
                  </a:cubicBezTo>
                  <a:cubicBezTo>
                    <a:pt x="216" y="38"/>
                    <a:pt x="214" y="38"/>
                    <a:pt x="213" y="37"/>
                  </a:cubicBezTo>
                  <a:cubicBezTo>
                    <a:pt x="212" y="37"/>
                    <a:pt x="210" y="37"/>
                    <a:pt x="209" y="37"/>
                  </a:cubicBezTo>
                  <a:cubicBezTo>
                    <a:pt x="208" y="37"/>
                    <a:pt x="208" y="37"/>
                    <a:pt x="207" y="37"/>
                  </a:cubicBezTo>
                  <a:cubicBezTo>
                    <a:pt x="206" y="38"/>
                    <a:pt x="205" y="39"/>
                    <a:pt x="205" y="41"/>
                  </a:cubicBezTo>
                  <a:cubicBezTo>
                    <a:pt x="205" y="43"/>
                    <a:pt x="204" y="44"/>
                    <a:pt x="203" y="45"/>
                  </a:cubicBezTo>
                  <a:cubicBezTo>
                    <a:pt x="203" y="45"/>
                    <a:pt x="202" y="45"/>
                    <a:pt x="202" y="45"/>
                  </a:cubicBezTo>
                  <a:cubicBezTo>
                    <a:pt x="202" y="45"/>
                    <a:pt x="202" y="45"/>
                    <a:pt x="202" y="45"/>
                  </a:cubicBezTo>
                  <a:cubicBezTo>
                    <a:pt x="200" y="44"/>
                    <a:pt x="200" y="41"/>
                    <a:pt x="201" y="38"/>
                  </a:cubicBezTo>
                  <a:cubicBezTo>
                    <a:pt x="201" y="38"/>
                    <a:pt x="201" y="37"/>
                    <a:pt x="201" y="37"/>
                  </a:cubicBezTo>
                  <a:cubicBezTo>
                    <a:pt x="200" y="32"/>
                    <a:pt x="196" y="19"/>
                    <a:pt x="190" y="17"/>
                  </a:cubicBezTo>
                  <a:cubicBezTo>
                    <a:pt x="190" y="16"/>
                    <a:pt x="189" y="16"/>
                    <a:pt x="189" y="16"/>
                  </a:cubicBezTo>
                  <a:cubicBezTo>
                    <a:pt x="187" y="16"/>
                    <a:pt x="186" y="17"/>
                    <a:pt x="184" y="18"/>
                  </a:cubicBezTo>
                  <a:cubicBezTo>
                    <a:pt x="181" y="21"/>
                    <a:pt x="180" y="24"/>
                    <a:pt x="178" y="28"/>
                  </a:cubicBezTo>
                  <a:cubicBezTo>
                    <a:pt x="178" y="30"/>
                    <a:pt x="177" y="32"/>
                    <a:pt x="176" y="34"/>
                  </a:cubicBezTo>
                  <a:cubicBezTo>
                    <a:pt x="174" y="37"/>
                    <a:pt x="172" y="39"/>
                    <a:pt x="169" y="39"/>
                  </a:cubicBezTo>
                  <a:cubicBezTo>
                    <a:pt x="167" y="39"/>
                    <a:pt x="166" y="38"/>
                    <a:pt x="165" y="38"/>
                  </a:cubicBezTo>
                  <a:cubicBezTo>
                    <a:pt x="164" y="37"/>
                    <a:pt x="163" y="37"/>
                    <a:pt x="162" y="36"/>
                  </a:cubicBezTo>
                  <a:cubicBezTo>
                    <a:pt x="162" y="35"/>
                    <a:pt x="161" y="35"/>
                    <a:pt x="160" y="34"/>
                  </a:cubicBezTo>
                  <a:cubicBezTo>
                    <a:pt x="158" y="34"/>
                    <a:pt x="156" y="33"/>
                    <a:pt x="154" y="33"/>
                  </a:cubicBezTo>
                  <a:cubicBezTo>
                    <a:pt x="154" y="32"/>
                    <a:pt x="153" y="32"/>
                    <a:pt x="152" y="32"/>
                  </a:cubicBezTo>
                  <a:cubicBezTo>
                    <a:pt x="150" y="31"/>
                    <a:pt x="148" y="31"/>
                    <a:pt x="147" y="31"/>
                  </a:cubicBezTo>
                  <a:cubicBezTo>
                    <a:pt x="143" y="30"/>
                    <a:pt x="139" y="29"/>
                    <a:pt x="136" y="26"/>
                  </a:cubicBezTo>
                  <a:cubicBezTo>
                    <a:pt x="132" y="22"/>
                    <a:pt x="134" y="13"/>
                    <a:pt x="137" y="9"/>
                  </a:cubicBezTo>
                  <a:cubicBezTo>
                    <a:pt x="137" y="9"/>
                    <a:pt x="137" y="8"/>
                    <a:pt x="138" y="8"/>
                  </a:cubicBezTo>
                  <a:cubicBezTo>
                    <a:pt x="139" y="6"/>
                    <a:pt x="140" y="4"/>
                    <a:pt x="140" y="3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37" y="2"/>
                    <a:pt x="137" y="2"/>
                    <a:pt x="137" y="2"/>
                  </a:cubicBezTo>
                  <a:cubicBezTo>
                    <a:pt x="136" y="2"/>
                    <a:pt x="136" y="3"/>
                    <a:pt x="134" y="6"/>
                  </a:cubicBezTo>
                  <a:cubicBezTo>
                    <a:pt x="133" y="6"/>
                    <a:pt x="133" y="7"/>
                    <a:pt x="133" y="7"/>
                  </a:cubicBezTo>
                  <a:cubicBezTo>
                    <a:pt x="132" y="9"/>
                    <a:pt x="130" y="10"/>
                    <a:pt x="129" y="11"/>
                  </a:cubicBezTo>
                  <a:cubicBezTo>
                    <a:pt x="127" y="13"/>
                    <a:pt x="125" y="16"/>
                    <a:pt x="123" y="18"/>
                  </a:cubicBezTo>
                  <a:cubicBezTo>
                    <a:pt x="123" y="19"/>
                    <a:pt x="123" y="19"/>
                    <a:pt x="123" y="19"/>
                  </a:cubicBezTo>
                  <a:cubicBezTo>
                    <a:pt x="124" y="21"/>
                    <a:pt x="124" y="21"/>
                    <a:pt x="124" y="21"/>
                  </a:cubicBezTo>
                  <a:cubicBezTo>
                    <a:pt x="125" y="22"/>
                    <a:pt x="125" y="23"/>
                    <a:pt x="124" y="25"/>
                  </a:cubicBezTo>
                  <a:cubicBezTo>
                    <a:pt x="124" y="27"/>
                    <a:pt x="123" y="27"/>
                    <a:pt x="122" y="28"/>
                  </a:cubicBezTo>
                  <a:cubicBezTo>
                    <a:pt x="122" y="29"/>
                    <a:pt x="121" y="29"/>
                    <a:pt x="121" y="30"/>
                  </a:cubicBezTo>
                  <a:cubicBezTo>
                    <a:pt x="120" y="31"/>
                    <a:pt x="120" y="32"/>
                    <a:pt x="120" y="34"/>
                  </a:cubicBezTo>
                  <a:cubicBezTo>
                    <a:pt x="120" y="35"/>
                    <a:pt x="119" y="35"/>
                    <a:pt x="119" y="36"/>
                  </a:cubicBezTo>
                  <a:cubicBezTo>
                    <a:pt x="119" y="40"/>
                    <a:pt x="118" y="45"/>
                    <a:pt x="117" y="48"/>
                  </a:cubicBezTo>
                  <a:cubicBezTo>
                    <a:pt x="116" y="49"/>
                    <a:pt x="115" y="50"/>
                    <a:pt x="114" y="51"/>
                  </a:cubicBezTo>
                  <a:cubicBezTo>
                    <a:pt x="114" y="51"/>
                    <a:pt x="113" y="52"/>
                    <a:pt x="113" y="53"/>
                  </a:cubicBezTo>
                  <a:cubicBezTo>
                    <a:pt x="112" y="54"/>
                    <a:pt x="112" y="55"/>
                    <a:pt x="111" y="55"/>
                  </a:cubicBezTo>
                  <a:cubicBezTo>
                    <a:pt x="111" y="56"/>
                    <a:pt x="111" y="57"/>
                    <a:pt x="110" y="58"/>
                  </a:cubicBezTo>
                  <a:cubicBezTo>
                    <a:pt x="108" y="61"/>
                    <a:pt x="107" y="64"/>
                    <a:pt x="107" y="68"/>
                  </a:cubicBezTo>
                  <a:cubicBezTo>
                    <a:pt x="107" y="69"/>
                    <a:pt x="107" y="71"/>
                    <a:pt x="107" y="72"/>
                  </a:cubicBezTo>
                  <a:cubicBezTo>
                    <a:pt x="107" y="74"/>
                    <a:pt x="107" y="77"/>
                    <a:pt x="106" y="78"/>
                  </a:cubicBezTo>
                  <a:cubicBezTo>
                    <a:pt x="106" y="79"/>
                    <a:pt x="105" y="80"/>
                    <a:pt x="104" y="81"/>
                  </a:cubicBezTo>
                  <a:cubicBezTo>
                    <a:pt x="104" y="81"/>
                    <a:pt x="103" y="82"/>
                    <a:pt x="103" y="83"/>
                  </a:cubicBezTo>
                  <a:cubicBezTo>
                    <a:pt x="101" y="86"/>
                    <a:pt x="101" y="89"/>
                    <a:pt x="101" y="92"/>
                  </a:cubicBezTo>
                  <a:cubicBezTo>
                    <a:pt x="101" y="94"/>
                    <a:pt x="101" y="95"/>
                    <a:pt x="101" y="97"/>
                  </a:cubicBezTo>
                  <a:cubicBezTo>
                    <a:pt x="101" y="100"/>
                    <a:pt x="100" y="103"/>
                    <a:pt x="99" y="105"/>
                  </a:cubicBezTo>
                  <a:cubicBezTo>
                    <a:pt x="98" y="107"/>
                    <a:pt x="97" y="108"/>
                    <a:pt x="97" y="109"/>
                  </a:cubicBezTo>
                  <a:cubicBezTo>
                    <a:pt x="95" y="114"/>
                    <a:pt x="94" y="117"/>
                    <a:pt x="90" y="119"/>
                  </a:cubicBezTo>
                  <a:cubicBezTo>
                    <a:pt x="89" y="120"/>
                    <a:pt x="87" y="121"/>
                    <a:pt x="86" y="121"/>
                  </a:cubicBezTo>
                  <a:cubicBezTo>
                    <a:pt x="84" y="121"/>
                    <a:pt x="84" y="121"/>
                    <a:pt x="84" y="121"/>
                  </a:cubicBezTo>
                  <a:cubicBezTo>
                    <a:pt x="83" y="121"/>
                    <a:pt x="83" y="121"/>
                    <a:pt x="83" y="121"/>
                  </a:cubicBezTo>
                  <a:cubicBezTo>
                    <a:pt x="81" y="121"/>
                    <a:pt x="80" y="122"/>
                    <a:pt x="78" y="123"/>
                  </a:cubicBezTo>
                  <a:cubicBezTo>
                    <a:pt x="77" y="123"/>
                    <a:pt x="77" y="123"/>
                    <a:pt x="77" y="123"/>
                  </a:cubicBezTo>
                  <a:cubicBezTo>
                    <a:pt x="72" y="127"/>
                    <a:pt x="70" y="129"/>
                    <a:pt x="69" y="135"/>
                  </a:cubicBezTo>
                  <a:cubicBezTo>
                    <a:pt x="68" y="139"/>
                    <a:pt x="67" y="143"/>
                    <a:pt x="65" y="146"/>
                  </a:cubicBezTo>
                  <a:cubicBezTo>
                    <a:pt x="65" y="147"/>
                    <a:pt x="64" y="148"/>
                    <a:pt x="64" y="149"/>
                  </a:cubicBezTo>
                  <a:cubicBezTo>
                    <a:pt x="63" y="152"/>
                    <a:pt x="61" y="156"/>
                    <a:pt x="58" y="157"/>
                  </a:cubicBezTo>
                  <a:cubicBezTo>
                    <a:pt x="57" y="158"/>
                    <a:pt x="55" y="158"/>
                    <a:pt x="54" y="158"/>
                  </a:cubicBezTo>
                  <a:cubicBezTo>
                    <a:pt x="53" y="158"/>
                    <a:pt x="51" y="158"/>
                    <a:pt x="50" y="158"/>
                  </a:cubicBezTo>
                  <a:cubicBezTo>
                    <a:pt x="47" y="159"/>
                    <a:pt x="45" y="160"/>
                    <a:pt x="43" y="161"/>
                  </a:cubicBezTo>
                  <a:cubicBezTo>
                    <a:pt x="42" y="162"/>
                    <a:pt x="41" y="163"/>
                    <a:pt x="41" y="164"/>
                  </a:cubicBezTo>
                  <a:cubicBezTo>
                    <a:pt x="40" y="165"/>
                    <a:pt x="39" y="166"/>
                    <a:pt x="39" y="167"/>
                  </a:cubicBezTo>
                  <a:cubicBezTo>
                    <a:pt x="38" y="168"/>
                    <a:pt x="37" y="169"/>
                    <a:pt x="36" y="169"/>
                  </a:cubicBezTo>
                  <a:cubicBezTo>
                    <a:pt x="31" y="173"/>
                    <a:pt x="26" y="178"/>
                    <a:pt x="27" y="184"/>
                  </a:cubicBezTo>
                  <a:cubicBezTo>
                    <a:pt x="28" y="190"/>
                    <a:pt x="25" y="193"/>
                    <a:pt x="21" y="197"/>
                  </a:cubicBezTo>
                  <a:cubicBezTo>
                    <a:pt x="20" y="198"/>
                    <a:pt x="18" y="199"/>
                    <a:pt x="16" y="200"/>
                  </a:cubicBezTo>
                  <a:cubicBezTo>
                    <a:pt x="14" y="202"/>
                    <a:pt x="11" y="203"/>
                    <a:pt x="10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8" y="210"/>
                    <a:pt x="7" y="212"/>
                    <a:pt x="5" y="213"/>
                  </a:cubicBezTo>
                  <a:cubicBezTo>
                    <a:pt x="4" y="215"/>
                    <a:pt x="2" y="218"/>
                    <a:pt x="2" y="220"/>
                  </a:cubicBezTo>
                  <a:cubicBezTo>
                    <a:pt x="0" y="225"/>
                    <a:pt x="1" y="230"/>
                    <a:pt x="1" y="234"/>
                  </a:cubicBezTo>
                  <a:cubicBezTo>
                    <a:pt x="1" y="236"/>
                    <a:pt x="1" y="237"/>
                    <a:pt x="1" y="238"/>
                  </a:cubicBezTo>
                  <a:cubicBezTo>
                    <a:pt x="2" y="240"/>
                    <a:pt x="2" y="241"/>
                    <a:pt x="3" y="242"/>
                  </a:cubicBezTo>
                  <a:cubicBezTo>
                    <a:pt x="3" y="243"/>
                    <a:pt x="4" y="244"/>
                    <a:pt x="4" y="245"/>
                  </a:cubicBezTo>
                  <a:cubicBezTo>
                    <a:pt x="4" y="247"/>
                    <a:pt x="4" y="249"/>
                    <a:pt x="4" y="250"/>
                  </a:cubicBezTo>
                  <a:cubicBezTo>
                    <a:pt x="4" y="253"/>
                    <a:pt x="4" y="253"/>
                    <a:pt x="4" y="253"/>
                  </a:cubicBezTo>
                  <a:cubicBezTo>
                    <a:pt x="6" y="253"/>
                    <a:pt x="6" y="253"/>
                    <a:pt x="6" y="253"/>
                  </a:cubicBezTo>
                  <a:cubicBezTo>
                    <a:pt x="7" y="254"/>
                    <a:pt x="8" y="254"/>
                    <a:pt x="8" y="255"/>
                  </a:cubicBezTo>
                  <a:cubicBezTo>
                    <a:pt x="9" y="257"/>
                    <a:pt x="9" y="261"/>
                    <a:pt x="9" y="265"/>
                  </a:cubicBezTo>
                  <a:cubicBezTo>
                    <a:pt x="8" y="268"/>
                    <a:pt x="8" y="268"/>
                    <a:pt x="8" y="268"/>
                  </a:cubicBezTo>
                  <a:cubicBezTo>
                    <a:pt x="10" y="269"/>
                    <a:pt x="10" y="269"/>
                    <a:pt x="10" y="269"/>
                  </a:cubicBezTo>
                  <a:cubicBezTo>
                    <a:pt x="12" y="269"/>
                    <a:pt x="15" y="271"/>
                    <a:pt x="16" y="271"/>
                  </a:cubicBezTo>
                  <a:cubicBezTo>
                    <a:pt x="17" y="273"/>
                    <a:pt x="17" y="274"/>
                    <a:pt x="17" y="276"/>
                  </a:cubicBezTo>
                  <a:cubicBezTo>
                    <a:pt x="17" y="276"/>
                    <a:pt x="16" y="277"/>
                    <a:pt x="16" y="278"/>
                  </a:cubicBezTo>
                  <a:cubicBezTo>
                    <a:pt x="16" y="282"/>
                    <a:pt x="15" y="285"/>
                    <a:pt x="17" y="287"/>
                  </a:cubicBezTo>
                  <a:cubicBezTo>
                    <a:pt x="18" y="287"/>
                    <a:pt x="19" y="288"/>
                    <a:pt x="21" y="288"/>
                  </a:cubicBezTo>
                  <a:cubicBezTo>
                    <a:pt x="22" y="288"/>
                    <a:pt x="24" y="287"/>
                    <a:pt x="26" y="287"/>
                  </a:cubicBezTo>
                  <a:cubicBezTo>
                    <a:pt x="28" y="287"/>
                    <a:pt x="30" y="286"/>
                    <a:pt x="31" y="286"/>
                  </a:cubicBezTo>
                  <a:cubicBezTo>
                    <a:pt x="34" y="286"/>
                    <a:pt x="35" y="287"/>
                    <a:pt x="36" y="288"/>
                  </a:cubicBezTo>
                  <a:cubicBezTo>
                    <a:pt x="37" y="289"/>
                    <a:pt x="37" y="289"/>
                    <a:pt x="37" y="290"/>
                  </a:cubicBezTo>
                  <a:cubicBezTo>
                    <a:pt x="38" y="291"/>
                    <a:pt x="38" y="291"/>
                    <a:pt x="39" y="292"/>
                  </a:cubicBezTo>
                  <a:cubicBezTo>
                    <a:pt x="39" y="292"/>
                    <a:pt x="40" y="292"/>
                    <a:pt x="41" y="292"/>
                  </a:cubicBezTo>
                  <a:cubicBezTo>
                    <a:pt x="42" y="292"/>
                    <a:pt x="42" y="292"/>
                    <a:pt x="42" y="292"/>
                  </a:cubicBezTo>
                  <a:cubicBezTo>
                    <a:pt x="42" y="292"/>
                    <a:pt x="43" y="292"/>
                    <a:pt x="43" y="292"/>
                  </a:cubicBezTo>
                  <a:cubicBezTo>
                    <a:pt x="45" y="293"/>
                    <a:pt x="47" y="294"/>
                    <a:pt x="48" y="295"/>
                  </a:cubicBezTo>
                  <a:cubicBezTo>
                    <a:pt x="49" y="295"/>
                    <a:pt x="50" y="296"/>
                    <a:pt x="51" y="297"/>
                  </a:cubicBezTo>
                  <a:cubicBezTo>
                    <a:pt x="52" y="297"/>
                    <a:pt x="53" y="298"/>
                    <a:pt x="54" y="298"/>
                  </a:cubicBezTo>
                  <a:cubicBezTo>
                    <a:pt x="56" y="299"/>
                    <a:pt x="58" y="299"/>
                    <a:pt x="59" y="301"/>
                  </a:cubicBezTo>
                  <a:cubicBezTo>
                    <a:pt x="61" y="302"/>
                    <a:pt x="63" y="304"/>
                    <a:pt x="66" y="305"/>
                  </a:cubicBezTo>
                  <a:cubicBezTo>
                    <a:pt x="67" y="305"/>
                    <a:pt x="68" y="306"/>
                    <a:pt x="70" y="306"/>
                  </a:cubicBezTo>
                  <a:cubicBezTo>
                    <a:pt x="71" y="306"/>
                    <a:pt x="72" y="307"/>
                    <a:pt x="73" y="307"/>
                  </a:cubicBezTo>
                  <a:cubicBezTo>
                    <a:pt x="73" y="307"/>
                    <a:pt x="73" y="307"/>
                    <a:pt x="73" y="307"/>
                  </a:cubicBezTo>
                  <a:cubicBezTo>
                    <a:pt x="73" y="308"/>
                    <a:pt x="73" y="308"/>
                    <a:pt x="73" y="308"/>
                  </a:cubicBezTo>
                  <a:cubicBezTo>
                    <a:pt x="77" y="308"/>
                    <a:pt x="77" y="308"/>
                    <a:pt x="77" y="308"/>
                  </a:cubicBezTo>
                  <a:cubicBezTo>
                    <a:pt x="77" y="308"/>
                    <a:pt x="77" y="308"/>
                    <a:pt x="77" y="308"/>
                  </a:cubicBezTo>
                  <a:cubicBezTo>
                    <a:pt x="77" y="308"/>
                    <a:pt x="78" y="308"/>
                    <a:pt x="78" y="308"/>
                  </a:cubicBezTo>
                  <a:cubicBezTo>
                    <a:pt x="78" y="308"/>
                    <a:pt x="79" y="308"/>
                    <a:pt x="80" y="308"/>
                  </a:cubicBezTo>
                  <a:cubicBezTo>
                    <a:pt x="81" y="309"/>
                    <a:pt x="81" y="310"/>
                    <a:pt x="82" y="310"/>
                  </a:cubicBezTo>
                  <a:cubicBezTo>
                    <a:pt x="83" y="311"/>
                    <a:pt x="84" y="311"/>
                    <a:pt x="84" y="312"/>
                  </a:cubicBezTo>
                  <a:cubicBezTo>
                    <a:pt x="85" y="312"/>
                    <a:pt x="85" y="312"/>
                    <a:pt x="86" y="312"/>
                  </a:cubicBezTo>
                  <a:cubicBezTo>
                    <a:pt x="87" y="312"/>
                    <a:pt x="87" y="312"/>
                    <a:pt x="88" y="313"/>
                  </a:cubicBezTo>
                  <a:cubicBezTo>
                    <a:pt x="89" y="313"/>
                    <a:pt x="89" y="314"/>
                    <a:pt x="90" y="314"/>
                  </a:cubicBezTo>
                  <a:cubicBezTo>
                    <a:pt x="90" y="314"/>
                    <a:pt x="90" y="315"/>
                    <a:pt x="91" y="315"/>
                  </a:cubicBezTo>
                  <a:cubicBezTo>
                    <a:pt x="93" y="317"/>
                    <a:pt x="95" y="319"/>
                    <a:pt x="97" y="322"/>
                  </a:cubicBezTo>
                  <a:cubicBezTo>
                    <a:pt x="99" y="324"/>
                    <a:pt x="99" y="324"/>
                    <a:pt x="99" y="324"/>
                  </a:cubicBezTo>
                  <a:cubicBezTo>
                    <a:pt x="101" y="321"/>
                    <a:pt x="101" y="321"/>
                    <a:pt x="101" y="321"/>
                  </a:cubicBezTo>
                  <a:cubicBezTo>
                    <a:pt x="102" y="319"/>
                    <a:pt x="103" y="317"/>
                    <a:pt x="105" y="316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7" y="312"/>
                    <a:pt x="109" y="311"/>
                    <a:pt x="111" y="310"/>
                  </a:cubicBezTo>
                  <a:cubicBezTo>
                    <a:pt x="113" y="308"/>
                    <a:pt x="115" y="307"/>
                    <a:pt x="116" y="305"/>
                  </a:cubicBezTo>
                  <a:cubicBezTo>
                    <a:pt x="116" y="304"/>
                    <a:pt x="117" y="303"/>
                    <a:pt x="117" y="302"/>
                  </a:cubicBezTo>
                  <a:cubicBezTo>
                    <a:pt x="118" y="301"/>
                    <a:pt x="118" y="300"/>
                    <a:pt x="119" y="299"/>
                  </a:cubicBezTo>
                  <a:cubicBezTo>
                    <a:pt x="120" y="297"/>
                    <a:pt x="121" y="296"/>
                    <a:pt x="122" y="295"/>
                  </a:cubicBezTo>
                  <a:cubicBezTo>
                    <a:pt x="123" y="294"/>
                    <a:pt x="123" y="294"/>
                    <a:pt x="123" y="294"/>
                  </a:cubicBezTo>
                  <a:cubicBezTo>
                    <a:pt x="125" y="293"/>
                    <a:pt x="127" y="291"/>
                    <a:pt x="129" y="290"/>
                  </a:cubicBezTo>
                  <a:cubicBezTo>
                    <a:pt x="129" y="290"/>
                    <a:pt x="129" y="290"/>
                    <a:pt x="129" y="290"/>
                  </a:cubicBezTo>
                  <a:cubicBezTo>
                    <a:pt x="130" y="289"/>
                    <a:pt x="131" y="288"/>
                    <a:pt x="132" y="288"/>
                  </a:cubicBezTo>
                  <a:cubicBezTo>
                    <a:pt x="136" y="284"/>
                    <a:pt x="140" y="284"/>
                    <a:pt x="146" y="284"/>
                  </a:cubicBezTo>
                  <a:cubicBezTo>
                    <a:pt x="148" y="284"/>
                    <a:pt x="150" y="284"/>
                    <a:pt x="153" y="282"/>
                  </a:cubicBezTo>
                  <a:cubicBezTo>
                    <a:pt x="153" y="282"/>
                    <a:pt x="154" y="282"/>
                    <a:pt x="155" y="281"/>
                  </a:cubicBezTo>
                  <a:cubicBezTo>
                    <a:pt x="156" y="280"/>
                    <a:pt x="157" y="280"/>
                    <a:pt x="158" y="279"/>
                  </a:cubicBezTo>
                  <a:cubicBezTo>
                    <a:pt x="158" y="279"/>
                    <a:pt x="159" y="279"/>
                    <a:pt x="159" y="279"/>
                  </a:cubicBezTo>
                  <a:cubicBezTo>
                    <a:pt x="161" y="279"/>
                    <a:pt x="162" y="281"/>
                    <a:pt x="164" y="282"/>
                  </a:cubicBezTo>
                  <a:cubicBezTo>
                    <a:pt x="165" y="283"/>
                    <a:pt x="166" y="284"/>
                    <a:pt x="168" y="284"/>
                  </a:cubicBezTo>
                  <a:cubicBezTo>
                    <a:pt x="169" y="284"/>
                    <a:pt x="169" y="284"/>
                    <a:pt x="170" y="283"/>
                  </a:cubicBezTo>
                  <a:cubicBezTo>
                    <a:pt x="171" y="283"/>
                    <a:pt x="172" y="282"/>
                    <a:pt x="174" y="280"/>
                  </a:cubicBezTo>
                  <a:cubicBezTo>
                    <a:pt x="174" y="280"/>
                    <a:pt x="175" y="279"/>
                    <a:pt x="176" y="278"/>
                  </a:cubicBezTo>
                  <a:cubicBezTo>
                    <a:pt x="177" y="278"/>
                    <a:pt x="177" y="277"/>
                    <a:pt x="178" y="276"/>
                  </a:cubicBezTo>
                  <a:cubicBezTo>
                    <a:pt x="179" y="275"/>
                    <a:pt x="180" y="274"/>
                    <a:pt x="182" y="273"/>
                  </a:cubicBezTo>
                  <a:cubicBezTo>
                    <a:pt x="183" y="273"/>
                    <a:pt x="184" y="273"/>
                    <a:pt x="186" y="273"/>
                  </a:cubicBezTo>
                  <a:cubicBezTo>
                    <a:pt x="186" y="273"/>
                    <a:pt x="187" y="273"/>
                    <a:pt x="188" y="273"/>
                  </a:cubicBezTo>
                  <a:cubicBezTo>
                    <a:pt x="190" y="273"/>
                    <a:pt x="190" y="273"/>
                    <a:pt x="190" y="273"/>
                  </a:cubicBezTo>
                  <a:cubicBezTo>
                    <a:pt x="192" y="273"/>
                    <a:pt x="194" y="273"/>
                    <a:pt x="196" y="273"/>
                  </a:cubicBezTo>
                  <a:cubicBezTo>
                    <a:pt x="196" y="273"/>
                    <a:pt x="196" y="273"/>
                    <a:pt x="196" y="273"/>
                  </a:cubicBezTo>
                  <a:cubicBezTo>
                    <a:pt x="200" y="273"/>
                    <a:pt x="203" y="273"/>
                    <a:pt x="206" y="273"/>
                  </a:cubicBezTo>
                  <a:cubicBezTo>
                    <a:pt x="207" y="273"/>
                    <a:pt x="207" y="273"/>
                    <a:pt x="207" y="273"/>
                  </a:cubicBezTo>
                  <a:cubicBezTo>
                    <a:pt x="208" y="273"/>
                    <a:pt x="209" y="273"/>
                    <a:pt x="210" y="273"/>
                  </a:cubicBezTo>
                  <a:cubicBezTo>
                    <a:pt x="211" y="273"/>
                    <a:pt x="212" y="273"/>
                    <a:pt x="213" y="273"/>
                  </a:cubicBezTo>
                  <a:cubicBezTo>
                    <a:pt x="215" y="273"/>
                    <a:pt x="217" y="273"/>
                    <a:pt x="218" y="274"/>
                  </a:cubicBezTo>
                  <a:cubicBezTo>
                    <a:pt x="220" y="274"/>
                    <a:pt x="222" y="275"/>
                    <a:pt x="224" y="276"/>
                  </a:cubicBezTo>
                  <a:cubicBezTo>
                    <a:pt x="226" y="277"/>
                    <a:pt x="227" y="278"/>
                    <a:pt x="228" y="278"/>
                  </a:cubicBezTo>
                  <a:cubicBezTo>
                    <a:pt x="229" y="279"/>
                    <a:pt x="230" y="279"/>
                    <a:pt x="231" y="279"/>
                  </a:cubicBezTo>
                  <a:cubicBezTo>
                    <a:pt x="235" y="279"/>
                    <a:pt x="238" y="277"/>
                    <a:pt x="241" y="273"/>
                  </a:cubicBezTo>
                  <a:cubicBezTo>
                    <a:pt x="243" y="272"/>
                    <a:pt x="244" y="271"/>
                    <a:pt x="246" y="270"/>
                  </a:cubicBezTo>
                  <a:cubicBezTo>
                    <a:pt x="247" y="269"/>
                    <a:pt x="249" y="268"/>
                    <a:pt x="250" y="268"/>
                  </a:cubicBezTo>
                  <a:cubicBezTo>
                    <a:pt x="252" y="267"/>
                    <a:pt x="254" y="266"/>
                    <a:pt x="255" y="265"/>
                  </a:cubicBezTo>
                  <a:cubicBezTo>
                    <a:pt x="258" y="263"/>
                    <a:pt x="258" y="260"/>
                    <a:pt x="257" y="257"/>
                  </a:cubicBezTo>
                  <a:cubicBezTo>
                    <a:pt x="257" y="256"/>
                    <a:pt x="257" y="256"/>
                    <a:pt x="257" y="256"/>
                  </a:cubicBezTo>
                  <a:cubicBezTo>
                    <a:pt x="256" y="253"/>
                    <a:pt x="257" y="250"/>
                    <a:pt x="258" y="247"/>
                  </a:cubicBezTo>
                  <a:cubicBezTo>
                    <a:pt x="259" y="247"/>
                    <a:pt x="259" y="246"/>
                    <a:pt x="260" y="245"/>
                  </a:cubicBezTo>
                  <a:cubicBezTo>
                    <a:pt x="262" y="241"/>
                    <a:pt x="259" y="239"/>
                    <a:pt x="255" y="237"/>
                  </a:cubicBezTo>
                  <a:cubicBezTo>
                    <a:pt x="253" y="236"/>
                    <a:pt x="252" y="235"/>
                    <a:pt x="251" y="233"/>
                  </a:cubicBezTo>
                  <a:cubicBezTo>
                    <a:pt x="249" y="231"/>
                    <a:pt x="250" y="229"/>
                    <a:pt x="253" y="227"/>
                  </a:cubicBezTo>
                  <a:cubicBezTo>
                    <a:pt x="256" y="225"/>
                    <a:pt x="260" y="221"/>
                    <a:pt x="262" y="217"/>
                  </a:cubicBezTo>
                  <a:cubicBezTo>
                    <a:pt x="267" y="211"/>
                    <a:pt x="266" y="204"/>
                    <a:pt x="259" y="196"/>
                  </a:cubicBezTo>
                  <a:cubicBezTo>
                    <a:pt x="258" y="196"/>
                    <a:pt x="258" y="196"/>
                    <a:pt x="258" y="196"/>
                  </a:cubicBezTo>
                  <a:cubicBezTo>
                    <a:pt x="256" y="194"/>
                    <a:pt x="255" y="192"/>
                    <a:pt x="255" y="189"/>
                  </a:cubicBezTo>
                  <a:cubicBezTo>
                    <a:pt x="255" y="187"/>
                    <a:pt x="256" y="185"/>
                    <a:pt x="257" y="183"/>
                  </a:cubicBezTo>
                  <a:cubicBezTo>
                    <a:pt x="257" y="182"/>
                    <a:pt x="257" y="182"/>
                    <a:pt x="257" y="181"/>
                  </a:cubicBezTo>
                  <a:cubicBezTo>
                    <a:pt x="258" y="181"/>
                    <a:pt x="258" y="180"/>
                    <a:pt x="258" y="179"/>
                  </a:cubicBezTo>
                  <a:cubicBezTo>
                    <a:pt x="258" y="178"/>
                    <a:pt x="259" y="176"/>
                    <a:pt x="259" y="175"/>
                  </a:cubicBezTo>
                  <a:cubicBezTo>
                    <a:pt x="259" y="174"/>
                    <a:pt x="259" y="173"/>
                    <a:pt x="258" y="173"/>
                  </a:cubicBezTo>
                  <a:cubicBezTo>
                    <a:pt x="258" y="171"/>
                    <a:pt x="258" y="171"/>
                    <a:pt x="258" y="171"/>
                  </a:cubicBezTo>
                  <a:cubicBezTo>
                    <a:pt x="220" y="169"/>
                    <a:pt x="220" y="169"/>
                    <a:pt x="220" y="169"/>
                  </a:cubicBezTo>
                  <a:cubicBezTo>
                    <a:pt x="220" y="168"/>
                    <a:pt x="220" y="166"/>
                    <a:pt x="220" y="165"/>
                  </a:cubicBezTo>
                  <a:cubicBezTo>
                    <a:pt x="220" y="162"/>
                    <a:pt x="220" y="159"/>
                    <a:pt x="220" y="156"/>
                  </a:cubicBezTo>
                  <a:cubicBezTo>
                    <a:pt x="220" y="155"/>
                    <a:pt x="221" y="153"/>
                    <a:pt x="221" y="152"/>
                  </a:cubicBezTo>
                  <a:cubicBezTo>
                    <a:pt x="222" y="149"/>
                    <a:pt x="223" y="147"/>
                    <a:pt x="222" y="144"/>
                  </a:cubicBezTo>
                  <a:cubicBezTo>
                    <a:pt x="231" y="144"/>
                    <a:pt x="231" y="144"/>
                    <a:pt x="231" y="144"/>
                  </a:cubicBezTo>
                  <a:cubicBezTo>
                    <a:pt x="238" y="144"/>
                    <a:pt x="246" y="144"/>
                    <a:pt x="253" y="144"/>
                  </a:cubicBezTo>
                  <a:cubicBezTo>
                    <a:pt x="257" y="144"/>
                    <a:pt x="259" y="147"/>
                    <a:pt x="260" y="151"/>
                  </a:cubicBezTo>
                  <a:cubicBezTo>
                    <a:pt x="262" y="153"/>
                    <a:pt x="261" y="155"/>
                    <a:pt x="261" y="157"/>
                  </a:cubicBezTo>
                  <a:cubicBezTo>
                    <a:pt x="260" y="159"/>
                    <a:pt x="260" y="159"/>
                    <a:pt x="260" y="159"/>
                  </a:cubicBezTo>
                  <a:cubicBezTo>
                    <a:pt x="260" y="162"/>
                    <a:pt x="259" y="164"/>
                    <a:pt x="259" y="167"/>
                  </a:cubicBezTo>
                  <a:cubicBezTo>
                    <a:pt x="258" y="171"/>
                    <a:pt x="258" y="171"/>
                    <a:pt x="258" y="171"/>
                  </a:cubicBezTo>
                  <a:cubicBezTo>
                    <a:pt x="262" y="169"/>
                    <a:pt x="262" y="169"/>
                    <a:pt x="262" y="169"/>
                  </a:cubicBezTo>
                  <a:cubicBezTo>
                    <a:pt x="263" y="168"/>
                    <a:pt x="263" y="168"/>
                    <a:pt x="264" y="167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6" y="166"/>
                    <a:pt x="267" y="165"/>
                    <a:pt x="269" y="165"/>
                  </a:cubicBezTo>
                  <a:cubicBezTo>
                    <a:pt x="269" y="164"/>
                    <a:pt x="270" y="164"/>
                    <a:pt x="271" y="164"/>
                  </a:cubicBezTo>
                  <a:cubicBezTo>
                    <a:pt x="272" y="164"/>
                    <a:pt x="273" y="164"/>
                    <a:pt x="273" y="164"/>
                  </a:cubicBezTo>
                  <a:cubicBezTo>
                    <a:pt x="275" y="165"/>
                    <a:pt x="276" y="165"/>
                    <a:pt x="277" y="165"/>
                  </a:cubicBezTo>
                  <a:cubicBezTo>
                    <a:pt x="279" y="165"/>
                    <a:pt x="280" y="164"/>
                    <a:pt x="281" y="163"/>
                  </a:cubicBezTo>
                  <a:cubicBezTo>
                    <a:pt x="282" y="161"/>
                    <a:pt x="282" y="159"/>
                    <a:pt x="282" y="156"/>
                  </a:cubicBezTo>
                  <a:cubicBezTo>
                    <a:pt x="282" y="156"/>
                    <a:pt x="282" y="155"/>
                    <a:pt x="282" y="155"/>
                  </a:cubicBezTo>
                  <a:cubicBezTo>
                    <a:pt x="282" y="153"/>
                    <a:pt x="281" y="151"/>
                    <a:pt x="280" y="149"/>
                  </a:cubicBezTo>
                  <a:cubicBezTo>
                    <a:pt x="280" y="149"/>
                    <a:pt x="279" y="149"/>
                    <a:pt x="279" y="148"/>
                  </a:cubicBezTo>
                  <a:cubicBezTo>
                    <a:pt x="277" y="147"/>
                    <a:pt x="276" y="146"/>
                    <a:pt x="277" y="144"/>
                  </a:cubicBezTo>
                  <a:cubicBezTo>
                    <a:pt x="277" y="143"/>
                    <a:pt x="278" y="142"/>
                    <a:pt x="279" y="141"/>
                  </a:cubicBezTo>
                  <a:cubicBezTo>
                    <a:pt x="280" y="140"/>
                    <a:pt x="281" y="139"/>
                    <a:pt x="281" y="138"/>
                  </a:cubicBezTo>
                  <a:cubicBezTo>
                    <a:pt x="281" y="137"/>
                    <a:pt x="281" y="136"/>
                    <a:pt x="280" y="135"/>
                  </a:cubicBezTo>
                  <a:cubicBezTo>
                    <a:pt x="280" y="134"/>
                    <a:pt x="279" y="133"/>
                    <a:pt x="279" y="132"/>
                  </a:cubicBezTo>
                  <a:cubicBezTo>
                    <a:pt x="279" y="130"/>
                    <a:pt x="281" y="125"/>
                    <a:pt x="283" y="124"/>
                  </a:cubicBezTo>
                  <a:cubicBezTo>
                    <a:pt x="284" y="123"/>
                    <a:pt x="285" y="123"/>
                    <a:pt x="285" y="123"/>
                  </a:cubicBezTo>
                  <a:cubicBezTo>
                    <a:pt x="286" y="123"/>
                    <a:pt x="287" y="123"/>
                    <a:pt x="287" y="124"/>
                  </a:cubicBezTo>
                  <a:cubicBezTo>
                    <a:pt x="288" y="124"/>
                    <a:pt x="288" y="125"/>
                    <a:pt x="289" y="125"/>
                  </a:cubicBezTo>
                  <a:cubicBezTo>
                    <a:pt x="290" y="126"/>
                    <a:pt x="291" y="126"/>
                    <a:pt x="291" y="126"/>
                  </a:cubicBezTo>
                  <a:cubicBezTo>
                    <a:pt x="292" y="126"/>
                    <a:pt x="292" y="126"/>
                    <a:pt x="292" y="126"/>
                  </a:cubicBezTo>
                  <a:cubicBezTo>
                    <a:pt x="293" y="126"/>
                    <a:pt x="293" y="126"/>
                    <a:pt x="293" y="126"/>
                  </a:cubicBezTo>
                  <a:cubicBezTo>
                    <a:pt x="295" y="124"/>
                    <a:pt x="295" y="121"/>
                    <a:pt x="295" y="119"/>
                  </a:cubicBezTo>
                  <a:cubicBezTo>
                    <a:pt x="295" y="119"/>
                    <a:pt x="295" y="118"/>
                    <a:pt x="295" y="118"/>
                  </a:cubicBezTo>
                  <a:cubicBezTo>
                    <a:pt x="295" y="115"/>
                    <a:pt x="295" y="112"/>
                    <a:pt x="296" y="111"/>
                  </a:cubicBezTo>
                  <a:cubicBezTo>
                    <a:pt x="297" y="111"/>
                    <a:pt x="297" y="111"/>
                    <a:pt x="298" y="111"/>
                  </a:cubicBezTo>
                  <a:cubicBezTo>
                    <a:pt x="299" y="111"/>
                    <a:pt x="301" y="112"/>
                    <a:pt x="302" y="113"/>
                  </a:cubicBezTo>
                  <a:cubicBezTo>
                    <a:pt x="303" y="114"/>
                    <a:pt x="303" y="114"/>
                    <a:pt x="304" y="115"/>
                  </a:cubicBezTo>
                  <a:cubicBezTo>
                    <a:pt x="305" y="116"/>
                    <a:pt x="305" y="117"/>
                    <a:pt x="306" y="118"/>
                  </a:cubicBezTo>
                  <a:cubicBezTo>
                    <a:pt x="308" y="120"/>
                    <a:pt x="311" y="121"/>
                    <a:pt x="313" y="122"/>
                  </a:cubicBezTo>
                  <a:cubicBezTo>
                    <a:pt x="313" y="122"/>
                    <a:pt x="314" y="122"/>
                    <a:pt x="314" y="122"/>
                  </a:cubicBezTo>
                  <a:cubicBezTo>
                    <a:pt x="316" y="122"/>
                    <a:pt x="317" y="121"/>
                    <a:pt x="318" y="119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20" y="116"/>
                    <a:pt x="322" y="114"/>
                    <a:pt x="323" y="113"/>
                  </a:cubicBezTo>
                  <a:cubicBezTo>
                    <a:pt x="324" y="110"/>
                    <a:pt x="323" y="107"/>
                    <a:pt x="323" y="104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1B19F92-4A18-24A3-34C8-9BEC1F2BC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182"/>
              <a:ext cx="1196" cy="952"/>
            </a:xfrm>
            <a:custGeom>
              <a:avLst/>
              <a:gdLst>
                <a:gd name="T0" fmla="*/ 439 w 490"/>
                <a:gd name="T1" fmla="*/ 76 h 390"/>
                <a:gd name="T2" fmla="*/ 418 w 490"/>
                <a:gd name="T3" fmla="*/ 55 h 390"/>
                <a:gd name="T4" fmla="*/ 365 w 490"/>
                <a:gd name="T5" fmla="*/ 30 h 390"/>
                <a:gd name="T6" fmla="*/ 351 w 490"/>
                <a:gd name="T7" fmla="*/ 21 h 390"/>
                <a:gd name="T8" fmla="*/ 326 w 490"/>
                <a:gd name="T9" fmla="*/ 24 h 390"/>
                <a:gd name="T10" fmla="*/ 321 w 490"/>
                <a:gd name="T11" fmla="*/ 5 h 390"/>
                <a:gd name="T12" fmla="*/ 277 w 490"/>
                <a:gd name="T13" fmla="*/ 11 h 390"/>
                <a:gd name="T14" fmla="*/ 248 w 490"/>
                <a:gd name="T15" fmla="*/ 31 h 390"/>
                <a:gd name="T16" fmla="*/ 241 w 490"/>
                <a:gd name="T17" fmla="*/ 32 h 390"/>
                <a:gd name="T18" fmla="*/ 230 w 490"/>
                <a:gd name="T19" fmla="*/ 39 h 390"/>
                <a:gd name="T20" fmla="*/ 217 w 490"/>
                <a:gd name="T21" fmla="*/ 29 h 390"/>
                <a:gd name="T22" fmla="*/ 201 w 490"/>
                <a:gd name="T23" fmla="*/ 18 h 390"/>
                <a:gd name="T24" fmla="*/ 193 w 490"/>
                <a:gd name="T25" fmla="*/ 32 h 390"/>
                <a:gd name="T26" fmla="*/ 186 w 490"/>
                <a:gd name="T27" fmla="*/ 45 h 390"/>
                <a:gd name="T28" fmla="*/ 185 w 490"/>
                <a:gd name="T29" fmla="*/ 56 h 390"/>
                <a:gd name="T30" fmla="*/ 175 w 490"/>
                <a:gd name="T31" fmla="*/ 72 h 390"/>
                <a:gd name="T32" fmla="*/ 163 w 490"/>
                <a:gd name="T33" fmla="*/ 80 h 390"/>
                <a:gd name="T34" fmla="*/ 162 w 490"/>
                <a:gd name="T35" fmla="*/ 102 h 390"/>
                <a:gd name="T36" fmla="*/ 159 w 490"/>
                <a:gd name="T37" fmla="*/ 144 h 390"/>
                <a:gd name="T38" fmla="*/ 154 w 490"/>
                <a:gd name="T39" fmla="*/ 175 h 390"/>
                <a:gd name="T40" fmla="*/ 122 w 490"/>
                <a:gd name="T41" fmla="*/ 181 h 390"/>
                <a:gd name="T42" fmla="*/ 100 w 490"/>
                <a:gd name="T43" fmla="*/ 181 h 390"/>
                <a:gd name="T44" fmla="*/ 80 w 490"/>
                <a:gd name="T45" fmla="*/ 185 h 390"/>
                <a:gd name="T46" fmla="*/ 62 w 490"/>
                <a:gd name="T47" fmla="*/ 187 h 390"/>
                <a:gd name="T48" fmla="*/ 33 w 490"/>
                <a:gd name="T49" fmla="*/ 197 h 390"/>
                <a:gd name="T50" fmla="*/ 15 w 490"/>
                <a:gd name="T51" fmla="*/ 217 h 390"/>
                <a:gd name="T52" fmla="*/ 3 w 490"/>
                <a:gd name="T53" fmla="*/ 252 h 390"/>
                <a:gd name="T54" fmla="*/ 28 w 490"/>
                <a:gd name="T55" fmla="*/ 247 h 390"/>
                <a:gd name="T56" fmla="*/ 46 w 490"/>
                <a:gd name="T57" fmla="*/ 250 h 390"/>
                <a:gd name="T58" fmla="*/ 76 w 490"/>
                <a:gd name="T59" fmla="*/ 267 h 390"/>
                <a:gd name="T60" fmla="*/ 84 w 490"/>
                <a:gd name="T61" fmla="*/ 266 h 390"/>
                <a:gd name="T62" fmla="*/ 99 w 490"/>
                <a:gd name="T63" fmla="*/ 263 h 390"/>
                <a:gd name="T64" fmla="*/ 119 w 490"/>
                <a:gd name="T65" fmla="*/ 260 h 390"/>
                <a:gd name="T66" fmla="*/ 136 w 490"/>
                <a:gd name="T67" fmla="*/ 259 h 390"/>
                <a:gd name="T68" fmla="*/ 151 w 490"/>
                <a:gd name="T69" fmla="*/ 258 h 390"/>
                <a:gd name="T70" fmla="*/ 159 w 490"/>
                <a:gd name="T71" fmla="*/ 279 h 390"/>
                <a:gd name="T72" fmla="*/ 164 w 490"/>
                <a:gd name="T73" fmla="*/ 308 h 390"/>
                <a:gd name="T74" fmla="*/ 189 w 490"/>
                <a:gd name="T75" fmla="*/ 324 h 390"/>
                <a:gd name="T76" fmla="*/ 181 w 490"/>
                <a:gd name="T77" fmla="*/ 367 h 390"/>
                <a:gd name="T78" fmla="*/ 206 w 490"/>
                <a:gd name="T79" fmla="*/ 390 h 390"/>
                <a:gd name="T80" fmla="*/ 254 w 490"/>
                <a:gd name="T81" fmla="*/ 373 h 390"/>
                <a:gd name="T82" fmla="*/ 312 w 490"/>
                <a:gd name="T83" fmla="*/ 358 h 390"/>
                <a:gd name="T84" fmla="*/ 333 w 490"/>
                <a:gd name="T85" fmla="*/ 358 h 390"/>
                <a:gd name="T86" fmla="*/ 369 w 490"/>
                <a:gd name="T87" fmla="*/ 333 h 390"/>
                <a:gd name="T88" fmla="*/ 389 w 490"/>
                <a:gd name="T89" fmla="*/ 300 h 390"/>
                <a:gd name="T90" fmla="*/ 410 w 490"/>
                <a:gd name="T91" fmla="*/ 275 h 390"/>
                <a:gd name="T92" fmla="*/ 432 w 490"/>
                <a:gd name="T93" fmla="*/ 239 h 390"/>
                <a:gd name="T94" fmla="*/ 429 w 490"/>
                <a:gd name="T95" fmla="*/ 216 h 390"/>
                <a:gd name="T96" fmla="*/ 433 w 490"/>
                <a:gd name="T97" fmla="*/ 211 h 390"/>
                <a:gd name="T98" fmla="*/ 431 w 490"/>
                <a:gd name="T99" fmla="*/ 198 h 390"/>
                <a:gd name="T100" fmla="*/ 438 w 490"/>
                <a:gd name="T101" fmla="*/ 182 h 390"/>
                <a:gd name="T102" fmla="*/ 445 w 490"/>
                <a:gd name="T103" fmla="*/ 180 h 390"/>
                <a:gd name="T104" fmla="*/ 456 w 490"/>
                <a:gd name="T105" fmla="*/ 175 h 390"/>
                <a:gd name="T106" fmla="*/ 468 w 490"/>
                <a:gd name="T107" fmla="*/ 178 h 390"/>
                <a:gd name="T108" fmla="*/ 455 w 490"/>
                <a:gd name="T109" fmla="*/ 136 h 390"/>
                <a:gd name="T110" fmla="*/ 478 w 490"/>
                <a:gd name="T111" fmla="*/ 111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0" h="390">
                  <a:moveTo>
                    <a:pt x="478" y="85"/>
                  </a:moveTo>
                  <a:cubicBezTo>
                    <a:pt x="478" y="84"/>
                    <a:pt x="478" y="84"/>
                    <a:pt x="478" y="84"/>
                  </a:cubicBezTo>
                  <a:cubicBezTo>
                    <a:pt x="472" y="82"/>
                    <a:pt x="466" y="80"/>
                    <a:pt x="459" y="77"/>
                  </a:cubicBezTo>
                  <a:cubicBezTo>
                    <a:pt x="454" y="76"/>
                    <a:pt x="450" y="75"/>
                    <a:pt x="446" y="75"/>
                  </a:cubicBezTo>
                  <a:cubicBezTo>
                    <a:pt x="444" y="75"/>
                    <a:pt x="442" y="75"/>
                    <a:pt x="440" y="75"/>
                  </a:cubicBezTo>
                  <a:cubicBezTo>
                    <a:pt x="440" y="76"/>
                    <a:pt x="439" y="76"/>
                    <a:pt x="439" y="76"/>
                  </a:cubicBezTo>
                  <a:cubicBezTo>
                    <a:pt x="437" y="76"/>
                    <a:pt x="436" y="77"/>
                    <a:pt x="434" y="77"/>
                  </a:cubicBezTo>
                  <a:cubicBezTo>
                    <a:pt x="433" y="77"/>
                    <a:pt x="432" y="76"/>
                    <a:pt x="431" y="76"/>
                  </a:cubicBezTo>
                  <a:cubicBezTo>
                    <a:pt x="429" y="75"/>
                    <a:pt x="428" y="72"/>
                    <a:pt x="428" y="69"/>
                  </a:cubicBezTo>
                  <a:cubicBezTo>
                    <a:pt x="428" y="68"/>
                    <a:pt x="428" y="68"/>
                    <a:pt x="428" y="68"/>
                  </a:cubicBezTo>
                  <a:cubicBezTo>
                    <a:pt x="427" y="63"/>
                    <a:pt x="424" y="61"/>
                    <a:pt x="421" y="58"/>
                  </a:cubicBezTo>
                  <a:cubicBezTo>
                    <a:pt x="420" y="57"/>
                    <a:pt x="419" y="56"/>
                    <a:pt x="418" y="55"/>
                  </a:cubicBezTo>
                  <a:cubicBezTo>
                    <a:pt x="414" y="50"/>
                    <a:pt x="411" y="48"/>
                    <a:pt x="406" y="47"/>
                  </a:cubicBezTo>
                  <a:cubicBezTo>
                    <a:pt x="404" y="47"/>
                    <a:pt x="403" y="47"/>
                    <a:pt x="401" y="47"/>
                  </a:cubicBezTo>
                  <a:cubicBezTo>
                    <a:pt x="398" y="46"/>
                    <a:pt x="395" y="46"/>
                    <a:pt x="392" y="45"/>
                  </a:cubicBezTo>
                  <a:cubicBezTo>
                    <a:pt x="389" y="43"/>
                    <a:pt x="386" y="42"/>
                    <a:pt x="382" y="41"/>
                  </a:cubicBezTo>
                  <a:cubicBezTo>
                    <a:pt x="377" y="39"/>
                    <a:pt x="372" y="36"/>
                    <a:pt x="368" y="32"/>
                  </a:cubicBezTo>
                  <a:cubicBezTo>
                    <a:pt x="365" y="30"/>
                    <a:pt x="365" y="30"/>
                    <a:pt x="365" y="30"/>
                  </a:cubicBezTo>
                  <a:cubicBezTo>
                    <a:pt x="363" y="29"/>
                    <a:pt x="361" y="28"/>
                    <a:pt x="359" y="26"/>
                  </a:cubicBezTo>
                  <a:cubicBezTo>
                    <a:pt x="359" y="25"/>
                    <a:pt x="359" y="25"/>
                    <a:pt x="359" y="24"/>
                  </a:cubicBezTo>
                  <a:cubicBezTo>
                    <a:pt x="358" y="23"/>
                    <a:pt x="358" y="23"/>
                    <a:pt x="357" y="22"/>
                  </a:cubicBezTo>
                  <a:cubicBezTo>
                    <a:pt x="356" y="22"/>
                    <a:pt x="355" y="21"/>
                    <a:pt x="354" y="21"/>
                  </a:cubicBezTo>
                  <a:cubicBezTo>
                    <a:pt x="353" y="21"/>
                    <a:pt x="353" y="21"/>
                    <a:pt x="352" y="21"/>
                  </a:cubicBezTo>
                  <a:cubicBezTo>
                    <a:pt x="351" y="21"/>
                    <a:pt x="351" y="21"/>
                    <a:pt x="351" y="21"/>
                  </a:cubicBezTo>
                  <a:cubicBezTo>
                    <a:pt x="350" y="20"/>
                    <a:pt x="348" y="20"/>
                    <a:pt x="347" y="20"/>
                  </a:cubicBezTo>
                  <a:cubicBezTo>
                    <a:pt x="345" y="20"/>
                    <a:pt x="344" y="21"/>
                    <a:pt x="343" y="22"/>
                  </a:cubicBezTo>
                  <a:cubicBezTo>
                    <a:pt x="342" y="22"/>
                    <a:pt x="342" y="22"/>
                    <a:pt x="341" y="23"/>
                  </a:cubicBezTo>
                  <a:cubicBezTo>
                    <a:pt x="339" y="24"/>
                    <a:pt x="336" y="26"/>
                    <a:pt x="334" y="27"/>
                  </a:cubicBezTo>
                  <a:cubicBezTo>
                    <a:pt x="334" y="27"/>
                    <a:pt x="334" y="27"/>
                    <a:pt x="333" y="27"/>
                  </a:cubicBezTo>
                  <a:cubicBezTo>
                    <a:pt x="331" y="27"/>
                    <a:pt x="328" y="25"/>
                    <a:pt x="326" y="24"/>
                  </a:cubicBezTo>
                  <a:cubicBezTo>
                    <a:pt x="325" y="23"/>
                    <a:pt x="325" y="23"/>
                    <a:pt x="325" y="23"/>
                  </a:cubicBezTo>
                  <a:cubicBezTo>
                    <a:pt x="322" y="22"/>
                    <a:pt x="321" y="21"/>
                    <a:pt x="320" y="18"/>
                  </a:cubicBezTo>
                  <a:cubicBezTo>
                    <a:pt x="320" y="17"/>
                    <a:pt x="320" y="17"/>
                    <a:pt x="320" y="17"/>
                  </a:cubicBezTo>
                  <a:cubicBezTo>
                    <a:pt x="319" y="17"/>
                    <a:pt x="319" y="17"/>
                    <a:pt x="319" y="17"/>
                  </a:cubicBezTo>
                  <a:cubicBezTo>
                    <a:pt x="318" y="14"/>
                    <a:pt x="319" y="12"/>
                    <a:pt x="320" y="9"/>
                  </a:cubicBezTo>
                  <a:cubicBezTo>
                    <a:pt x="321" y="7"/>
                    <a:pt x="321" y="6"/>
                    <a:pt x="321" y="5"/>
                  </a:cubicBezTo>
                  <a:cubicBezTo>
                    <a:pt x="320" y="4"/>
                    <a:pt x="319" y="3"/>
                    <a:pt x="317" y="3"/>
                  </a:cubicBezTo>
                  <a:cubicBezTo>
                    <a:pt x="316" y="2"/>
                    <a:pt x="316" y="2"/>
                    <a:pt x="316" y="2"/>
                  </a:cubicBezTo>
                  <a:cubicBezTo>
                    <a:pt x="312" y="1"/>
                    <a:pt x="307" y="0"/>
                    <a:pt x="303" y="0"/>
                  </a:cubicBezTo>
                  <a:cubicBezTo>
                    <a:pt x="302" y="0"/>
                    <a:pt x="301" y="0"/>
                    <a:pt x="300" y="0"/>
                  </a:cubicBezTo>
                  <a:cubicBezTo>
                    <a:pt x="294" y="1"/>
                    <a:pt x="288" y="4"/>
                    <a:pt x="283" y="7"/>
                  </a:cubicBezTo>
                  <a:cubicBezTo>
                    <a:pt x="281" y="8"/>
                    <a:pt x="279" y="9"/>
                    <a:pt x="277" y="11"/>
                  </a:cubicBezTo>
                  <a:cubicBezTo>
                    <a:pt x="275" y="13"/>
                    <a:pt x="273" y="15"/>
                    <a:pt x="271" y="16"/>
                  </a:cubicBezTo>
                  <a:cubicBezTo>
                    <a:pt x="267" y="18"/>
                    <a:pt x="267" y="18"/>
                    <a:pt x="267" y="18"/>
                  </a:cubicBezTo>
                  <a:cubicBezTo>
                    <a:pt x="263" y="20"/>
                    <a:pt x="259" y="22"/>
                    <a:pt x="256" y="24"/>
                  </a:cubicBezTo>
                  <a:cubicBezTo>
                    <a:pt x="255" y="24"/>
                    <a:pt x="255" y="24"/>
                    <a:pt x="255" y="24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3" y="27"/>
                    <a:pt x="250" y="31"/>
                    <a:pt x="248" y="31"/>
                  </a:cubicBezTo>
                  <a:cubicBezTo>
                    <a:pt x="248" y="31"/>
                    <a:pt x="248" y="31"/>
                    <a:pt x="247" y="31"/>
                  </a:cubicBezTo>
                  <a:cubicBezTo>
                    <a:pt x="247" y="31"/>
                    <a:pt x="246" y="31"/>
                    <a:pt x="245" y="31"/>
                  </a:cubicBezTo>
                  <a:cubicBezTo>
                    <a:pt x="245" y="31"/>
                    <a:pt x="244" y="31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3" y="31"/>
                    <a:pt x="243" y="31"/>
                    <a:pt x="243" y="31"/>
                  </a:cubicBezTo>
                  <a:cubicBezTo>
                    <a:pt x="242" y="31"/>
                    <a:pt x="242" y="31"/>
                    <a:pt x="241" y="32"/>
                  </a:cubicBezTo>
                  <a:cubicBezTo>
                    <a:pt x="241" y="33"/>
                    <a:pt x="241" y="33"/>
                    <a:pt x="240" y="34"/>
                  </a:cubicBezTo>
                  <a:cubicBezTo>
                    <a:pt x="240" y="34"/>
                    <a:pt x="239" y="34"/>
                    <a:pt x="239" y="35"/>
                  </a:cubicBezTo>
                  <a:cubicBezTo>
                    <a:pt x="238" y="35"/>
                    <a:pt x="237" y="36"/>
                    <a:pt x="237" y="36"/>
                  </a:cubicBezTo>
                  <a:cubicBezTo>
                    <a:pt x="237" y="37"/>
                    <a:pt x="236" y="37"/>
                    <a:pt x="236" y="37"/>
                  </a:cubicBezTo>
                  <a:cubicBezTo>
                    <a:pt x="235" y="38"/>
                    <a:pt x="235" y="39"/>
                    <a:pt x="233" y="39"/>
                  </a:cubicBezTo>
                  <a:cubicBezTo>
                    <a:pt x="232" y="39"/>
                    <a:pt x="231" y="39"/>
                    <a:pt x="230" y="39"/>
                  </a:cubicBezTo>
                  <a:cubicBezTo>
                    <a:pt x="226" y="39"/>
                    <a:pt x="225" y="38"/>
                    <a:pt x="224" y="37"/>
                  </a:cubicBezTo>
                  <a:cubicBezTo>
                    <a:pt x="223" y="36"/>
                    <a:pt x="222" y="33"/>
                    <a:pt x="221" y="30"/>
                  </a:cubicBezTo>
                  <a:cubicBezTo>
                    <a:pt x="221" y="29"/>
                    <a:pt x="221" y="29"/>
                    <a:pt x="221" y="29"/>
                  </a:cubicBezTo>
                  <a:cubicBezTo>
                    <a:pt x="219" y="29"/>
                    <a:pt x="219" y="29"/>
                    <a:pt x="219" y="29"/>
                  </a:cubicBezTo>
                  <a:cubicBezTo>
                    <a:pt x="219" y="29"/>
                    <a:pt x="219" y="29"/>
                    <a:pt x="218" y="29"/>
                  </a:cubicBezTo>
                  <a:cubicBezTo>
                    <a:pt x="218" y="29"/>
                    <a:pt x="217" y="29"/>
                    <a:pt x="217" y="29"/>
                  </a:cubicBezTo>
                  <a:cubicBezTo>
                    <a:pt x="214" y="28"/>
                    <a:pt x="211" y="26"/>
                    <a:pt x="210" y="25"/>
                  </a:cubicBezTo>
                  <a:cubicBezTo>
                    <a:pt x="209" y="25"/>
                    <a:pt x="208" y="24"/>
                    <a:pt x="207" y="22"/>
                  </a:cubicBezTo>
                  <a:cubicBezTo>
                    <a:pt x="207" y="22"/>
                    <a:pt x="206" y="21"/>
                    <a:pt x="206" y="20"/>
                  </a:cubicBezTo>
                  <a:cubicBezTo>
                    <a:pt x="205" y="19"/>
                    <a:pt x="203" y="18"/>
                    <a:pt x="202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200" y="19"/>
                    <a:pt x="200" y="19"/>
                    <a:pt x="200" y="19"/>
                  </a:cubicBezTo>
                  <a:cubicBezTo>
                    <a:pt x="199" y="20"/>
                    <a:pt x="199" y="21"/>
                    <a:pt x="199" y="25"/>
                  </a:cubicBezTo>
                  <a:cubicBezTo>
                    <a:pt x="200" y="25"/>
                    <a:pt x="200" y="26"/>
                    <a:pt x="200" y="26"/>
                  </a:cubicBezTo>
                  <a:cubicBezTo>
                    <a:pt x="200" y="29"/>
                    <a:pt x="199" y="32"/>
                    <a:pt x="198" y="33"/>
                  </a:cubicBezTo>
                  <a:cubicBezTo>
                    <a:pt x="197" y="34"/>
                    <a:pt x="196" y="34"/>
                    <a:pt x="196" y="34"/>
                  </a:cubicBezTo>
                  <a:cubicBezTo>
                    <a:pt x="195" y="34"/>
                    <a:pt x="193" y="33"/>
                    <a:pt x="193" y="32"/>
                  </a:cubicBezTo>
                  <a:cubicBezTo>
                    <a:pt x="192" y="32"/>
                    <a:pt x="192" y="31"/>
                    <a:pt x="191" y="31"/>
                  </a:cubicBezTo>
                  <a:cubicBezTo>
                    <a:pt x="191" y="31"/>
                    <a:pt x="190" y="31"/>
                    <a:pt x="189" y="31"/>
                  </a:cubicBezTo>
                  <a:cubicBezTo>
                    <a:pt x="189" y="31"/>
                    <a:pt x="188" y="31"/>
                    <a:pt x="187" y="31"/>
                  </a:cubicBezTo>
                  <a:cubicBezTo>
                    <a:pt x="185" y="33"/>
                    <a:pt x="183" y="37"/>
                    <a:pt x="183" y="39"/>
                  </a:cubicBezTo>
                  <a:cubicBezTo>
                    <a:pt x="183" y="40"/>
                    <a:pt x="184" y="41"/>
                    <a:pt x="185" y="42"/>
                  </a:cubicBezTo>
                  <a:cubicBezTo>
                    <a:pt x="185" y="43"/>
                    <a:pt x="186" y="44"/>
                    <a:pt x="186" y="45"/>
                  </a:cubicBezTo>
                  <a:cubicBezTo>
                    <a:pt x="186" y="47"/>
                    <a:pt x="185" y="48"/>
                    <a:pt x="183" y="49"/>
                  </a:cubicBezTo>
                  <a:cubicBezTo>
                    <a:pt x="182" y="49"/>
                    <a:pt x="181" y="50"/>
                    <a:pt x="181" y="51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1" y="53"/>
                    <a:pt x="182" y="54"/>
                    <a:pt x="183" y="55"/>
                  </a:cubicBezTo>
                  <a:cubicBezTo>
                    <a:pt x="184" y="55"/>
                    <a:pt x="184" y="56"/>
                    <a:pt x="185" y="56"/>
                  </a:cubicBezTo>
                  <a:cubicBezTo>
                    <a:pt x="186" y="58"/>
                    <a:pt x="186" y="60"/>
                    <a:pt x="186" y="62"/>
                  </a:cubicBezTo>
                  <a:cubicBezTo>
                    <a:pt x="186" y="63"/>
                    <a:pt x="186" y="63"/>
                    <a:pt x="186" y="63"/>
                  </a:cubicBezTo>
                  <a:cubicBezTo>
                    <a:pt x="187" y="66"/>
                    <a:pt x="187" y="68"/>
                    <a:pt x="185" y="70"/>
                  </a:cubicBezTo>
                  <a:cubicBezTo>
                    <a:pt x="184" y="72"/>
                    <a:pt x="183" y="72"/>
                    <a:pt x="181" y="72"/>
                  </a:cubicBezTo>
                  <a:cubicBezTo>
                    <a:pt x="180" y="72"/>
                    <a:pt x="178" y="72"/>
                    <a:pt x="177" y="72"/>
                  </a:cubicBezTo>
                  <a:cubicBezTo>
                    <a:pt x="177" y="72"/>
                    <a:pt x="176" y="72"/>
                    <a:pt x="175" y="72"/>
                  </a:cubicBezTo>
                  <a:cubicBezTo>
                    <a:pt x="174" y="72"/>
                    <a:pt x="173" y="72"/>
                    <a:pt x="173" y="72"/>
                  </a:cubicBezTo>
                  <a:cubicBezTo>
                    <a:pt x="171" y="72"/>
                    <a:pt x="170" y="73"/>
                    <a:pt x="169" y="74"/>
                  </a:cubicBezTo>
                  <a:cubicBezTo>
                    <a:pt x="168" y="75"/>
                    <a:pt x="168" y="75"/>
                    <a:pt x="168" y="75"/>
                  </a:cubicBezTo>
                  <a:cubicBezTo>
                    <a:pt x="167" y="75"/>
                    <a:pt x="166" y="76"/>
                    <a:pt x="165" y="77"/>
                  </a:cubicBezTo>
                  <a:cubicBezTo>
                    <a:pt x="165" y="77"/>
                    <a:pt x="163" y="78"/>
                    <a:pt x="163" y="78"/>
                  </a:cubicBezTo>
                  <a:cubicBezTo>
                    <a:pt x="163" y="80"/>
                    <a:pt x="163" y="80"/>
                    <a:pt x="163" y="80"/>
                  </a:cubicBezTo>
                  <a:cubicBezTo>
                    <a:pt x="163" y="80"/>
                    <a:pt x="163" y="81"/>
                    <a:pt x="163" y="82"/>
                  </a:cubicBezTo>
                  <a:cubicBezTo>
                    <a:pt x="163" y="83"/>
                    <a:pt x="163" y="85"/>
                    <a:pt x="163" y="86"/>
                  </a:cubicBezTo>
                  <a:cubicBezTo>
                    <a:pt x="162" y="87"/>
                    <a:pt x="162" y="88"/>
                    <a:pt x="162" y="89"/>
                  </a:cubicBezTo>
                  <a:cubicBezTo>
                    <a:pt x="162" y="89"/>
                    <a:pt x="161" y="90"/>
                    <a:pt x="161" y="90"/>
                  </a:cubicBezTo>
                  <a:cubicBezTo>
                    <a:pt x="160" y="92"/>
                    <a:pt x="160" y="94"/>
                    <a:pt x="159" y="96"/>
                  </a:cubicBezTo>
                  <a:cubicBezTo>
                    <a:pt x="159" y="99"/>
                    <a:pt x="161" y="100"/>
                    <a:pt x="162" y="102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70" y="111"/>
                    <a:pt x="171" y="118"/>
                    <a:pt x="167" y="125"/>
                  </a:cubicBezTo>
                  <a:cubicBezTo>
                    <a:pt x="164" y="128"/>
                    <a:pt x="161" y="132"/>
                    <a:pt x="157" y="135"/>
                  </a:cubicBezTo>
                  <a:cubicBezTo>
                    <a:pt x="155" y="136"/>
                    <a:pt x="155" y="137"/>
                    <a:pt x="154" y="138"/>
                  </a:cubicBezTo>
                  <a:cubicBezTo>
                    <a:pt x="154" y="139"/>
                    <a:pt x="154" y="139"/>
                    <a:pt x="155" y="140"/>
                  </a:cubicBezTo>
                  <a:cubicBezTo>
                    <a:pt x="156" y="142"/>
                    <a:pt x="158" y="143"/>
                    <a:pt x="159" y="144"/>
                  </a:cubicBezTo>
                  <a:cubicBezTo>
                    <a:pt x="163" y="146"/>
                    <a:pt x="166" y="148"/>
                    <a:pt x="164" y="152"/>
                  </a:cubicBezTo>
                  <a:cubicBezTo>
                    <a:pt x="164" y="153"/>
                    <a:pt x="163" y="154"/>
                    <a:pt x="163" y="155"/>
                  </a:cubicBezTo>
                  <a:cubicBezTo>
                    <a:pt x="161" y="157"/>
                    <a:pt x="160" y="160"/>
                    <a:pt x="161" y="163"/>
                  </a:cubicBezTo>
                  <a:cubicBezTo>
                    <a:pt x="161" y="164"/>
                    <a:pt x="161" y="164"/>
                    <a:pt x="161" y="164"/>
                  </a:cubicBezTo>
                  <a:cubicBezTo>
                    <a:pt x="162" y="168"/>
                    <a:pt x="163" y="170"/>
                    <a:pt x="160" y="172"/>
                  </a:cubicBezTo>
                  <a:cubicBezTo>
                    <a:pt x="158" y="173"/>
                    <a:pt x="156" y="174"/>
                    <a:pt x="154" y="175"/>
                  </a:cubicBezTo>
                  <a:cubicBezTo>
                    <a:pt x="153" y="176"/>
                    <a:pt x="151" y="176"/>
                    <a:pt x="150" y="177"/>
                  </a:cubicBezTo>
                  <a:cubicBezTo>
                    <a:pt x="148" y="178"/>
                    <a:pt x="147" y="179"/>
                    <a:pt x="145" y="181"/>
                  </a:cubicBezTo>
                  <a:cubicBezTo>
                    <a:pt x="142" y="183"/>
                    <a:pt x="139" y="186"/>
                    <a:pt x="135" y="186"/>
                  </a:cubicBezTo>
                  <a:cubicBezTo>
                    <a:pt x="134" y="186"/>
                    <a:pt x="133" y="186"/>
                    <a:pt x="132" y="186"/>
                  </a:cubicBezTo>
                  <a:cubicBezTo>
                    <a:pt x="131" y="185"/>
                    <a:pt x="129" y="184"/>
                    <a:pt x="128" y="184"/>
                  </a:cubicBezTo>
                  <a:cubicBezTo>
                    <a:pt x="126" y="183"/>
                    <a:pt x="124" y="181"/>
                    <a:pt x="122" y="181"/>
                  </a:cubicBezTo>
                  <a:cubicBezTo>
                    <a:pt x="121" y="181"/>
                    <a:pt x="119" y="181"/>
                    <a:pt x="117" y="181"/>
                  </a:cubicBezTo>
                  <a:cubicBezTo>
                    <a:pt x="116" y="181"/>
                    <a:pt x="115" y="181"/>
                    <a:pt x="114" y="181"/>
                  </a:cubicBezTo>
                  <a:cubicBezTo>
                    <a:pt x="113" y="181"/>
                    <a:pt x="112" y="181"/>
                    <a:pt x="111" y="181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1"/>
                    <a:pt x="104" y="181"/>
                    <a:pt x="101" y="181"/>
                  </a:cubicBezTo>
                  <a:cubicBezTo>
                    <a:pt x="100" y="181"/>
                    <a:pt x="100" y="181"/>
                    <a:pt x="100" y="181"/>
                  </a:cubicBezTo>
                  <a:cubicBezTo>
                    <a:pt x="98" y="180"/>
                    <a:pt x="96" y="180"/>
                    <a:pt x="94" y="180"/>
                  </a:cubicBezTo>
                  <a:cubicBezTo>
                    <a:pt x="92" y="180"/>
                    <a:pt x="92" y="180"/>
                    <a:pt x="92" y="180"/>
                  </a:cubicBezTo>
                  <a:cubicBezTo>
                    <a:pt x="91" y="180"/>
                    <a:pt x="90" y="180"/>
                    <a:pt x="90" y="180"/>
                  </a:cubicBezTo>
                  <a:cubicBezTo>
                    <a:pt x="88" y="180"/>
                    <a:pt x="87" y="180"/>
                    <a:pt x="86" y="181"/>
                  </a:cubicBezTo>
                  <a:cubicBezTo>
                    <a:pt x="85" y="181"/>
                    <a:pt x="83" y="182"/>
                    <a:pt x="82" y="184"/>
                  </a:cubicBezTo>
                  <a:cubicBezTo>
                    <a:pt x="82" y="184"/>
                    <a:pt x="81" y="185"/>
                    <a:pt x="80" y="185"/>
                  </a:cubicBezTo>
                  <a:cubicBezTo>
                    <a:pt x="80" y="186"/>
                    <a:pt x="79" y="187"/>
                    <a:pt x="78" y="188"/>
                  </a:cubicBezTo>
                  <a:cubicBezTo>
                    <a:pt x="77" y="189"/>
                    <a:pt x="76" y="190"/>
                    <a:pt x="74" y="191"/>
                  </a:cubicBezTo>
                  <a:cubicBezTo>
                    <a:pt x="73" y="191"/>
                    <a:pt x="72" y="192"/>
                    <a:pt x="72" y="192"/>
                  </a:cubicBezTo>
                  <a:cubicBezTo>
                    <a:pt x="70" y="192"/>
                    <a:pt x="69" y="190"/>
                    <a:pt x="67" y="189"/>
                  </a:cubicBezTo>
                  <a:cubicBezTo>
                    <a:pt x="66" y="188"/>
                    <a:pt x="65" y="187"/>
                    <a:pt x="63" y="187"/>
                  </a:cubicBezTo>
                  <a:cubicBezTo>
                    <a:pt x="62" y="187"/>
                    <a:pt x="62" y="187"/>
                    <a:pt x="62" y="187"/>
                  </a:cubicBezTo>
                  <a:cubicBezTo>
                    <a:pt x="62" y="187"/>
                    <a:pt x="62" y="187"/>
                    <a:pt x="62" y="187"/>
                  </a:cubicBezTo>
                  <a:cubicBezTo>
                    <a:pt x="61" y="187"/>
                    <a:pt x="60" y="188"/>
                    <a:pt x="59" y="188"/>
                  </a:cubicBezTo>
                  <a:cubicBezTo>
                    <a:pt x="58" y="189"/>
                    <a:pt x="57" y="189"/>
                    <a:pt x="57" y="190"/>
                  </a:cubicBezTo>
                  <a:cubicBezTo>
                    <a:pt x="54" y="191"/>
                    <a:pt x="52" y="191"/>
                    <a:pt x="50" y="191"/>
                  </a:cubicBezTo>
                  <a:cubicBezTo>
                    <a:pt x="44" y="191"/>
                    <a:pt x="40" y="192"/>
                    <a:pt x="36" y="195"/>
                  </a:cubicBezTo>
                  <a:cubicBezTo>
                    <a:pt x="35" y="196"/>
                    <a:pt x="33" y="197"/>
                    <a:pt x="33" y="197"/>
                  </a:cubicBezTo>
                  <a:cubicBezTo>
                    <a:pt x="31" y="199"/>
                    <a:pt x="29" y="200"/>
                    <a:pt x="27" y="202"/>
                  </a:cubicBezTo>
                  <a:cubicBezTo>
                    <a:pt x="27" y="202"/>
                    <a:pt x="27" y="202"/>
                    <a:pt x="27" y="202"/>
                  </a:cubicBezTo>
                  <a:cubicBezTo>
                    <a:pt x="25" y="203"/>
                    <a:pt x="24" y="204"/>
                    <a:pt x="23" y="206"/>
                  </a:cubicBezTo>
                  <a:cubicBezTo>
                    <a:pt x="22" y="207"/>
                    <a:pt x="22" y="208"/>
                    <a:pt x="22" y="209"/>
                  </a:cubicBezTo>
                  <a:cubicBezTo>
                    <a:pt x="21" y="210"/>
                    <a:pt x="21" y="212"/>
                    <a:pt x="20" y="213"/>
                  </a:cubicBezTo>
                  <a:cubicBezTo>
                    <a:pt x="19" y="215"/>
                    <a:pt x="17" y="216"/>
                    <a:pt x="15" y="217"/>
                  </a:cubicBezTo>
                  <a:cubicBezTo>
                    <a:pt x="13" y="218"/>
                    <a:pt x="11" y="220"/>
                    <a:pt x="10" y="222"/>
                  </a:cubicBezTo>
                  <a:cubicBezTo>
                    <a:pt x="9" y="223"/>
                    <a:pt x="9" y="223"/>
                    <a:pt x="9" y="223"/>
                  </a:cubicBezTo>
                  <a:cubicBezTo>
                    <a:pt x="7" y="226"/>
                    <a:pt x="4" y="230"/>
                    <a:pt x="2" y="233"/>
                  </a:cubicBezTo>
                  <a:cubicBezTo>
                    <a:pt x="0" y="237"/>
                    <a:pt x="0" y="242"/>
                    <a:pt x="0" y="248"/>
                  </a:cubicBezTo>
                  <a:cubicBezTo>
                    <a:pt x="0" y="249"/>
                    <a:pt x="0" y="253"/>
                    <a:pt x="0" y="253"/>
                  </a:cubicBezTo>
                  <a:cubicBezTo>
                    <a:pt x="3" y="252"/>
                    <a:pt x="3" y="252"/>
                    <a:pt x="3" y="252"/>
                  </a:cubicBezTo>
                  <a:cubicBezTo>
                    <a:pt x="7" y="250"/>
                    <a:pt x="13" y="249"/>
                    <a:pt x="15" y="249"/>
                  </a:cubicBezTo>
                  <a:cubicBezTo>
                    <a:pt x="16" y="249"/>
                    <a:pt x="16" y="249"/>
                    <a:pt x="16" y="249"/>
                  </a:cubicBezTo>
                  <a:cubicBezTo>
                    <a:pt x="16" y="248"/>
                    <a:pt x="16" y="248"/>
                    <a:pt x="16" y="248"/>
                  </a:cubicBezTo>
                  <a:cubicBezTo>
                    <a:pt x="18" y="247"/>
                    <a:pt x="21" y="245"/>
                    <a:pt x="24" y="245"/>
                  </a:cubicBezTo>
                  <a:cubicBezTo>
                    <a:pt x="24" y="245"/>
                    <a:pt x="24" y="245"/>
                    <a:pt x="24" y="245"/>
                  </a:cubicBezTo>
                  <a:cubicBezTo>
                    <a:pt x="26" y="246"/>
                    <a:pt x="27" y="247"/>
                    <a:pt x="28" y="247"/>
                  </a:cubicBezTo>
                  <a:cubicBezTo>
                    <a:pt x="29" y="248"/>
                    <a:pt x="30" y="249"/>
                    <a:pt x="32" y="249"/>
                  </a:cubicBezTo>
                  <a:cubicBezTo>
                    <a:pt x="33" y="249"/>
                    <a:pt x="33" y="249"/>
                    <a:pt x="33" y="249"/>
                  </a:cubicBezTo>
                  <a:cubicBezTo>
                    <a:pt x="34" y="249"/>
                    <a:pt x="35" y="249"/>
                    <a:pt x="36" y="249"/>
                  </a:cubicBezTo>
                  <a:cubicBezTo>
                    <a:pt x="37" y="249"/>
                    <a:pt x="38" y="249"/>
                    <a:pt x="39" y="249"/>
                  </a:cubicBezTo>
                  <a:cubicBezTo>
                    <a:pt x="41" y="249"/>
                    <a:pt x="42" y="249"/>
                    <a:pt x="43" y="249"/>
                  </a:cubicBezTo>
                  <a:cubicBezTo>
                    <a:pt x="44" y="250"/>
                    <a:pt x="45" y="250"/>
                    <a:pt x="46" y="250"/>
                  </a:cubicBezTo>
                  <a:cubicBezTo>
                    <a:pt x="48" y="251"/>
                    <a:pt x="50" y="252"/>
                    <a:pt x="53" y="252"/>
                  </a:cubicBezTo>
                  <a:cubicBezTo>
                    <a:pt x="54" y="252"/>
                    <a:pt x="55" y="252"/>
                    <a:pt x="56" y="252"/>
                  </a:cubicBezTo>
                  <a:cubicBezTo>
                    <a:pt x="58" y="252"/>
                    <a:pt x="60" y="252"/>
                    <a:pt x="62" y="252"/>
                  </a:cubicBezTo>
                  <a:cubicBezTo>
                    <a:pt x="69" y="252"/>
                    <a:pt x="72" y="253"/>
                    <a:pt x="73" y="255"/>
                  </a:cubicBezTo>
                  <a:cubicBezTo>
                    <a:pt x="74" y="257"/>
                    <a:pt x="74" y="258"/>
                    <a:pt x="74" y="260"/>
                  </a:cubicBezTo>
                  <a:cubicBezTo>
                    <a:pt x="74" y="262"/>
                    <a:pt x="74" y="265"/>
                    <a:pt x="76" y="267"/>
                  </a:cubicBezTo>
                  <a:cubicBezTo>
                    <a:pt x="76" y="267"/>
                    <a:pt x="77" y="268"/>
                    <a:pt x="77" y="268"/>
                  </a:cubicBezTo>
                  <a:cubicBezTo>
                    <a:pt x="78" y="269"/>
                    <a:pt x="78" y="269"/>
                    <a:pt x="78" y="269"/>
                  </a:cubicBezTo>
                  <a:cubicBezTo>
                    <a:pt x="79" y="268"/>
                    <a:pt x="79" y="268"/>
                    <a:pt x="79" y="268"/>
                  </a:cubicBezTo>
                  <a:cubicBezTo>
                    <a:pt x="80" y="268"/>
                    <a:pt x="80" y="268"/>
                    <a:pt x="80" y="267"/>
                  </a:cubicBezTo>
                  <a:cubicBezTo>
                    <a:pt x="81" y="267"/>
                    <a:pt x="82" y="266"/>
                    <a:pt x="84" y="266"/>
                  </a:cubicBezTo>
                  <a:cubicBezTo>
                    <a:pt x="84" y="266"/>
                    <a:pt x="84" y="266"/>
                    <a:pt x="84" y="266"/>
                  </a:cubicBezTo>
                  <a:cubicBezTo>
                    <a:pt x="85" y="267"/>
                    <a:pt x="85" y="268"/>
                    <a:pt x="86" y="269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8" y="271"/>
                    <a:pt x="88" y="271"/>
                    <a:pt x="88" y="271"/>
                  </a:cubicBezTo>
                  <a:cubicBezTo>
                    <a:pt x="90" y="271"/>
                    <a:pt x="91" y="269"/>
                    <a:pt x="93" y="267"/>
                  </a:cubicBezTo>
                  <a:cubicBezTo>
                    <a:pt x="93" y="266"/>
                    <a:pt x="93" y="266"/>
                    <a:pt x="93" y="266"/>
                  </a:cubicBezTo>
                  <a:cubicBezTo>
                    <a:pt x="96" y="264"/>
                    <a:pt x="96" y="264"/>
                    <a:pt x="99" y="263"/>
                  </a:cubicBezTo>
                  <a:cubicBezTo>
                    <a:pt x="101" y="263"/>
                    <a:pt x="101" y="263"/>
                    <a:pt x="101" y="263"/>
                  </a:cubicBezTo>
                  <a:cubicBezTo>
                    <a:pt x="102" y="263"/>
                    <a:pt x="103" y="262"/>
                    <a:pt x="104" y="262"/>
                  </a:cubicBezTo>
                  <a:cubicBezTo>
                    <a:pt x="106" y="261"/>
                    <a:pt x="108" y="261"/>
                    <a:pt x="110" y="261"/>
                  </a:cubicBezTo>
                  <a:cubicBezTo>
                    <a:pt x="111" y="261"/>
                    <a:pt x="112" y="261"/>
                    <a:pt x="113" y="260"/>
                  </a:cubicBezTo>
                  <a:cubicBezTo>
                    <a:pt x="113" y="260"/>
                    <a:pt x="113" y="260"/>
                    <a:pt x="113" y="260"/>
                  </a:cubicBezTo>
                  <a:cubicBezTo>
                    <a:pt x="115" y="260"/>
                    <a:pt x="117" y="260"/>
                    <a:pt x="119" y="260"/>
                  </a:cubicBezTo>
                  <a:cubicBezTo>
                    <a:pt x="120" y="260"/>
                    <a:pt x="120" y="260"/>
                    <a:pt x="121" y="260"/>
                  </a:cubicBezTo>
                  <a:cubicBezTo>
                    <a:pt x="121" y="261"/>
                    <a:pt x="122" y="262"/>
                    <a:pt x="123" y="262"/>
                  </a:cubicBezTo>
                  <a:cubicBezTo>
                    <a:pt x="123" y="262"/>
                    <a:pt x="124" y="262"/>
                    <a:pt x="124" y="262"/>
                  </a:cubicBezTo>
                  <a:cubicBezTo>
                    <a:pt x="126" y="262"/>
                    <a:pt x="128" y="262"/>
                    <a:pt x="130" y="261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133" y="260"/>
                    <a:pt x="134" y="259"/>
                    <a:pt x="136" y="259"/>
                  </a:cubicBezTo>
                  <a:cubicBezTo>
                    <a:pt x="137" y="259"/>
                    <a:pt x="138" y="259"/>
                    <a:pt x="139" y="259"/>
                  </a:cubicBezTo>
                  <a:cubicBezTo>
                    <a:pt x="140" y="260"/>
                    <a:pt x="141" y="260"/>
                    <a:pt x="142" y="260"/>
                  </a:cubicBezTo>
                  <a:cubicBezTo>
                    <a:pt x="143" y="260"/>
                    <a:pt x="144" y="260"/>
                    <a:pt x="145" y="259"/>
                  </a:cubicBezTo>
                  <a:cubicBezTo>
                    <a:pt x="146" y="259"/>
                    <a:pt x="147" y="259"/>
                    <a:pt x="147" y="258"/>
                  </a:cubicBezTo>
                  <a:cubicBezTo>
                    <a:pt x="148" y="258"/>
                    <a:pt x="149" y="257"/>
                    <a:pt x="150" y="257"/>
                  </a:cubicBezTo>
                  <a:cubicBezTo>
                    <a:pt x="150" y="257"/>
                    <a:pt x="151" y="257"/>
                    <a:pt x="151" y="258"/>
                  </a:cubicBezTo>
                  <a:cubicBezTo>
                    <a:pt x="152" y="258"/>
                    <a:pt x="152" y="259"/>
                    <a:pt x="153" y="260"/>
                  </a:cubicBezTo>
                  <a:cubicBezTo>
                    <a:pt x="153" y="261"/>
                    <a:pt x="154" y="262"/>
                    <a:pt x="155" y="263"/>
                  </a:cubicBezTo>
                  <a:cubicBezTo>
                    <a:pt x="156" y="263"/>
                    <a:pt x="156" y="264"/>
                    <a:pt x="157" y="264"/>
                  </a:cubicBezTo>
                  <a:cubicBezTo>
                    <a:pt x="158" y="264"/>
                    <a:pt x="158" y="264"/>
                    <a:pt x="159" y="267"/>
                  </a:cubicBezTo>
                  <a:cubicBezTo>
                    <a:pt x="160" y="269"/>
                    <a:pt x="159" y="271"/>
                    <a:pt x="159" y="273"/>
                  </a:cubicBezTo>
                  <a:cubicBezTo>
                    <a:pt x="158" y="275"/>
                    <a:pt x="158" y="277"/>
                    <a:pt x="159" y="279"/>
                  </a:cubicBezTo>
                  <a:cubicBezTo>
                    <a:pt x="159" y="280"/>
                    <a:pt x="160" y="281"/>
                    <a:pt x="161" y="282"/>
                  </a:cubicBezTo>
                  <a:cubicBezTo>
                    <a:pt x="163" y="284"/>
                    <a:pt x="165" y="285"/>
                    <a:pt x="165" y="287"/>
                  </a:cubicBezTo>
                  <a:cubicBezTo>
                    <a:pt x="165" y="290"/>
                    <a:pt x="164" y="291"/>
                    <a:pt x="163" y="292"/>
                  </a:cubicBezTo>
                  <a:cubicBezTo>
                    <a:pt x="162" y="293"/>
                    <a:pt x="161" y="293"/>
                    <a:pt x="161" y="294"/>
                  </a:cubicBezTo>
                  <a:cubicBezTo>
                    <a:pt x="159" y="298"/>
                    <a:pt x="162" y="303"/>
                    <a:pt x="164" y="307"/>
                  </a:cubicBezTo>
                  <a:cubicBezTo>
                    <a:pt x="164" y="308"/>
                    <a:pt x="164" y="308"/>
                    <a:pt x="164" y="308"/>
                  </a:cubicBezTo>
                  <a:cubicBezTo>
                    <a:pt x="165" y="308"/>
                    <a:pt x="165" y="310"/>
                    <a:pt x="166" y="311"/>
                  </a:cubicBezTo>
                  <a:cubicBezTo>
                    <a:pt x="168" y="316"/>
                    <a:pt x="170" y="319"/>
                    <a:pt x="171" y="320"/>
                  </a:cubicBezTo>
                  <a:cubicBezTo>
                    <a:pt x="172" y="321"/>
                    <a:pt x="173" y="321"/>
                    <a:pt x="175" y="321"/>
                  </a:cubicBezTo>
                  <a:cubicBezTo>
                    <a:pt x="176" y="321"/>
                    <a:pt x="177" y="321"/>
                    <a:pt x="179" y="321"/>
                  </a:cubicBezTo>
                  <a:cubicBezTo>
                    <a:pt x="180" y="320"/>
                    <a:pt x="182" y="320"/>
                    <a:pt x="183" y="320"/>
                  </a:cubicBezTo>
                  <a:cubicBezTo>
                    <a:pt x="185" y="320"/>
                    <a:pt x="187" y="321"/>
                    <a:pt x="189" y="324"/>
                  </a:cubicBezTo>
                  <a:cubicBezTo>
                    <a:pt x="191" y="327"/>
                    <a:pt x="190" y="329"/>
                    <a:pt x="188" y="330"/>
                  </a:cubicBezTo>
                  <a:cubicBezTo>
                    <a:pt x="187" y="331"/>
                    <a:pt x="187" y="331"/>
                    <a:pt x="187" y="332"/>
                  </a:cubicBezTo>
                  <a:cubicBezTo>
                    <a:pt x="183" y="336"/>
                    <a:pt x="183" y="345"/>
                    <a:pt x="183" y="352"/>
                  </a:cubicBezTo>
                  <a:cubicBezTo>
                    <a:pt x="183" y="354"/>
                    <a:pt x="183" y="354"/>
                    <a:pt x="183" y="354"/>
                  </a:cubicBezTo>
                  <a:cubicBezTo>
                    <a:pt x="183" y="356"/>
                    <a:pt x="182" y="358"/>
                    <a:pt x="182" y="359"/>
                  </a:cubicBezTo>
                  <a:cubicBezTo>
                    <a:pt x="181" y="362"/>
                    <a:pt x="180" y="365"/>
                    <a:pt x="181" y="367"/>
                  </a:cubicBezTo>
                  <a:cubicBezTo>
                    <a:pt x="182" y="369"/>
                    <a:pt x="184" y="369"/>
                    <a:pt x="186" y="370"/>
                  </a:cubicBezTo>
                  <a:cubicBezTo>
                    <a:pt x="188" y="371"/>
                    <a:pt x="190" y="372"/>
                    <a:pt x="191" y="374"/>
                  </a:cubicBezTo>
                  <a:cubicBezTo>
                    <a:pt x="192" y="375"/>
                    <a:pt x="192" y="377"/>
                    <a:pt x="192" y="379"/>
                  </a:cubicBezTo>
                  <a:cubicBezTo>
                    <a:pt x="192" y="381"/>
                    <a:pt x="192" y="384"/>
                    <a:pt x="193" y="385"/>
                  </a:cubicBezTo>
                  <a:cubicBezTo>
                    <a:pt x="195" y="388"/>
                    <a:pt x="198" y="389"/>
                    <a:pt x="202" y="390"/>
                  </a:cubicBezTo>
                  <a:cubicBezTo>
                    <a:pt x="203" y="390"/>
                    <a:pt x="205" y="390"/>
                    <a:pt x="206" y="390"/>
                  </a:cubicBezTo>
                  <a:cubicBezTo>
                    <a:pt x="210" y="390"/>
                    <a:pt x="214" y="389"/>
                    <a:pt x="216" y="387"/>
                  </a:cubicBezTo>
                  <a:cubicBezTo>
                    <a:pt x="217" y="387"/>
                    <a:pt x="218" y="385"/>
                    <a:pt x="219" y="384"/>
                  </a:cubicBezTo>
                  <a:cubicBezTo>
                    <a:pt x="220" y="382"/>
                    <a:pt x="222" y="380"/>
                    <a:pt x="224" y="380"/>
                  </a:cubicBezTo>
                  <a:cubicBezTo>
                    <a:pt x="227" y="379"/>
                    <a:pt x="229" y="379"/>
                    <a:pt x="231" y="378"/>
                  </a:cubicBezTo>
                  <a:cubicBezTo>
                    <a:pt x="233" y="378"/>
                    <a:pt x="235" y="378"/>
                    <a:pt x="237" y="378"/>
                  </a:cubicBezTo>
                  <a:cubicBezTo>
                    <a:pt x="242" y="377"/>
                    <a:pt x="248" y="375"/>
                    <a:pt x="254" y="373"/>
                  </a:cubicBezTo>
                  <a:cubicBezTo>
                    <a:pt x="262" y="370"/>
                    <a:pt x="271" y="367"/>
                    <a:pt x="280" y="367"/>
                  </a:cubicBezTo>
                  <a:cubicBezTo>
                    <a:pt x="285" y="367"/>
                    <a:pt x="288" y="365"/>
                    <a:pt x="292" y="363"/>
                  </a:cubicBezTo>
                  <a:cubicBezTo>
                    <a:pt x="293" y="362"/>
                    <a:pt x="295" y="361"/>
                    <a:pt x="297" y="360"/>
                  </a:cubicBezTo>
                  <a:cubicBezTo>
                    <a:pt x="300" y="358"/>
                    <a:pt x="303" y="358"/>
                    <a:pt x="306" y="358"/>
                  </a:cubicBezTo>
                  <a:cubicBezTo>
                    <a:pt x="307" y="358"/>
                    <a:pt x="308" y="358"/>
                    <a:pt x="309" y="358"/>
                  </a:cubicBezTo>
                  <a:cubicBezTo>
                    <a:pt x="310" y="358"/>
                    <a:pt x="311" y="358"/>
                    <a:pt x="312" y="358"/>
                  </a:cubicBezTo>
                  <a:cubicBezTo>
                    <a:pt x="313" y="358"/>
                    <a:pt x="314" y="358"/>
                    <a:pt x="315" y="358"/>
                  </a:cubicBezTo>
                  <a:cubicBezTo>
                    <a:pt x="318" y="358"/>
                    <a:pt x="318" y="358"/>
                    <a:pt x="318" y="358"/>
                  </a:cubicBezTo>
                  <a:cubicBezTo>
                    <a:pt x="320" y="358"/>
                    <a:pt x="322" y="358"/>
                    <a:pt x="323" y="358"/>
                  </a:cubicBezTo>
                  <a:cubicBezTo>
                    <a:pt x="324" y="358"/>
                    <a:pt x="325" y="358"/>
                    <a:pt x="326" y="358"/>
                  </a:cubicBezTo>
                  <a:cubicBezTo>
                    <a:pt x="327" y="358"/>
                    <a:pt x="327" y="358"/>
                    <a:pt x="328" y="358"/>
                  </a:cubicBezTo>
                  <a:cubicBezTo>
                    <a:pt x="330" y="358"/>
                    <a:pt x="331" y="358"/>
                    <a:pt x="333" y="358"/>
                  </a:cubicBezTo>
                  <a:cubicBezTo>
                    <a:pt x="333" y="358"/>
                    <a:pt x="334" y="358"/>
                    <a:pt x="335" y="358"/>
                  </a:cubicBezTo>
                  <a:cubicBezTo>
                    <a:pt x="339" y="358"/>
                    <a:pt x="342" y="356"/>
                    <a:pt x="346" y="354"/>
                  </a:cubicBezTo>
                  <a:cubicBezTo>
                    <a:pt x="348" y="353"/>
                    <a:pt x="350" y="352"/>
                    <a:pt x="352" y="352"/>
                  </a:cubicBezTo>
                  <a:cubicBezTo>
                    <a:pt x="353" y="351"/>
                    <a:pt x="354" y="351"/>
                    <a:pt x="355" y="350"/>
                  </a:cubicBezTo>
                  <a:cubicBezTo>
                    <a:pt x="360" y="349"/>
                    <a:pt x="363" y="348"/>
                    <a:pt x="365" y="343"/>
                  </a:cubicBezTo>
                  <a:cubicBezTo>
                    <a:pt x="366" y="339"/>
                    <a:pt x="368" y="336"/>
                    <a:pt x="369" y="333"/>
                  </a:cubicBezTo>
                  <a:cubicBezTo>
                    <a:pt x="370" y="330"/>
                    <a:pt x="371" y="328"/>
                    <a:pt x="372" y="325"/>
                  </a:cubicBezTo>
                  <a:cubicBezTo>
                    <a:pt x="374" y="319"/>
                    <a:pt x="378" y="315"/>
                    <a:pt x="381" y="311"/>
                  </a:cubicBezTo>
                  <a:cubicBezTo>
                    <a:pt x="383" y="310"/>
                    <a:pt x="383" y="310"/>
                    <a:pt x="383" y="310"/>
                  </a:cubicBezTo>
                  <a:cubicBezTo>
                    <a:pt x="384" y="308"/>
                    <a:pt x="386" y="306"/>
                    <a:pt x="387" y="305"/>
                  </a:cubicBezTo>
                  <a:cubicBezTo>
                    <a:pt x="388" y="305"/>
                    <a:pt x="388" y="305"/>
                    <a:pt x="388" y="305"/>
                  </a:cubicBezTo>
                  <a:cubicBezTo>
                    <a:pt x="389" y="300"/>
                    <a:pt x="389" y="300"/>
                    <a:pt x="389" y="300"/>
                  </a:cubicBezTo>
                  <a:cubicBezTo>
                    <a:pt x="389" y="298"/>
                    <a:pt x="390" y="296"/>
                    <a:pt x="390" y="295"/>
                  </a:cubicBezTo>
                  <a:cubicBezTo>
                    <a:pt x="390" y="294"/>
                    <a:pt x="390" y="293"/>
                    <a:pt x="390" y="291"/>
                  </a:cubicBezTo>
                  <a:cubicBezTo>
                    <a:pt x="390" y="289"/>
                    <a:pt x="390" y="286"/>
                    <a:pt x="392" y="283"/>
                  </a:cubicBezTo>
                  <a:cubicBezTo>
                    <a:pt x="394" y="280"/>
                    <a:pt x="397" y="278"/>
                    <a:pt x="401" y="278"/>
                  </a:cubicBezTo>
                  <a:cubicBezTo>
                    <a:pt x="402" y="278"/>
                    <a:pt x="402" y="278"/>
                    <a:pt x="402" y="278"/>
                  </a:cubicBezTo>
                  <a:cubicBezTo>
                    <a:pt x="406" y="278"/>
                    <a:pt x="408" y="278"/>
                    <a:pt x="410" y="275"/>
                  </a:cubicBezTo>
                  <a:cubicBezTo>
                    <a:pt x="411" y="274"/>
                    <a:pt x="412" y="273"/>
                    <a:pt x="413" y="272"/>
                  </a:cubicBezTo>
                  <a:cubicBezTo>
                    <a:pt x="414" y="270"/>
                    <a:pt x="415" y="268"/>
                    <a:pt x="417" y="267"/>
                  </a:cubicBezTo>
                  <a:cubicBezTo>
                    <a:pt x="420" y="265"/>
                    <a:pt x="420" y="262"/>
                    <a:pt x="421" y="260"/>
                  </a:cubicBezTo>
                  <a:cubicBezTo>
                    <a:pt x="421" y="259"/>
                    <a:pt x="422" y="258"/>
                    <a:pt x="422" y="256"/>
                  </a:cubicBezTo>
                  <a:cubicBezTo>
                    <a:pt x="423" y="253"/>
                    <a:pt x="425" y="251"/>
                    <a:pt x="427" y="249"/>
                  </a:cubicBezTo>
                  <a:cubicBezTo>
                    <a:pt x="430" y="246"/>
                    <a:pt x="432" y="243"/>
                    <a:pt x="432" y="239"/>
                  </a:cubicBezTo>
                  <a:cubicBezTo>
                    <a:pt x="432" y="237"/>
                    <a:pt x="432" y="230"/>
                    <a:pt x="430" y="227"/>
                  </a:cubicBezTo>
                  <a:cubicBezTo>
                    <a:pt x="430" y="225"/>
                    <a:pt x="430" y="225"/>
                    <a:pt x="430" y="225"/>
                  </a:cubicBezTo>
                  <a:cubicBezTo>
                    <a:pt x="428" y="222"/>
                    <a:pt x="426" y="219"/>
                    <a:pt x="423" y="217"/>
                  </a:cubicBezTo>
                  <a:cubicBezTo>
                    <a:pt x="423" y="216"/>
                    <a:pt x="423" y="216"/>
                    <a:pt x="424" y="216"/>
                  </a:cubicBezTo>
                  <a:cubicBezTo>
                    <a:pt x="424" y="215"/>
                    <a:pt x="424" y="215"/>
                    <a:pt x="425" y="215"/>
                  </a:cubicBezTo>
                  <a:cubicBezTo>
                    <a:pt x="426" y="215"/>
                    <a:pt x="428" y="216"/>
                    <a:pt x="429" y="216"/>
                  </a:cubicBezTo>
                  <a:cubicBezTo>
                    <a:pt x="432" y="217"/>
                    <a:pt x="432" y="217"/>
                    <a:pt x="433" y="217"/>
                  </a:cubicBezTo>
                  <a:cubicBezTo>
                    <a:pt x="433" y="217"/>
                    <a:pt x="433" y="217"/>
                    <a:pt x="433" y="217"/>
                  </a:cubicBezTo>
                  <a:cubicBezTo>
                    <a:pt x="433" y="217"/>
                    <a:pt x="434" y="217"/>
                    <a:pt x="434" y="217"/>
                  </a:cubicBezTo>
                  <a:cubicBezTo>
                    <a:pt x="440" y="217"/>
                    <a:pt x="440" y="217"/>
                    <a:pt x="440" y="217"/>
                  </a:cubicBezTo>
                  <a:cubicBezTo>
                    <a:pt x="435" y="213"/>
                    <a:pt x="435" y="213"/>
                    <a:pt x="435" y="213"/>
                  </a:cubicBezTo>
                  <a:cubicBezTo>
                    <a:pt x="434" y="213"/>
                    <a:pt x="433" y="212"/>
                    <a:pt x="433" y="211"/>
                  </a:cubicBezTo>
                  <a:cubicBezTo>
                    <a:pt x="432" y="210"/>
                    <a:pt x="431" y="209"/>
                    <a:pt x="430" y="208"/>
                  </a:cubicBezTo>
                  <a:cubicBezTo>
                    <a:pt x="430" y="206"/>
                    <a:pt x="430" y="204"/>
                    <a:pt x="431" y="203"/>
                  </a:cubicBezTo>
                  <a:cubicBezTo>
                    <a:pt x="431" y="202"/>
                    <a:pt x="431" y="202"/>
                    <a:pt x="431" y="201"/>
                  </a:cubicBezTo>
                  <a:cubicBezTo>
                    <a:pt x="431" y="200"/>
                    <a:pt x="431" y="199"/>
                    <a:pt x="431" y="199"/>
                  </a:cubicBezTo>
                  <a:cubicBezTo>
                    <a:pt x="431" y="199"/>
                    <a:pt x="431" y="199"/>
                    <a:pt x="431" y="199"/>
                  </a:cubicBezTo>
                  <a:cubicBezTo>
                    <a:pt x="431" y="198"/>
                    <a:pt x="431" y="198"/>
                    <a:pt x="431" y="198"/>
                  </a:cubicBezTo>
                  <a:cubicBezTo>
                    <a:pt x="431" y="198"/>
                    <a:pt x="431" y="198"/>
                    <a:pt x="430" y="198"/>
                  </a:cubicBezTo>
                  <a:cubicBezTo>
                    <a:pt x="430" y="197"/>
                    <a:pt x="430" y="197"/>
                    <a:pt x="429" y="196"/>
                  </a:cubicBezTo>
                  <a:cubicBezTo>
                    <a:pt x="429" y="196"/>
                    <a:pt x="426" y="192"/>
                    <a:pt x="428" y="190"/>
                  </a:cubicBezTo>
                  <a:cubicBezTo>
                    <a:pt x="428" y="189"/>
                    <a:pt x="430" y="188"/>
                    <a:pt x="431" y="188"/>
                  </a:cubicBezTo>
                  <a:cubicBezTo>
                    <a:pt x="432" y="188"/>
                    <a:pt x="433" y="187"/>
                    <a:pt x="433" y="187"/>
                  </a:cubicBezTo>
                  <a:cubicBezTo>
                    <a:pt x="435" y="186"/>
                    <a:pt x="437" y="184"/>
                    <a:pt x="438" y="182"/>
                  </a:cubicBezTo>
                  <a:cubicBezTo>
                    <a:pt x="438" y="181"/>
                    <a:pt x="438" y="181"/>
                    <a:pt x="438" y="181"/>
                  </a:cubicBezTo>
                  <a:cubicBezTo>
                    <a:pt x="439" y="180"/>
                    <a:pt x="439" y="179"/>
                    <a:pt x="440" y="179"/>
                  </a:cubicBezTo>
                  <a:cubicBezTo>
                    <a:pt x="440" y="179"/>
                    <a:pt x="440" y="179"/>
                    <a:pt x="440" y="179"/>
                  </a:cubicBezTo>
                  <a:cubicBezTo>
                    <a:pt x="441" y="179"/>
                    <a:pt x="441" y="179"/>
                    <a:pt x="442" y="179"/>
                  </a:cubicBezTo>
                  <a:cubicBezTo>
                    <a:pt x="442" y="179"/>
                    <a:pt x="442" y="179"/>
                    <a:pt x="442" y="179"/>
                  </a:cubicBezTo>
                  <a:cubicBezTo>
                    <a:pt x="443" y="180"/>
                    <a:pt x="444" y="180"/>
                    <a:pt x="445" y="180"/>
                  </a:cubicBezTo>
                  <a:cubicBezTo>
                    <a:pt x="445" y="180"/>
                    <a:pt x="446" y="180"/>
                    <a:pt x="446" y="180"/>
                  </a:cubicBezTo>
                  <a:cubicBezTo>
                    <a:pt x="447" y="180"/>
                    <a:pt x="448" y="179"/>
                    <a:pt x="450" y="178"/>
                  </a:cubicBezTo>
                  <a:cubicBezTo>
                    <a:pt x="451" y="177"/>
                    <a:pt x="451" y="177"/>
                    <a:pt x="451" y="177"/>
                  </a:cubicBezTo>
                  <a:cubicBezTo>
                    <a:pt x="452" y="177"/>
                    <a:pt x="452" y="176"/>
                    <a:pt x="453" y="176"/>
                  </a:cubicBezTo>
                  <a:cubicBezTo>
                    <a:pt x="454" y="175"/>
                    <a:pt x="455" y="175"/>
                    <a:pt x="455" y="175"/>
                  </a:cubicBezTo>
                  <a:cubicBezTo>
                    <a:pt x="456" y="175"/>
                    <a:pt x="456" y="175"/>
                    <a:pt x="456" y="175"/>
                  </a:cubicBezTo>
                  <a:cubicBezTo>
                    <a:pt x="457" y="175"/>
                    <a:pt x="457" y="175"/>
                    <a:pt x="457" y="175"/>
                  </a:cubicBezTo>
                  <a:cubicBezTo>
                    <a:pt x="458" y="175"/>
                    <a:pt x="459" y="176"/>
                    <a:pt x="460" y="176"/>
                  </a:cubicBezTo>
                  <a:cubicBezTo>
                    <a:pt x="461" y="177"/>
                    <a:pt x="461" y="177"/>
                    <a:pt x="462" y="177"/>
                  </a:cubicBezTo>
                  <a:cubicBezTo>
                    <a:pt x="463" y="178"/>
                    <a:pt x="464" y="178"/>
                    <a:pt x="465" y="179"/>
                  </a:cubicBezTo>
                  <a:cubicBezTo>
                    <a:pt x="467" y="180"/>
                    <a:pt x="467" y="180"/>
                    <a:pt x="467" y="180"/>
                  </a:cubicBezTo>
                  <a:cubicBezTo>
                    <a:pt x="468" y="178"/>
                    <a:pt x="468" y="178"/>
                    <a:pt x="468" y="178"/>
                  </a:cubicBezTo>
                  <a:cubicBezTo>
                    <a:pt x="468" y="178"/>
                    <a:pt x="468" y="178"/>
                    <a:pt x="469" y="177"/>
                  </a:cubicBezTo>
                  <a:cubicBezTo>
                    <a:pt x="469" y="176"/>
                    <a:pt x="470" y="175"/>
                    <a:pt x="470" y="174"/>
                  </a:cubicBezTo>
                  <a:cubicBezTo>
                    <a:pt x="469" y="172"/>
                    <a:pt x="468" y="170"/>
                    <a:pt x="466" y="169"/>
                  </a:cubicBezTo>
                  <a:cubicBezTo>
                    <a:pt x="464" y="166"/>
                    <a:pt x="464" y="166"/>
                    <a:pt x="464" y="166"/>
                  </a:cubicBezTo>
                  <a:cubicBezTo>
                    <a:pt x="460" y="162"/>
                    <a:pt x="457" y="159"/>
                    <a:pt x="456" y="153"/>
                  </a:cubicBezTo>
                  <a:cubicBezTo>
                    <a:pt x="455" y="149"/>
                    <a:pt x="453" y="142"/>
                    <a:pt x="455" y="136"/>
                  </a:cubicBezTo>
                  <a:cubicBezTo>
                    <a:pt x="456" y="133"/>
                    <a:pt x="459" y="132"/>
                    <a:pt x="462" y="131"/>
                  </a:cubicBezTo>
                  <a:cubicBezTo>
                    <a:pt x="465" y="130"/>
                    <a:pt x="468" y="129"/>
                    <a:pt x="469" y="126"/>
                  </a:cubicBezTo>
                  <a:cubicBezTo>
                    <a:pt x="469" y="125"/>
                    <a:pt x="469" y="124"/>
                    <a:pt x="469" y="122"/>
                  </a:cubicBezTo>
                  <a:cubicBezTo>
                    <a:pt x="469" y="121"/>
                    <a:pt x="470" y="119"/>
                    <a:pt x="470" y="117"/>
                  </a:cubicBezTo>
                  <a:cubicBezTo>
                    <a:pt x="472" y="115"/>
                    <a:pt x="474" y="114"/>
                    <a:pt x="476" y="112"/>
                  </a:cubicBezTo>
                  <a:cubicBezTo>
                    <a:pt x="477" y="112"/>
                    <a:pt x="477" y="112"/>
                    <a:pt x="478" y="111"/>
                  </a:cubicBezTo>
                  <a:cubicBezTo>
                    <a:pt x="483" y="108"/>
                    <a:pt x="487" y="102"/>
                    <a:pt x="488" y="96"/>
                  </a:cubicBezTo>
                  <a:cubicBezTo>
                    <a:pt x="490" y="90"/>
                    <a:pt x="483" y="87"/>
                    <a:pt x="478" y="85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C686A09-C513-7534-73CD-BDC8F5170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918"/>
              <a:ext cx="625" cy="888"/>
            </a:xfrm>
            <a:custGeom>
              <a:avLst/>
              <a:gdLst>
                <a:gd name="T0" fmla="*/ 249 w 256"/>
                <a:gd name="T1" fmla="*/ 182 h 364"/>
                <a:gd name="T2" fmla="*/ 238 w 256"/>
                <a:gd name="T3" fmla="*/ 161 h 364"/>
                <a:gd name="T4" fmla="*/ 236 w 256"/>
                <a:gd name="T5" fmla="*/ 145 h 364"/>
                <a:gd name="T6" fmla="*/ 229 w 256"/>
                <a:gd name="T7" fmla="*/ 111 h 364"/>
                <a:gd name="T8" fmla="*/ 225 w 256"/>
                <a:gd name="T9" fmla="*/ 100 h 364"/>
                <a:gd name="T10" fmla="*/ 226 w 256"/>
                <a:gd name="T11" fmla="*/ 77 h 364"/>
                <a:gd name="T12" fmla="*/ 224 w 256"/>
                <a:gd name="T13" fmla="*/ 56 h 364"/>
                <a:gd name="T14" fmla="*/ 218 w 256"/>
                <a:gd name="T15" fmla="*/ 42 h 364"/>
                <a:gd name="T16" fmla="*/ 219 w 256"/>
                <a:gd name="T17" fmla="*/ 18 h 364"/>
                <a:gd name="T18" fmla="*/ 221 w 256"/>
                <a:gd name="T19" fmla="*/ 7 h 364"/>
                <a:gd name="T20" fmla="*/ 219 w 256"/>
                <a:gd name="T21" fmla="*/ 6 h 364"/>
                <a:gd name="T22" fmla="*/ 200 w 256"/>
                <a:gd name="T23" fmla="*/ 0 h 364"/>
                <a:gd name="T24" fmla="*/ 190 w 256"/>
                <a:gd name="T25" fmla="*/ 18 h 364"/>
                <a:gd name="T26" fmla="*/ 161 w 256"/>
                <a:gd name="T27" fmla="*/ 35 h 364"/>
                <a:gd name="T28" fmla="*/ 148 w 256"/>
                <a:gd name="T29" fmla="*/ 58 h 364"/>
                <a:gd name="T30" fmla="*/ 143 w 256"/>
                <a:gd name="T31" fmla="*/ 63 h 364"/>
                <a:gd name="T32" fmla="*/ 146 w 256"/>
                <a:gd name="T33" fmla="*/ 86 h 364"/>
                <a:gd name="T34" fmla="*/ 150 w 256"/>
                <a:gd name="T35" fmla="*/ 113 h 364"/>
                <a:gd name="T36" fmla="*/ 136 w 256"/>
                <a:gd name="T37" fmla="*/ 130 h 364"/>
                <a:gd name="T38" fmla="*/ 142 w 256"/>
                <a:gd name="T39" fmla="*/ 151 h 364"/>
                <a:gd name="T40" fmla="*/ 133 w 256"/>
                <a:gd name="T41" fmla="*/ 180 h 364"/>
                <a:gd name="T42" fmla="*/ 122 w 256"/>
                <a:gd name="T43" fmla="*/ 180 h 364"/>
                <a:gd name="T44" fmla="*/ 108 w 256"/>
                <a:gd name="T45" fmla="*/ 177 h 364"/>
                <a:gd name="T46" fmla="*/ 81 w 256"/>
                <a:gd name="T47" fmla="*/ 190 h 364"/>
                <a:gd name="T48" fmla="*/ 24 w 256"/>
                <a:gd name="T49" fmla="*/ 224 h 364"/>
                <a:gd name="T50" fmla="*/ 13 w 256"/>
                <a:gd name="T51" fmla="*/ 253 h 364"/>
                <a:gd name="T52" fmla="*/ 3 w 256"/>
                <a:gd name="T53" fmla="*/ 328 h 364"/>
                <a:gd name="T54" fmla="*/ 1 w 256"/>
                <a:gd name="T55" fmla="*/ 336 h 364"/>
                <a:gd name="T56" fmla="*/ 7 w 256"/>
                <a:gd name="T57" fmla="*/ 337 h 364"/>
                <a:gd name="T58" fmla="*/ 9 w 256"/>
                <a:gd name="T59" fmla="*/ 337 h 364"/>
                <a:gd name="T60" fmla="*/ 16 w 256"/>
                <a:gd name="T61" fmla="*/ 337 h 364"/>
                <a:gd name="T62" fmla="*/ 23 w 256"/>
                <a:gd name="T63" fmla="*/ 348 h 364"/>
                <a:gd name="T64" fmla="*/ 56 w 256"/>
                <a:gd name="T65" fmla="*/ 361 h 364"/>
                <a:gd name="T66" fmla="*/ 71 w 256"/>
                <a:gd name="T67" fmla="*/ 352 h 364"/>
                <a:gd name="T68" fmla="*/ 81 w 256"/>
                <a:gd name="T69" fmla="*/ 351 h 364"/>
                <a:gd name="T70" fmla="*/ 106 w 256"/>
                <a:gd name="T71" fmla="*/ 297 h 364"/>
                <a:gd name="T72" fmla="*/ 112 w 256"/>
                <a:gd name="T73" fmla="*/ 296 h 364"/>
                <a:gd name="T74" fmla="*/ 119 w 256"/>
                <a:gd name="T75" fmla="*/ 298 h 364"/>
                <a:gd name="T76" fmla="*/ 126 w 256"/>
                <a:gd name="T77" fmla="*/ 298 h 364"/>
                <a:gd name="T78" fmla="*/ 151 w 256"/>
                <a:gd name="T79" fmla="*/ 306 h 364"/>
                <a:gd name="T80" fmla="*/ 176 w 256"/>
                <a:gd name="T81" fmla="*/ 296 h 364"/>
                <a:gd name="T82" fmla="*/ 192 w 256"/>
                <a:gd name="T83" fmla="*/ 287 h 364"/>
                <a:gd name="T84" fmla="*/ 205 w 256"/>
                <a:gd name="T85" fmla="*/ 278 h 364"/>
                <a:gd name="T86" fmla="*/ 217 w 256"/>
                <a:gd name="T87" fmla="*/ 270 h 364"/>
                <a:gd name="T88" fmla="*/ 223 w 256"/>
                <a:gd name="T89" fmla="*/ 262 h 364"/>
                <a:gd name="T90" fmla="*/ 246 w 256"/>
                <a:gd name="T91" fmla="*/ 245 h 364"/>
                <a:gd name="T92" fmla="*/ 244 w 256"/>
                <a:gd name="T93" fmla="*/ 230 h 364"/>
                <a:gd name="T94" fmla="*/ 244 w 256"/>
                <a:gd name="T95" fmla="*/ 220 h 364"/>
                <a:gd name="T96" fmla="*/ 245 w 256"/>
                <a:gd name="T97" fmla="*/ 212 h 364"/>
                <a:gd name="T98" fmla="*/ 247 w 256"/>
                <a:gd name="T99" fmla="*/ 208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6" h="364">
                  <a:moveTo>
                    <a:pt x="253" y="193"/>
                  </a:moveTo>
                  <a:cubicBezTo>
                    <a:pt x="255" y="190"/>
                    <a:pt x="256" y="187"/>
                    <a:pt x="253" y="184"/>
                  </a:cubicBezTo>
                  <a:cubicBezTo>
                    <a:pt x="252" y="183"/>
                    <a:pt x="251" y="182"/>
                    <a:pt x="249" y="182"/>
                  </a:cubicBezTo>
                  <a:cubicBezTo>
                    <a:pt x="247" y="182"/>
                    <a:pt x="246" y="182"/>
                    <a:pt x="245" y="181"/>
                  </a:cubicBezTo>
                  <a:cubicBezTo>
                    <a:pt x="240" y="177"/>
                    <a:pt x="240" y="171"/>
                    <a:pt x="239" y="166"/>
                  </a:cubicBezTo>
                  <a:cubicBezTo>
                    <a:pt x="239" y="164"/>
                    <a:pt x="239" y="162"/>
                    <a:pt x="238" y="161"/>
                  </a:cubicBezTo>
                  <a:cubicBezTo>
                    <a:pt x="238" y="159"/>
                    <a:pt x="238" y="158"/>
                    <a:pt x="237" y="157"/>
                  </a:cubicBezTo>
                  <a:cubicBezTo>
                    <a:pt x="236" y="155"/>
                    <a:pt x="236" y="154"/>
                    <a:pt x="236" y="151"/>
                  </a:cubicBezTo>
                  <a:cubicBezTo>
                    <a:pt x="236" y="149"/>
                    <a:pt x="236" y="147"/>
                    <a:pt x="236" y="145"/>
                  </a:cubicBezTo>
                  <a:cubicBezTo>
                    <a:pt x="236" y="143"/>
                    <a:pt x="236" y="141"/>
                    <a:pt x="236" y="139"/>
                  </a:cubicBezTo>
                  <a:cubicBezTo>
                    <a:pt x="236" y="137"/>
                    <a:pt x="236" y="119"/>
                    <a:pt x="230" y="119"/>
                  </a:cubicBezTo>
                  <a:cubicBezTo>
                    <a:pt x="229" y="116"/>
                    <a:pt x="229" y="114"/>
                    <a:pt x="229" y="111"/>
                  </a:cubicBezTo>
                  <a:cubicBezTo>
                    <a:pt x="229" y="111"/>
                    <a:pt x="229" y="110"/>
                    <a:pt x="229" y="109"/>
                  </a:cubicBezTo>
                  <a:cubicBezTo>
                    <a:pt x="229" y="107"/>
                    <a:pt x="228" y="105"/>
                    <a:pt x="227" y="103"/>
                  </a:cubicBezTo>
                  <a:cubicBezTo>
                    <a:pt x="226" y="102"/>
                    <a:pt x="226" y="101"/>
                    <a:pt x="225" y="100"/>
                  </a:cubicBezTo>
                  <a:cubicBezTo>
                    <a:pt x="224" y="97"/>
                    <a:pt x="224" y="93"/>
                    <a:pt x="224" y="90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4"/>
                    <a:pt x="223" y="81"/>
                    <a:pt x="226" y="77"/>
                  </a:cubicBezTo>
                  <a:cubicBezTo>
                    <a:pt x="228" y="72"/>
                    <a:pt x="228" y="71"/>
                    <a:pt x="227" y="66"/>
                  </a:cubicBezTo>
                  <a:cubicBezTo>
                    <a:pt x="226" y="65"/>
                    <a:pt x="226" y="63"/>
                    <a:pt x="226" y="61"/>
                  </a:cubicBezTo>
                  <a:cubicBezTo>
                    <a:pt x="225" y="59"/>
                    <a:pt x="225" y="58"/>
                    <a:pt x="224" y="56"/>
                  </a:cubicBezTo>
                  <a:cubicBezTo>
                    <a:pt x="224" y="54"/>
                    <a:pt x="223" y="52"/>
                    <a:pt x="222" y="51"/>
                  </a:cubicBezTo>
                  <a:cubicBezTo>
                    <a:pt x="221" y="50"/>
                    <a:pt x="220" y="48"/>
                    <a:pt x="220" y="47"/>
                  </a:cubicBezTo>
                  <a:cubicBezTo>
                    <a:pt x="219" y="45"/>
                    <a:pt x="219" y="43"/>
                    <a:pt x="218" y="42"/>
                  </a:cubicBezTo>
                  <a:cubicBezTo>
                    <a:pt x="218" y="40"/>
                    <a:pt x="217" y="38"/>
                    <a:pt x="216" y="36"/>
                  </a:cubicBezTo>
                  <a:cubicBezTo>
                    <a:pt x="215" y="32"/>
                    <a:pt x="214" y="29"/>
                    <a:pt x="215" y="25"/>
                  </a:cubicBezTo>
                  <a:cubicBezTo>
                    <a:pt x="216" y="22"/>
                    <a:pt x="217" y="20"/>
                    <a:pt x="219" y="18"/>
                  </a:cubicBezTo>
                  <a:cubicBezTo>
                    <a:pt x="219" y="18"/>
                    <a:pt x="220" y="17"/>
                    <a:pt x="221" y="16"/>
                  </a:cubicBezTo>
                  <a:cubicBezTo>
                    <a:pt x="223" y="13"/>
                    <a:pt x="222" y="11"/>
                    <a:pt x="221" y="8"/>
                  </a:cubicBezTo>
                  <a:cubicBezTo>
                    <a:pt x="221" y="7"/>
                    <a:pt x="221" y="7"/>
                    <a:pt x="221" y="7"/>
                  </a:cubicBezTo>
                  <a:cubicBezTo>
                    <a:pt x="221" y="6"/>
                    <a:pt x="221" y="6"/>
                    <a:pt x="221" y="6"/>
                  </a:cubicBezTo>
                  <a:cubicBezTo>
                    <a:pt x="220" y="6"/>
                    <a:pt x="220" y="6"/>
                    <a:pt x="220" y="6"/>
                  </a:cubicBezTo>
                  <a:cubicBezTo>
                    <a:pt x="219" y="6"/>
                    <a:pt x="219" y="6"/>
                    <a:pt x="219" y="6"/>
                  </a:cubicBezTo>
                  <a:cubicBezTo>
                    <a:pt x="217" y="5"/>
                    <a:pt x="216" y="5"/>
                    <a:pt x="215" y="5"/>
                  </a:cubicBezTo>
                  <a:cubicBezTo>
                    <a:pt x="211" y="5"/>
                    <a:pt x="208" y="5"/>
                    <a:pt x="205" y="3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200" y="9"/>
                    <a:pt x="195" y="13"/>
                    <a:pt x="191" y="17"/>
                  </a:cubicBezTo>
                  <a:cubicBezTo>
                    <a:pt x="190" y="18"/>
                    <a:pt x="190" y="18"/>
                    <a:pt x="190" y="18"/>
                  </a:cubicBezTo>
                  <a:cubicBezTo>
                    <a:pt x="188" y="20"/>
                    <a:pt x="186" y="21"/>
                    <a:pt x="185" y="23"/>
                  </a:cubicBezTo>
                  <a:cubicBezTo>
                    <a:pt x="181" y="27"/>
                    <a:pt x="178" y="30"/>
                    <a:pt x="171" y="31"/>
                  </a:cubicBezTo>
                  <a:cubicBezTo>
                    <a:pt x="166" y="31"/>
                    <a:pt x="163" y="33"/>
                    <a:pt x="161" y="35"/>
                  </a:cubicBezTo>
                  <a:cubicBezTo>
                    <a:pt x="158" y="37"/>
                    <a:pt x="158" y="40"/>
                    <a:pt x="158" y="42"/>
                  </a:cubicBezTo>
                  <a:cubicBezTo>
                    <a:pt x="158" y="43"/>
                    <a:pt x="157" y="44"/>
                    <a:pt x="157" y="46"/>
                  </a:cubicBezTo>
                  <a:cubicBezTo>
                    <a:pt x="156" y="49"/>
                    <a:pt x="151" y="54"/>
                    <a:pt x="148" y="58"/>
                  </a:cubicBezTo>
                  <a:cubicBezTo>
                    <a:pt x="147" y="59"/>
                    <a:pt x="147" y="59"/>
                    <a:pt x="147" y="59"/>
                  </a:cubicBezTo>
                  <a:cubicBezTo>
                    <a:pt x="147" y="60"/>
                    <a:pt x="146" y="60"/>
                    <a:pt x="145" y="61"/>
                  </a:cubicBezTo>
                  <a:cubicBezTo>
                    <a:pt x="145" y="61"/>
                    <a:pt x="144" y="62"/>
                    <a:pt x="143" y="63"/>
                  </a:cubicBezTo>
                  <a:cubicBezTo>
                    <a:pt x="142" y="66"/>
                    <a:pt x="143" y="68"/>
                    <a:pt x="145" y="71"/>
                  </a:cubicBezTo>
                  <a:cubicBezTo>
                    <a:pt x="146" y="72"/>
                    <a:pt x="146" y="74"/>
                    <a:pt x="147" y="76"/>
                  </a:cubicBezTo>
                  <a:cubicBezTo>
                    <a:pt x="147" y="79"/>
                    <a:pt x="147" y="83"/>
                    <a:pt x="146" y="86"/>
                  </a:cubicBezTo>
                  <a:cubicBezTo>
                    <a:pt x="146" y="87"/>
                    <a:pt x="146" y="88"/>
                    <a:pt x="146" y="89"/>
                  </a:cubicBezTo>
                  <a:cubicBezTo>
                    <a:pt x="145" y="93"/>
                    <a:pt x="147" y="96"/>
                    <a:pt x="148" y="100"/>
                  </a:cubicBezTo>
                  <a:cubicBezTo>
                    <a:pt x="150" y="105"/>
                    <a:pt x="151" y="109"/>
                    <a:pt x="150" y="113"/>
                  </a:cubicBezTo>
                  <a:cubicBezTo>
                    <a:pt x="149" y="115"/>
                    <a:pt x="148" y="117"/>
                    <a:pt x="146" y="118"/>
                  </a:cubicBezTo>
                  <a:cubicBezTo>
                    <a:pt x="145" y="119"/>
                    <a:pt x="144" y="120"/>
                    <a:pt x="143" y="121"/>
                  </a:cubicBezTo>
                  <a:cubicBezTo>
                    <a:pt x="140" y="123"/>
                    <a:pt x="137" y="127"/>
                    <a:pt x="136" y="130"/>
                  </a:cubicBezTo>
                  <a:cubicBezTo>
                    <a:pt x="135" y="134"/>
                    <a:pt x="135" y="140"/>
                    <a:pt x="135" y="143"/>
                  </a:cubicBezTo>
                  <a:cubicBezTo>
                    <a:pt x="136" y="147"/>
                    <a:pt x="138" y="148"/>
                    <a:pt x="140" y="150"/>
                  </a:cubicBezTo>
                  <a:cubicBezTo>
                    <a:pt x="141" y="150"/>
                    <a:pt x="141" y="150"/>
                    <a:pt x="142" y="151"/>
                  </a:cubicBezTo>
                  <a:cubicBezTo>
                    <a:pt x="150" y="156"/>
                    <a:pt x="146" y="166"/>
                    <a:pt x="144" y="173"/>
                  </a:cubicBezTo>
                  <a:cubicBezTo>
                    <a:pt x="142" y="179"/>
                    <a:pt x="139" y="180"/>
                    <a:pt x="136" y="180"/>
                  </a:cubicBezTo>
                  <a:cubicBezTo>
                    <a:pt x="135" y="180"/>
                    <a:pt x="134" y="180"/>
                    <a:pt x="133" y="180"/>
                  </a:cubicBezTo>
                  <a:cubicBezTo>
                    <a:pt x="132" y="180"/>
                    <a:pt x="131" y="180"/>
                    <a:pt x="131" y="179"/>
                  </a:cubicBezTo>
                  <a:cubicBezTo>
                    <a:pt x="129" y="179"/>
                    <a:pt x="127" y="179"/>
                    <a:pt x="126" y="179"/>
                  </a:cubicBezTo>
                  <a:cubicBezTo>
                    <a:pt x="124" y="179"/>
                    <a:pt x="123" y="179"/>
                    <a:pt x="122" y="180"/>
                  </a:cubicBezTo>
                  <a:cubicBezTo>
                    <a:pt x="120" y="180"/>
                    <a:pt x="119" y="181"/>
                    <a:pt x="118" y="181"/>
                  </a:cubicBezTo>
                  <a:cubicBezTo>
                    <a:pt x="116" y="181"/>
                    <a:pt x="114" y="180"/>
                    <a:pt x="113" y="179"/>
                  </a:cubicBezTo>
                  <a:cubicBezTo>
                    <a:pt x="111" y="178"/>
                    <a:pt x="110" y="178"/>
                    <a:pt x="108" y="177"/>
                  </a:cubicBezTo>
                  <a:cubicBezTo>
                    <a:pt x="107" y="177"/>
                    <a:pt x="106" y="177"/>
                    <a:pt x="105" y="177"/>
                  </a:cubicBezTo>
                  <a:cubicBezTo>
                    <a:pt x="103" y="177"/>
                    <a:pt x="101" y="178"/>
                    <a:pt x="98" y="178"/>
                  </a:cubicBezTo>
                  <a:cubicBezTo>
                    <a:pt x="92" y="181"/>
                    <a:pt x="86" y="185"/>
                    <a:pt x="81" y="190"/>
                  </a:cubicBezTo>
                  <a:cubicBezTo>
                    <a:pt x="80" y="190"/>
                    <a:pt x="80" y="190"/>
                    <a:pt x="80" y="190"/>
                  </a:cubicBezTo>
                  <a:cubicBezTo>
                    <a:pt x="68" y="201"/>
                    <a:pt x="53" y="209"/>
                    <a:pt x="40" y="212"/>
                  </a:cubicBezTo>
                  <a:cubicBezTo>
                    <a:pt x="32" y="214"/>
                    <a:pt x="27" y="216"/>
                    <a:pt x="24" y="224"/>
                  </a:cubicBezTo>
                  <a:cubicBezTo>
                    <a:pt x="23" y="227"/>
                    <a:pt x="22" y="230"/>
                    <a:pt x="21" y="233"/>
                  </a:cubicBezTo>
                  <a:cubicBezTo>
                    <a:pt x="20" y="237"/>
                    <a:pt x="19" y="242"/>
                    <a:pt x="17" y="246"/>
                  </a:cubicBezTo>
                  <a:cubicBezTo>
                    <a:pt x="15" y="248"/>
                    <a:pt x="14" y="250"/>
                    <a:pt x="13" y="253"/>
                  </a:cubicBezTo>
                  <a:cubicBezTo>
                    <a:pt x="7" y="264"/>
                    <a:pt x="2" y="274"/>
                    <a:pt x="5" y="289"/>
                  </a:cubicBezTo>
                  <a:cubicBezTo>
                    <a:pt x="7" y="294"/>
                    <a:pt x="8" y="300"/>
                    <a:pt x="8" y="305"/>
                  </a:cubicBezTo>
                  <a:cubicBezTo>
                    <a:pt x="7" y="314"/>
                    <a:pt x="5" y="320"/>
                    <a:pt x="3" y="328"/>
                  </a:cubicBezTo>
                  <a:cubicBezTo>
                    <a:pt x="2" y="329"/>
                    <a:pt x="2" y="331"/>
                    <a:pt x="1" y="332"/>
                  </a:cubicBezTo>
                  <a:cubicBezTo>
                    <a:pt x="0" y="336"/>
                    <a:pt x="0" y="336"/>
                    <a:pt x="0" y="336"/>
                  </a:cubicBezTo>
                  <a:cubicBezTo>
                    <a:pt x="1" y="336"/>
                    <a:pt x="1" y="336"/>
                    <a:pt x="1" y="336"/>
                  </a:cubicBezTo>
                  <a:cubicBezTo>
                    <a:pt x="2" y="337"/>
                    <a:pt x="3" y="337"/>
                    <a:pt x="5" y="337"/>
                  </a:cubicBezTo>
                  <a:cubicBezTo>
                    <a:pt x="5" y="337"/>
                    <a:pt x="5" y="337"/>
                    <a:pt x="5" y="337"/>
                  </a:cubicBezTo>
                  <a:cubicBezTo>
                    <a:pt x="6" y="337"/>
                    <a:pt x="6" y="337"/>
                    <a:pt x="7" y="337"/>
                  </a:cubicBezTo>
                  <a:cubicBezTo>
                    <a:pt x="8" y="337"/>
                    <a:pt x="8" y="337"/>
                    <a:pt x="8" y="337"/>
                  </a:cubicBezTo>
                  <a:cubicBezTo>
                    <a:pt x="8" y="337"/>
                    <a:pt x="8" y="337"/>
                    <a:pt x="8" y="337"/>
                  </a:cubicBezTo>
                  <a:cubicBezTo>
                    <a:pt x="9" y="337"/>
                    <a:pt x="9" y="337"/>
                    <a:pt x="9" y="337"/>
                  </a:cubicBezTo>
                  <a:cubicBezTo>
                    <a:pt x="9" y="337"/>
                    <a:pt x="9" y="337"/>
                    <a:pt x="9" y="337"/>
                  </a:cubicBezTo>
                  <a:cubicBezTo>
                    <a:pt x="11" y="337"/>
                    <a:pt x="12" y="337"/>
                    <a:pt x="13" y="337"/>
                  </a:cubicBezTo>
                  <a:cubicBezTo>
                    <a:pt x="14" y="337"/>
                    <a:pt x="16" y="337"/>
                    <a:pt x="16" y="337"/>
                  </a:cubicBezTo>
                  <a:cubicBezTo>
                    <a:pt x="18" y="338"/>
                    <a:pt x="20" y="342"/>
                    <a:pt x="21" y="344"/>
                  </a:cubicBezTo>
                  <a:cubicBezTo>
                    <a:pt x="21" y="344"/>
                    <a:pt x="21" y="344"/>
                    <a:pt x="21" y="344"/>
                  </a:cubicBezTo>
                  <a:cubicBezTo>
                    <a:pt x="22" y="346"/>
                    <a:pt x="22" y="347"/>
                    <a:pt x="23" y="348"/>
                  </a:cubicBezTo>
                  <a:cubicBezTo>
                    <a:pt x="25" y="352"/>
                    <a:pt x="26" y="357"/>
                    <a:pt x="30" y="359"/>
                  </a:cubicBezTo>
                  <a:cubicBezTo>
                    <a:pt x="35" y="362"/>
                    <a:pt x="41" y="364"/>
                    <a:pt x="46" y="364"/>
                  </a:cubicBezTo>
                  <a:cubicBezTo>
                    <a:pt x="50" y="364"/>
                    <a:pt x="53" y="363"/>
                    <a:pt x="56" y="361"/>
                  </a:cubicBezTo>
                  <a:cubicBezTo>
                    <a:pt x="57" y="360"/>
                    <a:pt x="58" y="359"/>
                    <a:pt x="59" y="358"/>
                  </a:cubicBezTo>
                  <a:cubicBezTo>
                    <a:pt x="62" y="355"/>
                    <a:pt x="64" y="353"/>
                    <a:pt x="68" y="352"/>
                  </a:cubicBezTo>
                  <a:cubicBezTo>
                    <a:pt x="69" y="352"/>
                    <a:pt x="70" y="352"/>
                    <a:pt x="71" y="352"/>
                  </a:cubicBezTo>
                  <a:cubicBezTo>
                    <a:pt x="72" y="352"/>
                    <a:pt x="73" y="352"/>
                    <a:pt x="74" y="352"/>
                  </a:cubicBezTo>
                  <a:cubicBezTo>
                    <a:pt x="75" y="352"/>
                    <a:pt x="76" y="352"/>
                    <a:pt x="77" y="352"/>
                  </a:cubicBezTo>
                  <a:cubicBezTo>
                    <a:pt x="79" y="352"/>
                    <a:pt x="80" y="352"/>
                    <a:pt x="81" y="351"/>
                  </a:cubicBezTo>
                  <a:cubicBezTo>
                    <a:pt x="89" y="349"/>
                    <a:pt x="97" y="339"/>
                    <a:pt x="100" y="331"/>
                  </a:cubicBezTo>
                  <a:cubicBezTo>
                    <a:pt x="105" y="321"/>
                    <a:pt x="102" y="310"/>
                    <a:pt x="99" y="299"/>
                  </a:cubicBezTo>
                  <a:cubicBezTo>
                    <a:pt x="102" y="299"/>
                    <a:pt x="103" y="298"/>
                    <a:pt x="106" y="297"/>
                  </a:cubicBezTo>
                  <a:cubicBezTo>
                    <a:pt x="107" y="296"/>
                    <a:pt x="107" y="296"/>
                    <a:pt x="107" y="296"/>
                  </a:cubicBezTo>
                  <a:cubicBezTo>
                    <a:pt x="108" y="295"/>
                    <a:pt x="109" y="295"/>
                    <a:pt x="110" y="295"/>
                  </a:cubicBezTo>
                  <a:cubicBezTo>
                    <a:pt x="110" y="295"/>
                    <a:pt x="111" y="295"/>
                    <a:pt x="112" y="296"/>
                  </a:cubicBezTo>
                  <a:cubicBezTo>
                    <a:pt x="113" y="296"/>
                    <a:pt x="114" y="297"/>
                    <a:pt x="114" y="297"/>
                  </a:cubicBezTo>
                  <a:cubicBezTo>
                    <a:pt x="115" y="298"/>
                    <a:pt x="116" y="298"/>
                    <a:pt x="118" y="298"/>
                  </a:cubicBezTo>
                  <a:cubicBezTo>
                    <a:pt x="118" y="298"/>
                    <a:pt x="119" y="298"/>
                    <a:pt x="119" y="298"/>
                  </a:cubicBezTo>
                  <a:cubicBezTo>
                    <a:pt x="120" y="298"/>
                    <a:pt x="121" y="298"/>
                    <a:pt x="123" y="298"/>
                  </a:cubicBezTo>
                  <a:cubicBezTo>
                    <a:pt x="124" y="298"/>
                    <a:pt x="125" y="298"/>
                    <a:pt x="126" y="298"/>
                  </a:cubicBezTo>
                  <a:cubicBezTo>
                    <a:pt x="126" y="298"/>
                    <a:pt x="126" y="298"/>
                    <a:pt x="126" y="298"/>
                  </a:cubicBezTo>
                  <a:cubicBezTo>
                    <a:pt x="130" y="298"/>
                    <a:pt x="132" y="299"/>
                    <a:pt x="135" y="301"/>
                  </a:cubicBezTo>
                  <a:cubicBezTo>
                    <a:pt x="136" y="302"/>
                    <a:pt x="137" y="302"/>
                    <a:pt x="138" y="303"/>
                  </a:cubicBezTo>
                  <a:cubicBezTo>
                    <a:pt x="142" y="306"/>
                    <a:pt x="145" y="306"/>
                    <a:pt x="151" y="306"/>
                  </a:cubicBezTo>
                  <a:cubicBezTo>
                    <a:pt x="155" y="306"/>
                    <a:pt x="158" y="304"/>
                    <a:pt x="161" y="301"/>
                  </a:cubicBezTo>
                  <a:cubicBezTo>
                    <a:pt x="163" y="300"/>
                    <a:pt x="165" y="298"/>
                    <a:pt x="168" y="297"/>
                  </a:cubicBezTo>
                  <a:cubicBezTo>
                    <a:pt x="170" y="296"/>
                    <a:pt x="173" y="296"/>
                    <a:pt x="176" y="296"/>
                  </a:cubicBezTo>
                  <a:cubicBezTo>
                    <a:pt x="180" y="296"/>
                    <a:pt x="184" y="296"/>
                    <a:pt x="187" y="294"/>
                  </a:cubicBezTo>
                  <a:cubicBezTo>
                    <a:pt x="188" y="293"/>
                    <a:pt x="190" y="291"/>
                    <a:pt x="191" y="289"/>
                  </a:cubicBezTo>
                  <a:cubicBezTo>
                    <a:pt x="191" y="288"/>
                    <a:pt x="192" y="288"/>
                    <a:pt x="192" y="287"/>
                  </a:cubicBezTo>
                  <a:cubicBezTo>
                    <a:pt x="192" y="286"/>
                    <a:pt x="192" y="286"/>
                    <a:pt x="195" y="284"/>
                  </a:cubicBezTo>
                  <a:cubicBezTo>
                    <a:pt x="196" y="284"/>
                    <a:pt x="196" y="284"/>
                    <a:pt x="197" y="283"/>
                  </a:cubicBezTo>
                  <a:cubicBezTo>
                    <a:pt x="200" y="282"/>
                    <a:pt x="203" y="281"/>
                    <a:pt x="205" y="278"/>
                  </a:cubicBezTo>
                  <a:cubicBezTo>
                    <a:pt x="206" y="276"/>
                    <a:pt x="206" y="276"/>
                    <a:pt x="206" y="276"/>
                  </a:cubicBezTo>
                  <a:cubicBezTo>
                    <a:pt x="209" y="273"/>
                    <a:pt x="211" y="270"/>
                    <a:pt x="215" y="270"/>
                  </a:cubicBezTo>
                  <a:cubicBezTo>
                    <a:pt x="217" y="270"/>
                    <a:pt x="217" y="270"/>
                    <a:pt x="217" y="270"/>
                  </a:cubicBezTo>
                  <a:cubicBezTo>
                    <a:pt x="217" y="268"/>
                    <a:pt x="217" y="268"/>
                    <a:pt x="217" y="268"/>
                  </a:cubicBezTo>
                  <a:cubicBezTo>
                    <a:pt x="217" y="265"/>
                    <a:pt x="218" y="264"/>
                    <a:pt x="221" y="263"/>
                  </a:cubicBezTo>
                  <a:cubicBezTo>
                    <a:pt x="222" y="263"/>
                    <a:pt x="222" y="262"/>
                    <a:pt x="223" y="262"/>
                  </a:cubicBezTo>
                  <a:cubicBezTo>
                    <a:pt x="224" y="261"/>
                    <a:pt x="225" y="261"/>
                    <a:pt x="226" y="260"/>
                  </a:cubicBezTo>
                  <a:cubicBezTo>
                    <a:pt x="228" y="259"/>
                    <a:pt x="229" y="257"/>
                    <a:pt x="231" y="256"/>
                  </a:cubicBezTo>
                  <a:cubicBezTo>
                    <a:pt x="236" y="254"/>
                    <a:pt x="241" y="250"/>
                    <a:pt x="246" y="245"/>
                  </a:cubicBezTo>
                  <a:cubicBezTo>
                    <a:pt x="248" y="243"/>
                    <a:pt x="250" y="238"/>
                    <a:pt x="248" y="235"/>
                  </a:cubicBezTo>
                  <a:cubicBezTo>
                    <a:pt x="248" y="235"/>
                    <a:pt x="247" y="234"/>
                    <a:pt x="246" y="233"/>
                  </a:cubicBezTo>
                  <a:cubicBezTo>
                    <a:pt x="245" y="232"/>
                    <a:pt x="244" y="231"/>
                    <a:pt x="244" y="230"/>
                  </a:cubicBezTo>
                  <a:cubicBezTo>
                    <a:pt x="244" y="228"/>
                    <a:pt x="244" y="227"/>
                    <a:pt x="244" y="226"/>
                  </a:cubicBezTo>
                  <a:cubicBezTo>
                    <a:pt x="245" y="224"/>
                    <a:pt x="245" y="223"/>
                    <a:pt x="245" y="222"/>
                  </a:cubicBezTo>
                  <a:cubicBezTo>
                    <a:pt x="245" y="221"/>
                    <a:pt x="244" y="220"/>
                    <a:pt x="244" y="220"/>
                  </a:cubicBezTo>
                  <a:cubicBezTo>
                    <a:pt x="243" y="219"/>
                    <a:pt x="243" y="219"/>
                    <a:pt x="242" y="218"/>
                  </a:cubicBezTo>
                  <a:cubicBezTo>
                    <a:pt x="242" y="217"/>
                    <a:pt x="241" y="216"/>
                    <a:pt x="242" y="216"/>
                  </a:cubicBezTo>
                  <a:cubicBezTo>
                    <a:pt x="242" y="214"/>
                    <a:pt x="243" y="213"/>
                    <a:pt x="245" y="212"/>
                  </a:cubicBezTo>
                  <a:cubicBezTo>
                    <a:pt x="247" y="212"/>
                    <a:pt x="247" y="212"/>
                    <a:pt x="247" y="212"/>
                  </a:cubicBezTo>
                  <a:cubicBezTo>
                    <a:pt x="246" y="211"/>
                    <a:pt x="246" y="211"/>
                    <a:pt x="246" y="211"/>
                  </a:cubicBezTo>
                  <a:cubicBezTo>
                    <a:pt x="246" y="210"/>
                    <a:pt x="246" y="209"/>
                    <a:pt x="247" y="208"/>
                  </a:cubicBezTo>
                  <a:cubicBezTo>
                    <a:pt x="247" y="202"/>
                    <a:pt x="250" y="197"/>
                    <a:pt x="253" y="193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0DB26FA-C324-A52A-09ED-8A165DA76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1157"/>
              <a:ext cx="544" cy="913"/>
            </a:xfrm>
            <a:custGeom>
              <a:avLst/>
              <a:gdLst>
                <a:gd name="T0" fmla="*/ 212 w 223"/>
                <a:gd name="T1" fmla="*/ 235 h 374"/>
                <a:gd name="T2" fmla="*/ 192 w 223"/>
                <a:gd name="T3" fmla="*/ 219 h 374"/>
                <a:gd name="T4" fmla="*/ 186 w 223"/>
                <a:gd name="T5" fmla="*/ 208 h 374"/>
                <a:gd name="T6" fmla="*/ 179 w 223"/>
                <a:gd name="T7" fmla="*/ 194 h 374"/>
                <a:gd name="T8" fmla="*/ 173 w 223"/>
                <a:gd name="T9" fmla="*/ 179 h 374"/>
                <a:gd name="T10" fmla="*/ 166 w 223"/>
                <a:gd name="T11" fmla="*/ 176 h 374"/>
                <a:gd name="T12" fmla="*/ 175 w 223"/>
                <a:gd name="T13" fmla="*/ 165 h 374"/>
                <a:gd name="T14" fmla="*/ 193 w 223"/>
                <a:gd name="T15" fmla="*/ 146 h 374"/>
                <a:gd name="T16" fmla="*/ 180 w 223"/>
                <a:gd name="T17" fmla="*/ 129 h 374"/>
                <a:gd name="T18" fmla="*/ 159 w 223"/>
                <a:gd name="T19" fmla="*/ 120 h 374"/>
                <a:gd name="T20" fmla="*/ 149 w 223"/>
                <a:gd name="T21" fmla="*/ 100 h 374"/>
                <a:gd name="T22" fmla="*/ 142 w 223"/>
                <a:gd name="T23" fmla="*/ 91 h 374"/>
                <a:gd name="T24" fmla="*/ 154 w 223"/>
                <a:gd name="T25" fmla="*/ 62 h 374"/>
                <a:gd name="T26" fmla="*/ 154 w 223"/>
                <a:gd name="T27" fmla="*/ 41 h 374"/>
                <a:gd name="T28" fmla="*/ 142 w 223"/>
                <a:gd name="T29" fmla="*/ 12 h 374"/>
                <a:gd name="T30" fmla="*/ 132 w 223"/>
                <a:gd name="T31" fmla="*/ 3 h 374"/>
                <a:gd name="T32" fmla="*/ 120 w 223"/>
                <a:gd name="T33" fmla="*/ 4 h 374"/>
                <a:gd name="T34" fmla="*/ 112 w 223"/>
                <a:gd name="T35" fmla="*/ 1 h 374"/>
                <a:gd name="T36" fmla="*/ 102 w 223"/>
                <a:gd name="T37" fmla="*/ 5 h 374"/>
                <a:gd name="T38" fmla="*/ 102 w 223"/>
                <a:gd name="T39" fmla="*/ 10 h 374"/>
                <a:gd name="T40" fmla="*/ 120 w 223"/>
                <a:gd name="T41" fmla="*/ 22 h 374"/>
                <a:gd name="T42" fmla="*/ 116 w 223"/>
                <a:gd name="T43" fmla="*/ 38 h 374"/>
                <a:gd name="T44" fmla="*/ 101 w 223"/>
                <a:gd name="T45" fmla="*/ 59 h 374"/>
                <a:gd name="T46" fmla="*/ 75 w 223"/>
                <a:gd name="T47" fmla="*/ 78 h 374"/>
                <a:gd name="T48" fmla="*/ 68 w 223"/>
                <a:gd name="T49" fmla="*/ 103 h 374"/>
                <a:gd name="T50" fmla="*/ 71 w 223"/>
                <a:gd name="T51" fmla="*/ 131 h 374"/>
                <a:gd name="T52" fmla="*/ 61 w 223"/>
                <a:gd name="T53" fmla="*/ 152 h 374"/>
                <a:gd name="T54" fmla="*/ 50 w 223"/>
                <a:gd name="T55" fmla="*/ 168 h 374"/>
                <a:gd name="T56" fmla="*/ 34 w 223"/>
                <a:gd name="T57" fmla="*/ 188 h 374"/>
                <a:gd name="T58" fmla="*/ 18 w 223"/>
                <a:gd name="T59" fmla="*/ 228 h 374"/>
                <a:gd name="T60" fmla="*/ 6 w 223"/>
                <a:gd name="T61" fmla="*/ 260 h 374"/>
                <a:gd name="T62" fmla="*/ 5 w 223"/>
                <a:gd name="T63" fmla="*/ 272 h 374"/>
                <a:gd name="T64" fmla="*/ 2 w 223"/>
                <a:gd name="T65" fmla="*/ 290 h 374"/>
                <a:gd name="T66" fmla="*/ 3 w 223"/>
                <a:gd name="T67" fmla="*/ 302 h 374"/>
                <a:gd name="T68" fmla="*/ 4 w 223"/>
                <a:gd name="T69" fmla="*/ 321 h 374"/>
                <a:gd name="T70" fmla="*/ 7 w 223"/>
                <a:gd name="T71" fmla="*/ 345 h 374"/>
                <a:gd name="T72" fmla="*/ 19 w 223"/>
                <a:gd name="T73" fmla="*/ 334 h 374"/>
                <a:gd name="T74" fmla="*/ 27 w 223"/>
                <a:gd name="T75" fmla="*/ 330 h 374"/>
                <a:gd name="T76" fmla="*/ 34 w 223"/>
                <a:gd name="T77" fmla="*/ 357 h 374"/>
                <a:gd name="T78" fmla="*/ 50 w 223"/>
                <a:gd name="T79" fmla="*/ 363 h 374"/>
                <a:gd name="T80" fmla="*/ 65 w 223"/>
                <a:gd name="T81" fmla="*/ 355 h 374"/>
                <a:gd name="T82" fmla="*/ 88 w 223"/>
                <a:gd name="T83" fmla="*/ 364 h 374"/>
                <a:gd name="T84" fmla="*/ 94 w 223"/>
                <a:gd name="T85" fmla="*/ 364 h 374"/>
                <a:gd name="T86" fmla="*/ 106 w 223"/>
                <a:gd name="T87" fmla="*/ 364 h 374"/>
                <a:gd name="T88" fmla="*/ 128 w 223"/>
                <a:gd name="T89" fmla="*/ 371 h 374"/>
                <a:gd name="T90" fmla="*/ 134 w 223"/>
                <a:gd name="T91" fmla="*/ 371 h 374"/>
                <a:gd name="T92" fmla="*/ 135 w 223"/>
                <a:gd name="T93" fmla="*/ 361 h 374"/>
                <a:gd name="T94" fmla="*/ 146 w 223"/>
                <a:gd name="T95" fmla="*/ 369 h 374"/>
                <a:gd name="T96" fmla="*/ 163 w 223"/>
                <a:gd name="T97" fmla="*/ 362 h 374"/>
                <a:gd name="T98" fmla="*/ 175 w 223"/>
                <a:gd name="T99" fmla="*/ 361 h 374"/>
                <a:gd name="T100" fmla="*/ 197 w 223"/>
                <a:gd name="T101" fmla="*/ 351 h 374"/>
                <a:gd name="T102" fmla="*/ 200 w 223"/>
                <a:gd name="T103" fmla="*/ 348 h 374"/>
                <a:gd name="T104" fmla="*/ 201 w 223"/>
                <a:gd name="T105" fmla="*/ 337 h 374"/>
                <a:gd name="T106" fmla="*/ 195 w 223"/>
                <a:gd name="T107" fmla="*/ 327 h 374"/>
                <a:gd name="T108" fmla="*/ 202 w 223"/>
                <a:gd name="T109" fmla="*/ 315 h 374"/>
                <a:gd name="T110" fmla="*/ 206 w 223"/>
                <a:gd name="T111" fmla="*/ 308 h 374"/>
                <a:gd name="T112" fmla="*/ 203 w 223"/>
                <a:gd name="T113" fmla="*/ 302 h 374"/>
                <a:gd name="T114" fmla="*/ 197 w 223"/>
                <a:gd name="T115" fmla="*/ 292 h 374"/>
                <a:gd name="T116" fmla="*/ 197 w 223"/>
                <a:gd name="T117" fmla="*/ 266 h 374"/>
                <a:gd name="T118" fmla="*/ 214 w 223"/>
                <a:gd name="T119" fmla="*/ 248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3" h="374">
                  <a:moveTo>
                    <a:pt x="220" y="240"/>
                  </a:moveTo>
                  <a:cubicBezTo>
                    <a:pt x="217" y="240"/>
                    <a:pt x="216" y="239"/>
                    <a:pt x="215" y="238"/>
                  </a:cubicBezTo>
                  <a:cubicBezTo>
                    <a:pt x="214" y="237"/>
                    <a:pt x="214" y="237"/>
                    <a:pt x="214" y="237"/>
                  </a:cubicBezTo>
                  <a:cubicBezTo>
                    <a:pt x="213" y="236"/>
                    <a:pt x="213" y="236"/>
                    <a:pt x="212" y="235"/>
                  </a:cubicBezTo>
                  <a:cubicBezTo>
                    <a:pt x="210" y="233"/>
                    <a:pt x="208" y="232"/>
                    <a:pt x="205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1" y="231"/>
                    <a:pt x="200" y="231"/>
                    <a:pt x="198" y="228"/>
                  </a:cubicBezTo>
                  <a:cubicBezTo>
                    <a:pt x="196" y="225"/>
                    <a:pt x="194" y="222"/>
                    <a:pt x="192" y="219"/>
                  </a:cubicBezTo>
                  <a:cubicBezTo>
                    <a:pt x="192" y="219"/>
                    <a:pt x="192" y="219"/>
                    <a:pt x="192" y="219"/>
                  </a:cubicBezTo>
                  <a:cubicBezTo>
                    <a:pt x="191" y="218"/>
                    <a:pt x="190" y="217"/>
                    <a:pt x="189" y="216"/>
                  </a:cubicBezTo>
                  <a:cubicBezTo>
                    <a:pt x="189" y="215"/>
                    <a:pt x="189" y="215"/>
                    <a:pt x="188" y="214"/>
                  </a:cubicBezTo>
                  <a:cubicBezTo>
                    <a:pt x="186" y="212"/>
                    <a:pt x="185" y="211"/>
                    <a:pt x="186" y="208"/>
                  </a:cubicBezTo>
                  <a:cubicBezTo>
                    <a:pt x="186" y="207"/>
                    <a:pt x="187" y="206"/>
                    <a:pt x="188" y="205"/>
                  </a:cubicBezTo>
                  <a:cubicBezTo>
                    <a:pt x="189" y="204"/>
                    <a:pt x="191" y="203"/>
                    <a:pt x="190" y="201"/>
                  </a:cubicBezTo>
                  <a:cubicBezTo>
                    <a:pt x="190" y="199"/>
                    <a:pt x="187" y="198"/>
                    <a:pt x="184" y="197"/>
                  </a:cubicBezTo>
                  <a:cubicBezTo>
                    <a:pt x="182" y="196"/>
                    <a:pt x="180" y="195"/>
                    <a:pt x="179" y="194"/>
                  </a:cubicBezTo>
                  <a:cubicBezTo>
                    <a:pt x="178" y="192"/>
                    <a:pt x="178" y="190"/>
                    <a:pt x="177" y="187"/>
                  </a:cubicBezTo>
                  <a:cubicBezTo>
                    <a:pt x="177" y="184"/>
                    <a:pt x="177" y="180"/>
                    <a:pt x="174" y="179"/>
                  </a:cubicBezTo>
                  <a:cubicBezTo>
                    <a:pt x="173" y="179"/>
                    <a:pt x="173" y="179"/>
                    <a:pt x="173" y="179"/>
                  </a:cubicBezTo>
                  <a:cubicBezTo>
                    <a:pt x="173" y="179"/>
                    <a:pt x="173" y="179"/>
                    <a:pt x="173" y="179"/>
                  </a:cubicBezTo>
                  <a:cubicBezTo>
                    <a:pt x="172" y="179"/>
                    <a:pt x="171" y="179"/>
                    <a:pt x="171" y="179"/>
                  </a:cubicBezTo>
                  <a:cubicBezTo>
                    <a:pt x="170" y="179"/>
                    <a:pt x="170" y="179"/>
                    <a:pt x="169" y="179"/>
                  </a:cubicBezTo>
                  <a:cubicBezTo>
                    <a:pt x="168" y="179"/>
                    <a:pt x="168" y="179"/>
                    <a:pt x="167" y="178"/>
                  </a:cubicBezTo>
                  <a:cubicBezTo>
                    <a:pt x="166" y="178"/>
                    <a:pt x="166" y="177"/>
                    <a:pt x="166" y="176"/>
                  </a:cubicBezTo>
                  <a:cubicBezTo>
                    <a:pt x="166" y="175"/>
                    <a:pt x="168" y="173"/>
                    <a:pt x="169" y="173"/>
                  </a:cubicBezTo>
                  <a:cubicBezTo>
                    <a:pt x="170" y="172"/>
                    <a:pt x="171" y="172"/>
                    <a:pt x="171" y="172"/>
                  </a:cubicBezTo>
                  <a:cubicBezTo>
                    <a:pt x="172" y="171"/>
                    <a:pt x="173" y="171"/>
                    <a:pt x="174" y="169"/>
                  </a:cubicBezTo>
                  <a:cubicBezTo>
                    <a:pt x="175" y="168"/>
                    <a:pt x="175" y="166"/>
                    <a:pt x="175" y="165"/>
                  </a:cubicBezTo>
                  <a:cubicBezTo>
                    <a:pt x="175" y="164"/>
                    <a:pt x="175" y="163"/>
                    <a:pt x="175" y="162"/>
                  </a:cubicBezTo>
                  <a:cubicBezTo>
                    <a:pt x="177" y="154"/>
                    <a:pt x="182" y="150"/>
                    <a:pt x="190" y="150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3" y="146"/>
                    <a:pt x="193" y="146"/>
                    <a:pt x="193" y="146"/>
                  </a:cubicBezTo>
                  <a:cubicBezTo>
                    <a:pt x="194" y="143"/>
                    <a:pt x="194" y="140"/>
                    <a:pt x="195" y="137"/>
                  </a:cubicBezTo>
                  <a:cubicBezTo>
                    <a:pt x="196" y="133"/>
                    <a:pt x="196" y="130"/>
                    <a:pt x="192" y="128"/>
                  </a:cubicBezTo>
                  <a:cubicBezTo>
                    <a:pt x="191" y="127"/>
                    <a:pt x="190" y="127"/>
                    <a:pt x="188" y="127"/>
                  </a:cubicBezTo>
                  <a:cubicBezTo>
                    <a:pt x="185" y="127"/>
                    <a:pt x="182" y="128"/>
                    <a:pt x="180" y="129"/>
                  </a:cubicBezTo>
                  <a:cubicBezTo>
                    <a:pt x="179" y="129"/>
                    <a:pt x="177" y="130"/>
                    <a:pt x="176" y="130"/>
                  </a:cubicBezTo>
                  <a:cubicBezTo>
                    <a:pt x="175" y="131"/>
                    <a:pt x="173" y="132"/>
                    <a:pt x="172" y="132"/>
                  </a:cubicBezTo>
                  <a:cubicBezTo>
                    <a:pt x="171" y="132"/>
                    <a:pt x="170" y="132"/>
                    <a:pt x="168" y="130"/>
                  </a:cubicBezTo>
                  <a:cubicBezTo>
                    <a:pt x="165" y="128"/>
                    <a:pt x="162" y="124"/>
                    <a:pt x="159" y="120"/>
                  </a:cubicBezTo>
                  <a:cubicBezTo>
                    <a:pt x="158" y="118"/>
                    <a:pt x="157" y="117"/>
                    <a:pt x="156" y="116"/>
                  </a:cubicBezTo>
                  <a:cubicBezTo>
                    <a:pt x="156" y="115"/>
                    <a:pt x="155" y="114"/>
                    <a:pt x="154" y="114"/>
                  </a:cubicBezTo>
                  <a:cubicBezTo>
                    <a:pt x="153" y="112"/>
                    <a:pt x="151" y="110"/>
                    <a:pt x="150" y="108"/>
                  </a:cubicBezTo>
                  <a:cubicBezTo>
                    <a:pt x="149" y="105"/>
                    <a:pt x="149" y="103"/>
                    <a:pt x="149" y="100"/>
                  </a:cubicBezTo>
                  <a:cubicBezTo>
                    <a:pt x="149" y="97"/>
                    <a:pt x="149" y="97"/>
                    <a:pt x="149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4" y="97"/>
                    <a:pt x="143" y="96"/>
                    <a:pt x="142" y="95"/>
                  </a:cubicBezTo>
                  <a:cubicBezTo>
                    <a:pt x="141" y="94"/>
                    <a:pt x="141" y="93"/>
                    <a:pt x="142" y="91"/>
                  </a:cubicBezTo>
                  <a:cubicBezTo>
                    <a:pt x="143" y="90"/>
                    <a:pt x="144" y="89"/>
                    <a:pt x="146" y="87"/>
                  </a:cubicBezTo>
                  <a:cubicBezTo>
                    <a:pt x="147" y="86"/>
                    <a:pt x="149" y="85"/>
                    <a:pt x="150" y="83"/>
                  </a:cubicBezTo>
                  <a:cubicBezTo>
                    <a:pt x="151" y="80"/>
                    <a:pt x="151" y="76"/>
                    <a:pt x="152" y="73"/>
                  </a:cubicBezTo>
                  <a:cubicBezTo>
                    <a:pt x="152" y="69"/>
                    <a:pt x="153" y="65"/>
                    <a:pt x="154" y="62"/>
                  </a:cubicBezTo>
                  <a:cubicBezTo>
                    <a:pt x="154" y="60"/>
                    <a:pt x="154" y="60"/>
                    <a:pt x="154" y="60"/>
                  </a:cubicBezTo>
                  <a:cubicBezTo>
                    <a:pt x="156" y="58"/>
                    <a:pt x="157" y="55"/>
                    <a:pt x="157" y="52"/>
                  </a:cubicBezTo>
                  <a:cubicBezTo>
                    <a:pt x="156" y="50"/>
                    <a:pt x="156" y="49"/>
                    <a:pt x="155" y="47"/>
                  </a:cubicBezTo>
                  <a:cubicBezTo>
                    <a:pt x="155" y="45"/>
                    <a:pt x="154" y="43"/>
                    <a:pt x="154" y="41"/>
                  </a:cubicBezTo>
                  <a:cubicBezTo>
                    <a:pt x="154" y="39"/>
                    <a:pt x="155" y="37"/>
                    <a:pt x="155" y="35"/>
                  </a:cubicBezTo>
                  <a:cubicBezTo>
                    <a:pt x="156" y="30"/>
                    <a:pt x="157" y="26"/>
                    <a:pt x="153" y="20"/>
                  </a:cubicBezTo>
                  <a:cubicBezTo>
                    <a:pt x="151" y="17"/>
                    <a:pt x="149" y="14"/>
                    <a:pt x="147" y="13"/>
                  </a:cubicBezTo>
                  <a:cubicBezTo>
                    <a:pt x="145" y="12"/>
                    <a:pt x="144" y="12"/>
                    <a:pt x="142" y="12"/>
                  </a:cubicBezTo>
                  <a:cubicBezTo>
                    <a:pt x="140" y="12"/>
                    <a:pt x="138" y="12"/>
                    <a:pt x="136" y="9"/>
                  </a:cubicBezTo>
                  <a:cubicBezTo>
                    <a:pt x="136" y="8"/>
                    <a:pt x="135" y="7"/>
                    <a:pt x="135" y="6"/>
                  </a:cubicBezTo>
                  <a:cubicBezTo>
                    <a:pt x="135" y="5"/>
                    <a:pt x="134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0" y="3"/>
                    <a:pt x="129" y="4"/>
                    <a:pt x="128" y="5"/>
                  </a:cubicBezTo>
                  <a:cubicBezTo>
                    <a:pt x="127" y="6"/>
                    <a:pt x="126" y="6"/>
                    <a:pt x="125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2" y="6"/>
                    <a:pt x="121" y="5"/>
                    <a:pt x="120" y="4"/>
                  </a:cubicBezTo>
                  <a:cubicBezTo>
                    <a:pt x="119" y="3"/>
                    <a:pt x="118" y="2"/>
                    <a:pt x="117" y="1"/>
                  </a:cubicBezTo>
                  <a:cubicBezTo>
                    <a:pt x="116" y="1"/>
                    <a:pt x="116" y="1"/>
                    <a:pt x="114" y="1"/>
                  </a:cubicBezTo>
                  <a:cubicBezTo>
                    <a:pt x="114" y="1"/>
                    <a:pt x="113" y="1"/>
                    <a:pt x="113" y="1"/>
                  </a:cubicBezTo>
                  <a:cubicBezTo>
                    <a:pt x="112" y="1"/>
                    <a:pt x="112" y="1"/>
                    <a:pt x="112" y="1"/>
                  </a:cubicBezTo>
                  <a:cubicBezTo>
                    <a:pt x="110" y="1"/>
                    <a:pt x="109" y="0"/>
                    <a:pt x="108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6" y="1"/>
                    <a:pt x="106" y="1"/>
                    <a:pt x="106" y="1"/>
                  </a:cubicBezTo>
                  <a:cubicBezTo>
                    <a:pt x="105" y="2"/>
                    <a:pt x="103" y="4"/>
                    <a:pt x="102" y="5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0" y="5"/>
                    <a:pt x="100" y="6"/>
                    <a:pt x="99" y="6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1" y="10"/>
                    <a:pt x="101" y="10"/>
                    <a:pt x="102" y="10"/>
                  </a:cubicBezTo>
                  <a:cubicBezTo>
                    <a:pt x="103" y="10"/>
                    <a:pt x="103" y="9"/>
                    <a:pt x="104" y="9"/>
                  </a:cubicBezTo>
                  <a:cubicBezTo>
                    <a:pt x="104" y="9"/>
                    <a:pt x="104" y="9"/>
                    <a:pt x="104" y="10"/>
                  </a:cubicBezTo>
                  <a:cubicBezTo>
                    <a:pt x="108" y="10"/>
                    <a:pt x="114" y="13"/>
                    <a:pt x="117" y="16"/>
                  </a:cubicBezTo>
                  <a:cubicBezTo>
                    <a:pt x="118" y="17"/>
                    <a:pt x="120" y="19"/>
                    <a:pt x="120" y="22"/>
                  </a:cubicBezTo>
                  <a:cubicBezTo>
                    <a:pt x="120" y="24"/>
                    <a:pt x="119" y="25"/>
                    <a:pt x="118" y="27"/>
                  </a:cubicBezTo>
                  <a:cubicBezTo>
                    <a:pt x="117" y="28"/>
                    <a:pt x="117" y="28"/>
                    <a:pt x="116" y="29"/>
                  </a:cubicBezTo>
                  <a:cubicBezTo>
                    <a:pt x="116" y="31"/>
                    <a:pt x="116" y="32"/>
                    <a:pt x="116" y="34"/>
                  </a:cubicBezTo>
                  <a:cubicBezTo>
                    <a:pt x="116" y="35"/>
                    <a:pt x="116" y="37"/>
                    <a:pt x="116" y="38"/>
                  </a:cubicBezTo>
                  <a:cubicBezTo>
                    <a:pt x="115" y="40"/>
                    <a:pt x="113" y="43"/>
                    <a:pt x="112" y="45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0" y="47"/>
                    <a:pt x="109" y="49"/>
                    <a:pt x="107" y="51"/>
                  </a:cubicBezTo>
                  <a:cubicBezTo>
                    <a:pt x="106" y="53"/>
                    <a:pt x="104" y="56"/>
                    <a:pt x="101" y="59"/>
                  </a:cubicBezTo>
                  <a:cubicBezTo>
                    <a:pt x="99" y="61"/>
                    <a:pt x="98" y="62"/>
                    <a:pt x="98" y="65"/>
                  </a:cubicBezTo>
                  <a:cubicBezTo>
                    <a:pt x="96" y="69"/>
                    <a:pt x="94" y="70"/>
                    <a:pt x="91" y="72"/>
                  </a:cubicBezTo>
                  <a:cubicBezTo>
                    <a:pt x="89" y="73"/>
                    <a:pt x="86" y="74"/>
                    <a:pt x="83" y="75"/>
                  </a:cubicBezTo>
                  <a:cubicBezTo>
                    <a:pt x="80" y="75"/>
                    <a:pt x="78" y="76"/>
                    <a:pt x="75" y="78"/>
                  </a:cubicBezTo>
                  <a:cubicBezTo>
                    <a:pt x="70" y="81"/>
                    <a:pt x="71" y="84"/>
                    <a:pt x="71" y="89"/>
                  </a:cubicBezTo>
                  <a:cubicBezTo>
                    <a:pt x="71" y="90"/>
                    <a:pt x="72" y="91"/>
                    <a:pt x="72" y="93"/>
                  </a:cubicBezTo>
                  <a:cubicBezTo>
                    <a:pt x="71" y="96"/>
                    <a:pt x="71" y="99"/>
                    <a:pt x="69" y="102"/>
                  </a:cubicBezTo>
                  <a:cubicBezTo>
                    <a:pt x="69" y="102"/>
                    <a:pt x="69" y="102"/>
                    <a:pt x="68" y="103"/>
                  </a:cubicBezTo>
                  <a:cubicBezTo>
                    <a:pt x="67" y="105"/>
                    <a:pt x="66" y="107"/>
                    <a:pt x="66" y="109"/>
                  </a:cubicBezTo>
                  <a:cubicBezTo>
                    <a:pt x="67" y="111"/>
                    <a:pt x="68" y="113"/>
                    <a:pt x="70" y="115"/>
                  </a:cubicBezTo>
                  <a:cubicBezTo>
                    <a:pt x="72" y="117"/>
                    <a:pt x="74" y="119"/>
                    <a:pt x="74" y="123"/>
                  </a:cubicBezTo>
                  <a:cubicBezTo>
                    <a:pt x="73" y="126"/>
                    <a:pt x="72" y="128"/>
                    <a:pt x="71" y="131"/>
                  </a:cubicBezTo>
                  <a:cubicBezTo>
                    <a:pt x="70" y="132"/>
                    <a:pt x="70" y="134"/>
                    <a:pt x="69" y="136"/>
                  </a:cubicBezTo>
                  <a:cubicBezTo>
                    <a:pt x="68" y="138"/>
                    <a:pt x="68" y="138"/>
                    <a:pt x="68" y="138"/>
                  </a:cubicBezTo>
                  <a:cubicBezTo>
                    <a:pt x="67" y="141"/>
                    <a:pt x="67" y="144"/>
                    <a:pt x="65" y="148"/>
                  </a:cubicBezTo>
                  <a:cubicBezTo>
                    <a:pt x="64" y="149"/>
                    <a:pt x="63" y="151"/>
                    <a:pt x="61" y="152"/>
                  </a:cubicBezTo>
                  <a:cubicBezTo>
                    <a:pt x="60" y="154"/>
                    <a:pt x="60" y="155"/>
                    <a:pt x="59" y="156"/>
                  </a:cubicBezTo>
                  <a:cubicBezTo>
                    <a:pt x="59" y="156"/>
                    <a:pt x="59" y="157"/>
                    <a:pt x="58" y="158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56" y="162"/>
                    <a:pt x="53" y="166"/>
                    <a:pt x="50" y="168"/>
                  </a:cubicBezTo>
                  <a:cubicBezTo>
                    <a:pt x="47" y="170"/>
                    <a:pt x="45" y="172"/>
                    <a:pt x="44" y="175"/>
                  </a:cubicBezTo>
                  <a:cubicBezTo>
                    <a:pt x="43" y="175"/>
                    <a:pt x="42" y="176"/>
                    <a:pt x="42" y="177"/>
                  </a:cubicBezTo>
                  <a:cubicBezTo>
                    <a:pt x="41" y="178"/>
                    <a:pt x="40" y="180"/>
                    <a:pt x="39" y="181"/>
                  </a:cubicBezTo>
                  <a:cubicBezTo>
                    <a:pt x="37" y="183"/>
                    <a:pt x="36" y="186"/>
                    <a:pt x="34" y="188"/>
                  </a:cubicBezTo>
                  <a:cubicBezTo>
                    <a:pt x="30" y="191"/>
                    <a:pt x="29" y="195"/>
                    <a:pt x="28" y="200"/>
                  </a:cubicBezTo>
                  <a:cubicBezTo>
                    <a:pt x="26" y="207"/>
                    <a:pt x="24" y="214"/>
                    <a:pt x="21" y="220"/>
                  </a:cubicBezTo>
                  <a:cubicBezTo>
                    <a:pt x="20" y="221"/>
                    <a:pt x="20" y="222"/>
                    <a:pt x="20" y="223"/>
                  </a:cubicBezTo>
                  <a:cubicBezTo>
                    <a:pt x="19" y="224"/>
                    <a:pt x="18" y="226"/>
                    <a:pt x="18" y="228"/>
                  </a:cubicBezTo>
                  <a:cubicBezTo>
                    <a:pt x="17" y="231"/>
                    <a:pt x="16" y="235"/>
                    <a:pt x="14" y="237"/>
                  </a:cubicBezTo>
                  <a:cubicBezTo>
                    <a:pt x="12" y="239"/>
                    <a:pt x="11" y="242"/>
                    <a:pt x="10" y="245"/>
                  </a:cubicBezTo>
                  <a:cubicBezTo>
                    <a:pt x="10" y="246"/>
                    <a:pt x="9" y="248"/>
                    <a:pt x="8" y="250"/>
                  </a:cubicBezTo>
                  <a:cubicBezTo>
                    <a:pt x="6" y="253"/>
                    <a:pt x="6" y="256"/>
                    <a:pt x="6" y="260"/>
                  </a:cubicBezTo>
                  <a:cubicBezTo>
                    <a:pt x="6" y="261"/>
                    <a:pt x="6" y="262"/>
                    <a:pt x="6" y="263"/>
                  </a:cubicBezTo>
                  <a:cubicBezTo>
                    <a:pt x="6" y="263"/>
                    <a:pt x="6" y="264"/>
                    <a:pt x="6" y="265"/>
                  </a:cubicBezTo>
                  <a:cubicBezTo>
                    <a:pt x="6" y="266"/>
                    <a:pt x="6" y="268"/>
                    <a:pt x="6" y="269"/>
                  </a:cubicBezTo>
                  <a:cubicBezTo>
                    <a:pt x="6" y="270"/>
                    <a:pt x="5" y="271"/>
                    <a:pt x="5" y="272"/>
                  </a:cubicBezTo>
                  <a:cubicBezTo>
                    <a:pt x="4" y="273"/>
                    <a:pt x="4" y="274"/>
                    <a:pt x="3" y="275"/>
                  </a:cubicBezTo>
                  <a:cubicBezTo>
                    <a:pt x="3" y="276"/>
                    <a:pt x="3" y="277"/>
                    <a:pt x="2" y="278"/>
                  </a:cubicBezTo>
                  <a:cubicBezTo>
                    <a:pt x="1" y="281"/>
                    <a:pt x="0" y="284"/>
                    <a:pt x="1" y="288"/>
                  </a:cubicBezTo>
                  <a:cubicBezTo>
                    <a:pt x="1" y="288"/>
                    <a:pt x="1" y="289"/>
                    <a:pt x="2" y="290"/>
                  </a:cubicBezTo>
                  <a:cubicBezTo>
                    <a:pt x="2" y="291"/>
                    <a:pt x="3" y="292"/>
                    <a:pt x="3" y="293"/>
                  </a:cubicBezTo>
                  <a:cubicBezTo>
                    <a:pt x="3" y="294"/>
                    <a:pt x="3" y="295"/>
                    <a:pt x="3" y="296"/>
                  </a:cubicBezTo>
                  <a:cubicBezTo>
                    <a:pt x="2" y="297"/>
                    <a:pt x="2" y="298"/>
                    <a:pt x="2" y="299"/>
                  </a:cubicBezTo>
                  <a:cubicBezTo>
                    <a:pt x="2" y="300"/>
                    <a:pt x="3" y="301"/>
                    <a:pt x="3" y="302"/>
                  </a:cubicBezTo>
                  <a:cubicBezTo>
                    <a:pt x="3" y="303"/>
                    <a:pt x="4" y="304"/>
                    <a:pt x="4" y="306"/>
                  </a:cubicBezTo>
                  <a:cubicBezTo>
                    <a:pt x="4" y="307"/>
                    <a:pt x="4" y="308"/>
                    <a:pt x="3" y="310"/>
                  </a:cubicBezTo>
                  <a:cubicBezTo>
                    <a:pt x="3" y="310"/>
                    <a:pt x="3" y="311"/>
                    <a:pt x="3" y="312"/>
                  </a:cubicBezTo>
                  <a:cubicBezTo>
                    <a:pt x="3" y="315"/>
                    <a:pt x="3" y="318"/>
                    <a:pt x="4" y="321"/>
                  </a:cubicBezTo>
                  <a:cubicBezTo>
                    <a:pt x="4" y="322"/>
                    <a:pt x="5" y="324"/>
                    <a:pt x="5" y="325"/>
                  </a:cubicBezTo>
                  <a:cubicBezTo>
                    <a:pt x="5" y="328"/>
                    <a:pt x="5" y="330"/>
                    <a:pt x="4" y="332"/>
                  </a:cubicBezTo>
                  <a:cubicBezTo>
                    <a:pt x="4" y="334"/>
                    <a:pt x="3" y="337"/>
                    <a:pt x="4" y="339"/>
                  </a:cubicBezTo>
                  <a:cubicBezTo>
                    <a:pt x="5" y="342"/>
                    <a:pt x="6" y="343"/>
                    <a:pt x="7" y="345"/>
                  </a:cubicBezTo>
                  <a:cubicBezTo>
                    <a:pt x="9" y="346"/>
                    <a:pt x="9" y="346"/>
                    <a:pt x="9" y="34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2" y="343"/>
                    <a:pt x="13" y="340"/>
                    <a:pt x="16" y="338"/>
                  </a:cubicBezTo>
                  <a:cubicBezTo>
                    <a:pt x="17" y="337"/>
                    <a:pt x="18" y="335"/>
                    <a:pt x="19" y="334"/>
                  </a:cubicBezTo>
                  <a:cubicBezTo>
                    <a:pt x="20" y="334"/>
                    <a:pt x="20" y="333"/>
                    <a:pt x="20" y="333"/>
                  </a:cubicBezTo>
                  <a:cubicBezTo>
                    <a:pt x="21" y="331"/>
                    <a:pt x="23" y="328"/>
                    <a:pt x="25" y="328"/>
                  </a:cubicBezTo>
                  <a:cubicBezTo>
                    <a:pt x="25" y="328"/>
                    <a:pt x="26" y="328"/>
                    <a:pt x="26" y="328"/>
                  </a:cubicBezTo>
                  <a:cubicBezTo>
                    <a:pt x="27" y="329"/>
                    <a:pt x="27" y="329"/>
                    <a:pt x="27" y="330"/>
                  </a:cubicBezTo>
                  <a:cubicBezTo>
                    <a:pt x="28" y="331"/>
                    <a:pt x="26" y="334"/>
                    <a:pt x="25" y="335"/>
                  </a:cubicBezTo>
                  <a:cubicBezTo>
                    <a:pt x="25" y="336"/>
                    <a:pt x="25" y="336"/>
                    <a:pt x="24" y="336"/>
                  </a:cubicBezTo>
                  <a:cubicBezTo>
                    <a:pt x="22" y="340"/>
                    <a:pt x="19" y="349"/>
                    <a:pt x="23" y="353"/>
                  </a:cubicBezTo>
                  <a:cubicBezTo>
                    <a:pt x="26" y="356"/>
                    <a:pt x="30" y="357"/>
                    <a:pt x="34" y="357"/>
                  </a:cubicBezTo>
                  <a:cubicBezTo>
                    <a:pt x="36" y="358"/>
                    <a:pt x="37" y="358"/>
                    <a:pt x="39" y="359"/>
                  </a:cubicBezTo>
                  <a:cubicBezTo>
                    <a:pt x="40" y="359"/>
                    <a:pt x="41" y="359"/>
                    <a:pt x="42" y="359"/>
                  </a:cubicBezTo>
                  <a:cubicBezTo>
                    <a:pt x="43" y="360"/>
                    <a:pt x="45" y="360"/>
                    <a:pt x="47" y="361"/>
                  </a:cubicBezTo>
                  <a:cubicBezTo>
                    <a:pt x="48" y="361"/>
                    <a:pt x="49" y="362"/>
                    <a:pt x="50" y="363"/>
                  </a:cubicBezTo>
                  <a:cubicBezTo>
                    <a:pt x="51" y="363"/>
                    <a:pt x="51" y="364"/>
                    <a:pt x="52" y="365"/>
                  </a:cubicBezTo>
                  <a:cubicBezTo>
                    <a:pt x="53" y="365"/>
                    <a:pt x="55" y="365"/>
                    <a:pt x="56" y="365"/>
                  </a:cubicBezTo>
                  <a:cubicBezTo>
                    <a:pt x="59" y="365"/>
                    <a:pt x="61" y="364"/>
                    <a:pt x="63" y="361"/>
                  </a:cubicBezTo>
                  <a:cubicBezTo>
                    <a:pt x="64" y="359"/>
                    <a:pt x="64" y="357"/>
                    <a:pt x="65" y="355"/>
                  </a:cubicBezTo>
                  <a:cubicBezTo>
                    <a:pt x="66" y="351"/>
                    <a:pt x="68" y="347"/>
                    <a:pt x="71" y="345"/>
                  </a:cubicBezTo>
                  <a:cubicBezTo>
                    <a:pt x="73" y="343"/>
                    <a:pt x="74" y="343"/>
                    <a:pt x="76" y="343"/>
                  </a:cubicBezTo>
                  <a:cubicBezTo>
                    <a:pt x="76" y="343"/>
                    <a:pt x="77" y="343"/>
                    <a:pt x="77" y="343"/>
                  </a:cubicBezTo>
                  <a:cubicBezTo>
                    <a:pt x="84" y="346"/>
                    <a:pt x="87" y="359"/>
                    <a:pt x="88" y="364"/>
                  </a:cubicBezTo>
                  <a:cubicBezTo>
                    <a:pt x="88" y="364"/>
                    <a:pt x="88" y="365"/>
                    <a:pt x="88" y="366"/>
                  </a:cubicBezTo>
                  <a:cubicBezTo>
                    <a:pt x="88" y="366"/>
                    <a:pt x="88" y="366"/>
                    <a:pt x="88" y="367"/>
                  </a:cubicBezTo>
                  <a:cubicBezTo>
                    <a:pt x="92" y="368"/>
                    <a:pt x="92" y="368"/>
                    <a:pt x="92" y="368"/>
                  </a:cubicBezTo>
                  <a:cubicBezTo>
                    <a:pt x="92" y="366"/>
                    <a:pt x="93" y="364"/>
                    <a:pt x="94" y="364"/>
                  </a:cubicBezTo>
                  <a:cubicBezTo>
                    <a:pt x="94" y="363"/>
                    <a:pt x="95" y="363"/>
                    <a:pt x="96" y="363"/>
                  </a:cubicBezTo>
                  <a:cubicBezTo>
                    <a:pt x="97" y="363"/>
                    <a:pt x="99" y="363"/>
                    <a:pt x="100" y="364"/>
                  </a:cubicBezTo>
                  <a:cubicBezTo>
                    <a:pt x="101" y="364"/>
                    <a:pt x="103" y="365"/>
                    <a:pt x="104" y="365"/>
                  </a:cubicBezTo>
                  <a:cubicBezTo>
                    <a:pt x="105" y="365"/>
                    <a:pt x="105" y="364"/>
                    <a:pt x="106" y="364"/>
                  </a:cubicBezTo>
                  <a:cubicBezTo>
                    <a:pt x="108" y="364"/>
                    <a:pt x="110" y="363"/>
                    <a:pt x="112" y="363"/>
                  </a:cubicBezTo>
                  <a:cubicBezTo>
                    <a:pt x="114" y="363"/>
                    <a:pt x="116" y="364"/>
                    <a:pt x="118" y="365"/>
                  </a:cubicBezTo>
                  <a:cubicBezTo>
                    <a:pt x="120" y="367"/>
                    <a:pt x="122" y="368"/>
                    <a:pt x="125" y="369"/>
                  </a:cubicBezTo>
                  <a:cubicBezTo>
                    <a:pt x="126" y="370"/>
                    <a:pt x="127" y="370"/>
                    <a:pt x="128" y="371"/>
                  </a:cubicBezTo>
                  <a:cubicBezTo>
                    <a:pt x="128" y="371"/>
                    <a:pt x="129" y="371"/>
                    <a:pt x="129" y="371"/>
                  </a:cubicBezTo>
                  <a:cubicBezTo>
                    <a:pt x="129" y="372"/>
                    <a:pt x="131" y="372"/>
                    <a:pt x="131" y="373"/>
                  </a:cubicBezTo>
                  <a:cubicBezTo>
                    <a:pt x="134" y="374"/>
                    <a:pt x="134" y="374"/>
                    <a:pt x="134" y="374"/>
                  </a:cubicBezTo>
                  <a:cubicBezTo>
                    <a:pt x="134" y="371"/>
                    <a:pt x="134" y="371"/>
                    <a:pt x="134" y="371"/>
                  </a:cubicBezTo>
                  <a:cubicBezTo>
                    <a:pt x="134" y="370"/>
                    <a:pt x="134" y="369"/>
                    <a:pt x="134" y="367"/>
                  </a:cubicBezTo>
                  <a:cubicBezTo>
                    <a:pt x="134" y="367"/>
                    <a:pt x="134" y="367"/>
                    <a:pt x="134" y="366"/>
                  </a:cubicBezTo>
                  <a:cubicBezTo>
                    <a:pt x="133" y="363"/>
                    <a:pt x="133" y="362"/>
                    <a:pt x="134" y="362"/>
                  </a:cubicBezTo>
                  <a:cubicBezTo>
                    <a:pt x="135" y="362"/>
                    <a:pt x="135" y="361"/>
                    <a:pt x="135" y="361"/>
                  </a:cubicBezTo>
                  <a:cubicBezTo>
                    <a:pt x="137" y="361"/>
                    <a:pt x="139" y="363"/>
                    <a:pt x="140" y="364"/>
                  </a:cubicBezTo>
                  <a:cubicBezTo>
                    <a:pt x="141" y="365"/>
                    <a:pt x="141" y="365"/>
                    <a:pt x="142" y="366"/>
                  </a:cubicBezTo>
                  <a:cubicBezTo>
                    <a:pt x="143" y="367"/>
                    <a:pt x="144" y="368"/>
                    <a:pt x="145" y="369"/>
                  </a:cubicBezTo>
                  <a:cubicBezTo>
                    <a:pt x="146" y="369"/>
                    <a:pt x="146" y="369"/>
                    <a:pt x="146" y="369"/>
                  </a:cubicBezTo>
                  <a:cubicBezTo>
                    <a:pt x="146" y="369"/>
                    <a:pt x="146" y="369"/>
                    <a:pt x="146" y="369"/>
                  </a:cubicBezTo>
                  <a:cubicBezTo>
                    <a:pt x="147" y="369"/>
                    <a:pt x="149" y="368"/>
                    <a:pt x="150" y="367"/>
                  </a:cubicBezTo>
                  <a:cubicBezTo>
                    <a:pt x="150" y="367"/>
                    <a:pt x="151" y="367"/>
                    <a:pt x="151" y="367"/>
                  </a:cubicBezTo>
                  <a:cubicBezTo>
                    <a:pt x="155" y="365"/>
                    <a:pt x="159" y="363"/>
                    <a:pt x="163" y="362"/>
                  </a:cubicBezTo>
                  <a:cubicBezTo>
                    <a:pt x="164" y="362"/>
                    <a:pt x="165" y="362"/>
                    <a:pt x="166" y="362"/>
                  </a:cubicBezTo>
                  <a:cubicBezTo>
                    <a:pt x="167" y="362"/>
                    <a:pt x="168" y="362"/>
                    <a:pt x="168" y="362"/>
                  </a:cubicBezTo>
                  <a:cubicBezTo>
                    <a:pt x="169" y="362"/>
                    <a:pt x="170" y="362"/>
                    <a:pt x="171" y="362"/>
                  </a:cubicBezTo>
                  <a:cubicBezTo>
                    <a:pt x="172" y="362"/>
                    <a:pt x="174" y="362"/>
                    <a:pt x="175" y="361"/>
                  </a:cubicBezTo>
                  <a:cubicBezTo>
                    <a:pt x="177" y="360"/>
                    <a:pt x="179" y="359"/>
                    <a:pt x="180" y="358"/>
                  </a:cubicBezTo>
                  <a:cubicBezTo>
                    <a:pt x="182" y="356"/>
                    <a:pt x="184" y="355"/>
                    <a:pt x="187" y="354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91" y="353"/>
                    <a:pt x="194" y="352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8" y="351"/>
                    <a:pt x="198" y="351"/>
                    <a:pt x="198" y="351"/>
                  </a:cubicBezTo>
                  <a:cubicBezTo>
                    <a:pt x="199" y="350"/>
                    <a:pt x="199" y="350"/>
                    <a:pt x="199" y="350"/>
                  </a:cubicBezTo>
                  <a:cubicBezTo>
                    <a:pt x="199" y="349"/>
                    <a:pt x="199" y="349"/>
                    <a:pt x="200" y="348"/>
                  </a:cubicBezTo>
                  <a:cubicBezTo>
                    <a:pt x="200" y="347"/>
                    <a:pt x="200" y="347"/>
                    <a:pt x="200" y="347"/>
                  </a:cubicBezTo>
                  <a:cubicBezTo>
                    <a:pt x="201" y="346"/>
                    <a:pt x="201" y="346"/>
                    <a:pt x="201" y="346"/>
                  </a:cubicBezTo>
                  <a:cubicBezTo>
                    <a:pt x="202" y="344"/>
                    <a:pt x="203" y="343"/>
                    <a:pt x="203" y="341"/>
                  </a:cubicBezTo>
                  <a:cubicBezTo>
                    <a:pt x="203" y="339"/>
                    <a:pt x="202" y="338"/>
                    <a:pt x="201" y="337"/>
                  </a:cubicBezTo>
                  <a:cubicBezTo>
                    <a:pt x="200" y="337"/>
                    <a:pt x="200" y="336"/>
                    <a:pt x="199" y="336"/>
                  </a:cubicBezTo>
                  <a:cubicBezTo>
                    <a:pt x="198" y="335"/>
                    <a:pt x="197" y="334"/>
                    <a:pt x="196" y="333"/>
                  </a:cubicBezTo>
                  <a:cubicBezTo>
                    <a:pt x="195" y="332"/>
                    <a:pt x="195" y="331"/>
                    <a:pt x="195" y="330"/>
                  </a:cubicBezTo>
                  <a:cubicBezTo>
                    <a:pt x="195" y="329"/>
                    <a:pt x="195" y="328"/>
                    <a:pt x="195" y="327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5" y="324"/>
                    <a:pt x="195" y="323"/>
                    <a:pt x="195" y="322"/>
                  </a:cubicBezTo>
                  <a:cubicBezTo>
                    <a:pt x="196" y="320"/>
                    <a:pt x="197" y="318"/>
                    <a:pt x="198" y="317"/>
                  </a:cubicBezTo>
                  <a:cubicBezTo>
                    <a:pt x="199" y="316"/>
                    <a:pt x="200" y="315"/>
                    <a:pt x="202" y="315"/>
                  </a:cubicBezTo>
                  <a:cubicBezTo>
                    <a:pt x="205" y="313"/>
                    <a:pt x="207" y="312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6" y="308"/>
                    <a:pt x="206" y="308"/>
                    <a:pt x="206" y="308"/>
                  </a:cubicBezTo>
                  <a:cubicBezTo>
                    <a:pt x="206" y="308"/>
                    <a:pt x="206" y="308"/>
                    <a:pt x="206" y="308"/>
                  </a:cubicBezTo>
                  <a:cubicBezTo>
                    <a:pt x="206" y="308"/>
                    <a:pt x="206" y="308"/>
                    <a:pt x="206" y="308"/>
                  </a:cubicBezTo>
                  <a:cubicBezTo>
                    <a:pt x="206" y="307"/>
                    <a:pt x="205" y="307"/>
                    <a:pt x="203" y="307"/>
                  </a:cubicBezTo>
                  <a:cubicBezTo>
                    <a:pt x="202" y="307"/>
                    <a:pt x="200" y="307"/>
                    <a:pt x="200" y="306"/>
                  </a:cubicBezTo>
                  <a:cubicBezTo>
                    <a:pt x="199" y="305"/>
                    <a:pt x="199" y="304"/>
                    <a:pt x="203" y="302"/>
                  </a:cubicBezTo>
                  <a:cubicBezTo>
                    <a:pt x="203" y="302"/>
                    <a:pt x="203" y="302"/>
                    <a:pt x="203" y="302"/>
                  </a:cubicBezTo>
                  <a:cubicBezTo>
                    <a:pt x="205" y="300"/>
                    <a:pt x="206" y="299"/>
                    <a:pt x="206" y="298"/>
                  </a:cubicBezTo>
                  <a:cubicBezTo>
                    <a:pt x="206" y="296"/>
                    <a:pt x="205" y="295"/>
                    <a:pt x="202" y="293"/>
                  </a:cubicBezTo>
                  <a:cubicBezTo>
                    <a:pt x="201" y="292"/>
                    <a:pt x="199" y="292"/>
                    <a:pt x="197" y="292"/>
                  </a:cubicBezTo>
                  <a:cubicBezTo>
                    <a:pt x="194" y="292"/>
                    <a:pt x="192" y="291"/>
                    <a:pt x="190" y="290"/>
                  </a:cubicBezTo>
                  <a:cubicBezTo>
                    <a:pt x="186" y="285"/>
                    <a:pt x="188" y="281"/>
                    <a:pt x="191" y="276"/>
                  </a:cubicBezTo>
                  <a:cubicBezTo>
                    <a:pt x="191" y="275"/>
                    <a:pt x="192" y="274"/>
                    <a:pt x="193" y="273"/>
                  </a:cubicBezTo>
                  <a:cubicBezTo>
                    <a:pt x="195" y="271"/>
                    <a:pt x="196" y="269"/>
                    <a:pt x="197" y="266"/>
                  </a:cubicBezTo>
                  <a:cubicBezTo>
                    <a:pt x="198" y="265"/>
                    <a:pt x="198" y="263"/>
                    <a:pt x="198" y="262"/>
                  </a:cubicBezTo>
                  <a:cubicBezTo>
                    <a:pt x="199" y="259"/>
                    <a:pt x="200" y="256"/>
                    <a:pt x="202" y="254"/>
                  </a:cubicBezTo>
                  <a:cubicBezTo>
                    <a:pt x="205" y="251"/>
                    <a:pt x="208" y="250"/>
                    <a:pt x="212" y="249"/>
                  </a:cubicBezTo>
                  <a:cubicBezTo>
                    <a:pt x="212" y="249"/>
                    <a:pt x="213" y="248"/>
                    <a:pt x="214" y="248"/>
                  </a:cubicBezTo>
                  <a:cubicBezTo>
                    <a:pt x="217" y="247"/>
                    <a:pt x="220" y="245"/>
                    <a:pt x="221" y="243"/>
                  </a:cubicBezTo>
                  <a:cubicBezTo>
                    <a:pt x="223" y="240"/>
                    <a:pt x="223" y="240"/>
                    <a:pt x="223" y="240"/>
                  </a:cubicBezTo>
                  <a:lnTo>
                    <a:pt x="220" y="240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DDA2579-6C1A-A99B-2972-7161CAD64F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3" y="3583"/>
              <a:ext cx="786" cy="737"/>
            </a:xfrm>
            <a:custGeom>
              <a:avLst/>
              <a:gdLst>
                <a:gd name="T0" fmla="*/ 306 w 322"/>
                <a:gd name="T1" fmla="*/ 101 h 302"/>
                <a:gd name="T2" fmla="*/ 306 w 322"/>
                <a:gd name="T3" fmla="*/ 93 h 302"/>
                <a:gd name="T4" fmla="*/ 314 w 322"/>
                <a:gd name="T5" fmla="*/ 76 h 302"/>
                <a:gd name="T6" fmla="*/ 305 w 322"/>
                <a:gd name="T7" fmla="*/ 65 h 302"/>
                <a:gd name="T8" fmla="*/ 272 w 322"/>
                <a:gd name="T9" fmla="*/ 45 h 302"/>
                <a:gd name="T10" fmla="*/ 239 w 322"/>
                <a:gd name="T11" fmla="*/ 20 h 302"/>
                <a:gd name="T12" fmla="*/ 209 w 322"/>
                <a:gd name="T13" fmla="*/ 9 h 302"/>
                <a:gd name="T14" fmla="*/ 188 w 322"/>
                <a:gd name="T15" fmla="*/ 4 h 302"/>
                <a:gd name="T16" fmla="*/ 180 w 322"/>
                <a:gd name="T17" fmla="*/ 5 h 302"/>
                <a:gd name="T18" fmla="*/ 162 w 322"/>
                <a:gd name="T19" fmla="*/ 6 h 302"/>
                <a:gd name="T20" fmla="*/ 151 w 322"/>
                <a:gd name="T21" fmla="*/ 1 h 302"/>
                <a:gd name="T22" fmla="*/ 102 w 322"/>
                <a:gd name="T23" fmla="*/ 30 h 302"/>
                <a:gd name="T24" fmla="*/ 71 w 322"/>
                <a:gd name="T25" fmla="*/ 57 h 302"/>
                <a:gd name="T26" fmla="*/ 51 w 322"/>
                <a:gd name="T27" fmla="*/ 79 h 302"/>
                <a:gd name="T28" fmla="*/ 42 w 322"/>
                <a:gd name="T29" fmla="*/ 91 h 302"/>
                <a:gd name="T30" fmla="*/ 26 w 322"/>
                <a:gd name="T31" fmla="*/ 115 h 302"/>
                <a:gd name="T32" fmla="*/ 16 w 322"/>
                <a:gd name="T33" fmla="*/ 122 h 302"/>
                <a:gd name="T34" fmla="*/ 8 w 322"/>
                <a:gd name="T35" fmla="*/ 149 h 302"/>
                <a:gd name="T36" fmla="*/ 22 w 322"/>
                <a:gd name="T37" fmla="*/ 144 h 302"/>
                <a:gd name="T38" fmla="*/ 35 w 322"/>
                <a:gd name="T39" fmla="*/ 143 h 302"/>
                <a:gd name="T40" fmla="*/ 55 w 322"/>
                <a:gd name="T41" fmla="*/ 159 h 302"/>
                <a:gd name="T42" fmla="*/ 68 w 322"/>
                <a:gd name="T43" fmla="*/ 183 h 302"/>
                <a:gd name="T44" fmla="*/ 91 w 322"/>
                <a:gd name="T45" fmla="*/ 183 h 302"/>
                <a:gd name="T46" fmla="*/ 115 w 322"/>
                <a:gd name="T47" fmla="*/ 199 h 302"/>
                <a:gd name="T48" fmla="*/ 133 w 322"/>
                <a:gd name="T49" fmla="*/ 215 h 302"/>
                <a:gd name="T50" fmla="*/ 162 w 322"/>
                <a:gd name="T51" fmla="*/ 244 h 302"/>
                <a:gd name="T52" fmla="*/ 179 w 322"/>
                <a:gd name="T53" fmla="*/ 257 h 302"/>
                <a:gd name="T54" fmla="*/ 175 w 322"/>
                <a:gd name="T55" fmla="*/ 268 h 302"/>
                <a:gd name="T56" fmla="*/ 166 w 322"/>
                <a:gd name="T57" fmla="*/ 277 h 302"/>
                <a:gd name="T58" fmla="*/ 163 w 322"/>
                <a:gd name="T59" fmla="*/ 295 h 302"/>
                <a:gd name="T60" fmla="*/ 184 w 322"/>
                <a:gd name="T61" fmla="*/ 293 h 302"/>
                <a:gd name="T62" fmla="*/ 227 w 322"/>
                <a:gd name="T63" fmla="*/ 229 h 302"/>
                <a:gd name="T64" fmla="*/ 241 w 322"/>
                <a:gd name="T65" fmla="*/ 217 h 302"/>
                <a:gd name="T66" fmla="*/ 260 w 322"/>
                <a:gd name="T67" fmla="*/ 203 h 302"/>
                <a:gd name="T68" fmla="*/ 283 w 322"/>
                <a:gd name="T69" fmla="*/ 175 h 302"/>
                <a:gd name="T70" fmla="*/ 318 w 322"/>
                <a:gd name="T71" fmla="*/ 108 h 302"/>
                <a:gd name="T72" fmla="*/ 275 w 322"/>
                <a:gd name="T73" fmla="*/ 167 h 302"/>
                <a:gd name="T74" fmla="*/ 264 w 322"/>
                <a:gd name="T75" fmla="*/ 178 h 302"/>
                <a:gd name="T76" fmla="*/ 260 w 322"/>
                <a:gd name="T77" fmla="*/ 180 h 302"/>
                <a:gd name="T78" fmla="*/ 252 w 322"/>
                <a:gd name="T79" fmla="*/ 198 h 302"/>
                <a:gd name="T80" fmla="*/ 235 w 322"/>
                <a:gd name="T81" fmla="*/ 212 h 302"/>
                <a:gd name="T82" fmla="*/ 227 w 322"/>
                <a:gd name="T83" fmla="*/ 216 h 302"/>
                <a:gd name="T84" fmla="*/ 219 w 322"/>
                <a:gd name="T85" fmla="*/ 222 h 302"/>
                <a:gd name="T86" fmla="*/ 218 w 322"/>
                <a:gd name="T87" fmla="*/ 225 h 302"/>
                <a:gd name="T88" fmla="*/ 226 w 322"/>
                <a:gd name="T89" fmla="*/ 202 h 302"/>
                <a:gd name="T90" fmla="*/ 234 w 322"/>
                <a:gd name="T91" fmla="*/ 194 h 302"/>
                <a:gd name="T92" fmla="*/ 241 w 322"/>
                <a:gd name="T93" fmla="*/ 188 h 302"/>
                <a:gd name="T94" fmla="*/ 250 w 322"/>
                <a:gd name="T95" fmla="*/ 174 h 302"/>
                <a:gd name="T96" fmla="*/ 259 w 322"/>
                <a:gd name="T97" fmla="*/ 154 h 302"/>
                <a:gd name="T98" fmla="*/ 256 w 322"/>
                <a:gd name="T99" fmla="*/ 142 h 302"/>
                <a:gd name="T100" fmla="*/ 269 w 322"/>
                <a:gd name="T101" fmla="*/ 152 h 302"/>
                <a:gd name="T102" fmla="*/ 275 w 322"/>
                <a:gd name="T103" fmla="*/ 150 h 302"/>
                <a:gd name="T104" fmla="*/ 281 w 322"/>
                <a:gd name="T105" fmla="*/ 145 h 302"/>
                <a:gd name="T106" fmla="*/ 275 w 322"/>
                <a:gd name="T107" fmla="*/ 152 h 302"/>
                <a:gd name="T108" fmla="*/ 197 w 322"/>
                <a:gd name="T109" fmla="*/ 246 h 302"/>
                <a:gd name="T110" fmla="*/ 186 w 322"/>
                <a:gd name="T111" fmla="*/ 251 h 302"/>
                <a:gd name="T112" fmla="*/ 193 w 322"/>
                <a:gd name="T113" fmla="*/ 240 h 302"/>
                <a:gd name="T114" fmla="*/ 196 w 322"/>
                <a:gd name="T115" fmla="*/ 241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22" h="302">
                  <a:moveTo>
                    <a:pt x="319" y="102"/>
                  </a:moveTo>
                  <a:cubicBezTo>
                    <a:pt x="317" y="101"/>
                    <a:pt x="313" y="100"/>
                    <a:pt x="311" y="99"/>
                  </a:cubicBezTo>
                  <a:cubicBezTo>
                    <a:pt x="310" y="99"/>
                    <a:pt x="310" y="100"/>
                    <a:pt x="309" y="100"/>
                  </a:cubicBezTo>
                  <a:cubicBezTo>
                    <a:pt x="308" y="100"/>
                    <a:pt x="307" y="101"/>
                    <a:pt x="306" y="101"/>
                  </a:cubicBezTo>
                  <a:cubicBezTo>
                    <a:pt x="305" y="101"/>
                    <a:pt x="305" y="100"/>
                    <a:pt x="304" y="100"/>
                  </a:cubicBezTo>
                  <a:cubicBezTo>
                    <a:pt x="303" y="99"/>
                    <a:pt x="304" y="98"/>
                    <a:pt x="305" y="97"/>
                  </a:cubicBezTo>
                  <a:cubicBezTo>
                    <a:pt x="305" y="97"/>
                    <a:pt x="305" y="97"/>
                    <a:pt x="305" y="96"/>
                  </a:cubicBezTo>
                  <a:cubicBezTo>
                    <a:pt x="306" y="95"/>
                    <a:pt x="306" y="94"/>
                    <a:pt x="306" y="93"/>
                  </a:cubicBezTo>
                  <a:cubicBezTo>
                    <a:pt x="306" y="93"/>
                    <a:pt x="307" y="92"/>
                    <a:pt x="307" y="91"/>
                  </a:cubicBezTo>
                  <a:cubicBezTo>
                    <a:pt x="308" y="89"/>
                    <a:pt x="309" y="86"/>
                    <a:pt x="310" y="83"/>
                  </a:cubicBezTo>
                  <a:cubicBezTo>
                    <a:pt x="311" y="81"/>
                    <a:pt x="311" y="81"/>
                    <a:pt x="311" y="81"/>
                  </a:cubicBezTo>
                  <a:cubicBezTo>
                    <a:pt x="311" y="80"/>
                    <a:pt x="313" y="78"/>
                    <a:pt x="314" y="76"/>
                  </a:cubicBezTo>
                  <a:cubicBezTo>
                    <a:pt x="317" y="73"/>
                    <a:pt x="320" y="70"/>
                    <a:pt x="319" y="67"/>
                  </a:cubicBezTo>
                  <a:cubicBezTo>
                    <a:pt x="318" y="65"/>
                    <a:pt x="315" y="65"/>
                    <a:pt x="313" y="65"/>
                  </a:cubicBezTo>
                  <a:cubicBezTo>
                    <a:pt x="312" y="65"/>
                    <a:pt x="310" y="65"/>
                    <a:pt x="308" y="65"/>
                  </a:cubicBezTo>
                  <a:cubicBezTo>
                    <a:pt x="307" y="65"/>
                    <a:pt x="306" y="65"/>
                    <a:pt x="305" y="65"/>
                  </a:cubicBezTo>
                  <a:cubicBezTo>
                    <a:pt x="305" y="65"/>
                    <a:pt x="305" y="65"/>
                    <a:pt x="304" y="65"/>
                  </a:cubicBezTo>
                  <a:cubicBezTo>
                    <a:pt x="302" y="65"/>
                    <a:pt x="299" y="64"/>
                    <a:pt x="296" y="64"/>
                  </a:cubicBezTo>
                  <a:cubicBezTo>
                    <a:pt x="294" y="63"/>
                    <a:pt x="292" y="63"/>
                    <a:pt x="290" y="63"/>
                  </a:cubicBezTo>
                  <a:cubicBezTo>
                    <a:pt x="283" y="61"/>
                    <a:pt x="275" y="53"/>
                    <a:pt x="272" y="45"/>
                  </a:cubicBezTo>
                  <a:cubicBezTo>
                    <a:pt x="269" y="36"/>
                    <a:pt x="262" y="31"/>
                    <a:pt x="255" y="27"/>
                  </a:cubicBezTo>
                  <a:cubicBezTo>
                    <a:pt x="254" y="27"/>
                    <a:pt x="254" y="26"/>
                    <a:pt x="253" y="26"/>
                  </a:cubicBezTo>
                  <a:cubicBezTo>
                    <a:pt x="250" y="24"/>
                    <a:pt x="247" y="22"/>
                    <a:pt x="244" y="21"/>
                  </a:cubicBezTo>
                  <a:cubicBezTo>
                    <a:pt x="242" y="21"/>
                    <a:pt x="241" y="20"/>
                    <a:pt x="239" y="20"/>
                  </a:cubicBezTo>
                  <a:cubicBezTo>
                    <a:pt x="237" y="19"/>
                    <a:pt x="234" y="18"/>
                    <a:pt x="232" y="18"/>
                  </a:cubicBezTo>
                  <a:cubicBezTo>
                    <a:pt x="230" y="17"/>
                    <a:pt x="228" y="15"/>
                    <a:pt x="226" y="14"/>
                  </a:cubicBezTo>
                  <a:cubicBezTo>
                    <a:pt x="224" y="12"/>
                    <a:pt x="222" y="10"/>
                    <a:pt x="220" y="10"/>
                  </a:cubicBezTo>
                  <a:cubicBezTo>
                    <a:pt x="216" y="9"/>
                    <a:pt x="212" y="9"/>
                    <a:pt x="209" y="9"/>
                  </a:cubicBezTo>
                  <a:cubicBezTo>
                    <a:pt x="207" y="8"/>
                    <a:pt x="204" y="8"/>
                    <a:pt x="201" y="8"/>
                  </a:cubicBezTo>
                  <a:cubicBezTo>
                    <a:pt x="199" y="8"/>
                    <a:pt x="196" y="7"/>
                    <a:pt x="194" y="7"/>
                  </a:cubicBezTo>
                  <a:cubicBezTo>
                    <a:pt x="193" y="6"/>
                    <a:pt x="192" y="6"/>
                    <a:pt x="191" y="5"/>
                  </a:cubicBezTo>
                  <a:cubicBezTo>
                    <a:pt x="190" y="5"/>
                    <a:pt x="189" y="4"/>
                    <a:pt x="188" y="4"/>
                  </a:cubicBezTo>
                  <a:cubicBezTo>
                    <a:pt x="188" y="4"/>
                    <a:pt x="188" y="4"/>
                    <a:pt x="187" y="4"/>
                  </a:cubicBezTo>
                  <a:cubicBezTo>
                    <a:pt x="186" y="4"/>
                    <a:pt x="185" y="4"/>
                    <a:pt x="185" y="4"/>
                  </a:cubicBezTo>
                  <a:cubicBezTo>
                    <a:pt x="184" y="5"/>
                    <a:pt x="183" y="5"/>
                    <a:pt x="181" y="5"/>
                  </a:cubicBezTo>
                  <a:cubicBezTo>
                    <a:pt x="181" y="5"/>
                    <a:pt x="180" y="5"/>
                    <a:pt x="180" y="5"/>
                  </a:cubicBezTo>
                  <a:cubicBezTo>
                    <a:pt x="179" y="4"/>
                    <a:pt x="178" y="3"/>
                    <a:pt x="177" y="3"/>
                  </a:cubicBezTo>
                  <a:cubicBezTo>
                    <a:pt x="177" y="2"/>
                    <a:pt x="176" y="1"/>
                    <a:pt x="174" y="1"/>
                  </a:cubicBezTo>
                  <a:cubicBezTo>
                    <a:pt x="172" y="1"/>
                    <a:pt x="170" y="2"/>
                    <a:pt x="168" y="3"/>
                  </a:cubicBezTo>
                  <a:cubicBezTo>
                    <a:pt x="166" y="5"/>
                    <a:pt x="164" y="6"/>
                    <a:pt x="162" y="6"/>
                  </a:cubicBezTo>
                  <a:cubicBezTo>
                    <a:pt x="162" y="6"/>
                    <a:pt x="161" y="6"/>
                    <a:pt x="161" y="6"/>
                  </a:cubicBezTo>
                  <a:cubicBezTo>
                    <a:pt x="159" y="6"/>
                    <a:pt x="157" y="4"/>
                    <a:pt x="154" y="2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47" y="4"/>
                    <a:pt x="143" y="6"/>
                    <a:pt x="139" y="9"/>
                  </a:cubicBezTo>
                  <a:cubicBezTo>
                    <a:pt x="137" y="9"/>
                    <a:pt x="136" y="10"/>
                    <a:pt x="134" y="11"/>
                  </a:cubicBezTo>
                  <a:cubicBezTo>
                    <a:pt x="131" y="13"/>
                    <a:pt x="128" y="15"/>
                    <a:pt x="124" y="17"/>
                  </a:cubicBezTo>
                  <a:cubicBezTo>
                    <a:pt x="117" y="21"/>
                    <a:pt x="109" y="25"/>
                    <a:pt x="102" y="30"/>
                  </a:cubicBezTo>
                  <a:cubicBezTo>
                    <a:pt x="100" y="32"/>
                    <a:pt x="98" y="34"/>
                    <a:pt x="95" y="35"/>
                  </a:cubicBezTo>
                  <a:cubicBezTo>
                    <a:pt x="87" y="41"/>
                    <a:pt x="79" y="47"/>
                    <a:pt x="75" y="55"/>
                  </a:cubicBezTo>
                  <a:cubicBezTo>
                    <a:pt x="75" y="55"/>
                    <a:pt x="74" y="55"/>
                    <a:pt x="74" y="56"/>
                  </a:cubicBezTo>
                  <a:cubicBezTo>
                    <a:pt x="73" y="56"/>
                    <a:pt x="72" y="56"/>
                    <a:pt x="71" y="57"/>
                  </a:cubicBezTo>
                  <a:cubicBezTo>
                    <a:pt x="66" y="59"/>
                    <a:pt x="63" y="64"/>
                    <a:pt x="61" y="68"/>
                  </a:cubicBezTo>
                  <a:cubicBezTo>
                    <a:pt x="58" y="72"/>
                    <a:pt x="56" y="76"/>
                    <a:pt x="52" y="78"/>
                  </a:cubicBezTo>
                  <a:cubicBezTo>
                    <a:pt x="51" y="78"/>
                    <a:pt x="51" y="78"/>
                    <a:pt x="51" y="78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1" y="80"/>
                    <a:pt x="51" y="80"/>
                    <a:pt x="50" y="81"/>
                  </a:cubicBezTo>
                  <a:cubicBezTo>
                    <a:pt x="50" y="83"/>
                    <a:pt x="50" y="84"/>
                    <a:pt x="48" y="86"/>
                  </a:cubicBezTo>
                  <a:cubicBezTo>
                    <a:pt x="48" y="86"/>
                    <a:pt x="47" y="87"/>
                    <a:pt x="46" y="88"/>
                  </a:cubicBezTo>
                  <a:cubicBezTo>
                    <a:pt x="45" y="89"/>
                    <a:pt x="43" y="90"/>
                    <a:pt x="42" y="91"/>
                  </a:cubicBezTo>
                  <a:cubicBezTo>
                    <a:pt x="41" y="93"/>
                    <a:pt x="40" y="95"/>
                    <a:pt x="39" y="97"/>
                  </a:cubicBezTo>
                  <a:cubicBezTo>
                    <a:pt x="38" y="99"/>
                    <a:pt x="36" y="101"/>
                    <a:pt x="35" y="103"/>
                  </a:cubicBezTo>
                  <a:cubicBezTo>
                    <a:pt x="33" y="105"/>
                    <a:pt x="32" y="107"/>
                    <a:pt x="31" y="109"/>
                  </a:cubicBezTo>
                  <a:cubicBezTo>
                    <a:pt x="29" y="111"/>
                    <a:pt x="27" y="113"/>
                    <a:pt x="26" y="115"/>
                  </a:cubicBezTo>
                  <a:cubicBezTo>
                    <a:pt x="25" y="115"/>
                    <a:pt x="24" y="116"/>
                    <a:pt x="24" y="117"/>
                  </a:cubicBezTo>
                  <a:cubicBezTo>
                    <a:pt x="23" y="118"/>
                    <a:pt x="23" y="119"/>
                    <a:pt x="22" y="119"/>
                  </a:cubicBezTo>
                  <a:cubicBezTo>
                    <a:pt x="21" y="120"/>
                    <a:pt x="21" y="120"/>
                    <a:pt x="20" y="121"/>
                  </a:cubicBezTo>
                  <a:cubicBezTo>
                    <a:pt x="18" y="121"/>
                    <a:pt x="17" y="121"/>
                    <a:pt x="16" y="122"/>
                  </a:cubicBezTo>
                  <a:cubicBezTo>
                    <a:pt x="12" y="125"/>
                    <a:pt x="10" y="128"/>
                    <a:pt x="9" y="133"/>
                  </a:cubicBezTo>
                  <a:cubicBezTo>
                    <a:pt x="6" y="134"/>
                    <a:pt x="2" y="138"/>
                    <a:pt x="1" y="142"/>
                  </a:cubicBezTo>
                  <a:cubicBezTo>
                    <a:pt x="0" y="144"/>
                    <a:pt x="1" y="146"/>
                    <a:pt x="2" y="147"/>
                  </a:cubicBezTo>
                  <a:cubicBezTo>
                    <a:pt x="3" y="149"/>
                    <a:pt x="6" y="149"/>
                    <a:pt x="8" y="149"/>
                  </a:cubicBezTo>
                  <a:cubicBezTo>
                    <a:pt x="10" y="149"/>
                    <a:pt x="11" y="149"/>
                    <a:pt x="13" y="149"/>
                  </a:cubicBezTo>
                  <a:cubicBezTo>
                    <a:pt x="15" y="148"/>
                    <a:pt x="16" y="147"/>
                    <a:pt x="17" y="146"/>
                  </a:cubicBezTo>
                  <a:cubicBezTo>
                    <a:pt x="17" y="146"/>
                    <a:pt x="18" y="146"/>
                    <a:pt x="18" y="145"/>
                  </a:cubicBezTo>
                  <a:cubicBezTo>
                    <a:pt x="20" y="144"/>
                    <a:pt x="21" y="144"/>
                    <a:pt x="22" y="144"/>
                  </a:cubicBezTo>
                  <a:cubicBezTo>
                    <a:pt x="23" y="144"/>
                    <a:pt x="24" y="144"/>
                    <a:pt x="25" y="143"/>
                  </a:cubicBezTo>
                  <a:cubicBezTo>
                    <a:pt x="27" y="143"/>
                    <a:pt x="28" y="142"/>
                    <a:pt x="29" y="141"/>
                  </a:cubicBezTo>
                  <a:cubicBezTo>
                    <a:pt x="30" y="141"/>
                    <a:pt x="31" y="140"/>
                    <a:pt x="32" y="140"/>
                  </a:cubicBezTo>
                  <a:cubicBezTo>
                    <a:pt x="32" y="140"/>
                    <a:pt x="33" y="141"/>
                    <a:pt x="35" y="143"/>
                  </a:cubicBezTo>
                  <a:cubicBezTo>
                    <a:pt x="38" y="146"/>
                    <a:pt x="42" y="148"/>
                    <a:pt x="45" y="150"/>
                  </a:cubicBezTo>
                  <a:cubicBezTo>
                    <a:pt x="46" y="151"/>
                    <a:pt x="48" y="152"/>
                    <a:pt x="49" y="153"/>
                  </a:cubicBezTo>
                  <a:cubicBezTo>
                    <a:pt x="51" y="154"/>
                    <a:pt x="52" y="156"/>
                    <a:pt x="53" y="157"/>
                  </a:cubicBezTo>
                  <a:cubicBezTo>
                    <a:pt x="54" y="158"/>
                    <a:pt x="54" y="159"/>
                    <a:pt x="55" y="159"/>
                  </a:cubicBezTo>
                  <a:cubicBezTo>
                    <a:pt x="56" y="161"/>
                    <a:pt x="57" y="162"/>
                    <a:pt x="59" y="163"/>
                  </a:cubicBezTo>
                  <a:cubicBezTo>
                    <a:pt x="60" y="165"/>
                    <a:pt x="61" y="166"/>
                    <a:pt x="62" y="167"/>
                  </a:cubicBezTo>
                  <a:cubicBezTo>
                    <a:pt x="63" y="168"/>
                    <a:pt x="63" y="171"/>
                    <a:pt x="64" y="174"/>
                  </a:cubicBezTo>
                  <a:cubicBezTo>
                    <a:pt x="65" y="178"/>
                    <a:pt x="65" y="182"/>
                    <a:pt x="68" y="183"/>
                  </a:cubicBezTo>
                  <a:cubicBezTo>
                    <a:pt x="69" y="183"/>
                    <a:pt x="69" y="183"/>
                    <a:pt x="70" y="183"/>
                  </a:cubicBezTo>
                  <a:cubicBezTo>
                    <a:pt x="73" y="183"/>
                    <a:pt x="76" y="180"/>
                    <a:pt x="79" y="177"/>
                  </a:cubicBezTo>
                  <a:cubicBezTo>
                    <a:pt x="81" y="176"/>
                    <a:pt x="83" y="174"/>
                    <a:pt x="84" y="174"/>
                  </a:cubicBezTo>
                  <a:cubicBezTo>
                    <a:pt x="86" y="174"/>
                    <a:pt x="89" y="179"/>
                    <a:pt x="91" y="183"/>
                  </a:cubicBezTo>
                  <a:cubicBezTo>
                    <a:pt x="93" y="188"/>
                    <a:pt x="96" y="192"/>
                    <a:pt x="99" y="193"/>
                  </a:cubicBezTo>
                  <a:cubicBezTo>
                    <a:pt x="100" y="194"/>
                    <a:pt x="100" y="194"/>
                    <a:pt x="100" y="194"/>
                  </a:cubicBezTo>
                  <a:cubicBezTo>
                    <a:pt x="103" y="196"/>
                    <a:pt x="107" y="198"/>
                    <a:pt x="110" y="199"/>
                  </a:cubicBezTo>
                  <a:cubicBezTo>
                    <a:pt x="112" y="199"/>
                    <a:pt x="113" y="199"/>
                    <a:pt x="115" y="199"/>
                  </a:cubicBezTo>
                  <a:cubicBezTo>
                    <a:pt x="117" y="200"/>
                    <a:pt x="119" y="200"/>
                    <a:pt x="120" y="200"/>
                  </a:cubicBezTo>
                  <a:cubicBezTo>
                    <a:pt x="122" y="201"/>
                    <a:pt x="124" y="204"/>
                    <a:pt x="126" y="207"/>
                  </a:cubicBezTo>
                  <a:cubicBezTo>
                    <a:pt x="127" y="208"/>
                    <a:pt x="128" y="209"/>
                    <a:pt x="128" y="210"/>
                  </a:cubicBezTo>
                  <a:cubicBezTo>
                    <a:pt x="129" y="211"/>
                    <a:pt x="130" y="213"/>
                    <a:pt x="133" y="215"/>
                  </a:cubicBezTo>
                  <a:cubicBezTo>
                    <a:pt x="136" y="217"/>
                    <a:pt x="139" y="218"/>
                    <a:pt x="142" y="220"/>
                  </a:cubicBezTo>
                  <a:cubicBezTo>
                    <a:pt x="148" y="223"/>
                    <a:pt x="152" y="226"/>
                    <a:pt x="155" y="232"/>
                  </a:cubicBezTo>
                  <a:cubicBezTo>
                    <a:pt x="156" y="234"/>
                    <a:pt x="157" y="235"/>
                    <a:pt x="158" y="237"/>
                  </a:cubicBezTo>
                  <a:cubicBezTo>
                    <a:pt x="159" y="239"/>
                    <a:pt x="160" y="242"/>
                    <a:pt x="162" y="244"/>
                  </a:cubicBezTo>
                  <a:cubicBezTo>
                    <a:pt x="164" y="247"/>
                    <a:pt x="166" y="248"/>
                    <a:pt x="168" y="249"/>
                  </a:cubicBezTo>
                  <a:cubicBezTo>
                    <a:pt x="170" y="250"/>
                    <a:pt x="171" y="251"/>
                    <a:pt x="172" y="252"/>
                  </a:cubicBezTo>
                  <a:cubicBezTo>
                    <a:pt x="173" y="252"/>
                    <a:pt x="173" y="253"/>
                    <a:pt x="173" y="254"/>
                  </a:cubicBezTo>
                  <a:cubicBezTo>
                    <a:pt x="174" y="255"/>
                    <a:pt x="176" y="257"/>
                    <a:pt x="179" y="257"/>
                  </a:cubicBezTo>
                  <a:cubicBezTo>
                    <a:pt x="179" y="257"/>
                    <a:pt x="179" y="257"/>
                    <a:pt x="179" y="257"/>
                  </a:cubicBezTo>
                  <a:cubicBezTo>
                    <a:pt x="179" y="258"/>
                    <a:pt x="178" y="259"/>
                    <a:pt x="178" y="260"/>
                  </a:cubicBezTo>
                  <a:cubicBezTo>
                    <a:pt x="177" y="262"/>
                    <a:pt x="176" y="263"/>
                    <a:pt x="176" y="265"/>
                  </a:cubicBezTo>
                  <a:cubicBezTo>
                    <a:pt x="176" y="266"/>
                    <a:pt x="176" y="267"/>
                    <a:pt x="175" y="268"/>
                  </a:cubicBezTo>
                  <a:cubicBezTo>
                    <a:pt x="175" y="269"/>
                    <a:pt x="175" y="270"/>
                    <a:pt x="174" y="270"/>
                  </a:cubicBezTo>
                  <a:cubicBezTo>
                    <a:pt x="174" y="271"/>
                    <a:pt x="174" y="272"/>
                    <a:pt x="174" y="273"/>
                  </a:cubicBezTo>
                  <a:cubicBezTo>
                    <a:pt x="173" y="273"/>
                    <a:pt x="172" y="274"/>
                    <a:pt x="171" y="274"/>
                  </a:cubicBezTo>
                  <a:cubicBezTo>
                    <a:pt x="169" y="275"/>
                    <a:pt x="168" y="276"/>
                    <a:pt x="166" y="277"/>
                  </a:cubicBezTo>
                  <a:cubicBezTo>
                    <a:pt x="164" y="279"/>
                    <a:pt x="165" y="282"/>
                    <a:pt x="165" y="283"/>
                  </a:cubicBezTo>
                  <a:cubicBezTo>
                    <a:pt x="165" y="285"/>
                    <a:pt x="165" y="286"/>
                    <a:pt x="165" y="287"/>
                  </a:cubicBezTo>
                  <a:cubicBezTo>
                    <a:pt x="165" y="287"/>
                    <a:pt x="164" y="288"/>
                    <a:pt x="164" y="289"/>
                  </a:cubicBezTo>
                  <a:cubicBezTo>
                    <a:pt x="163" y="290"/>
                    <a:pt x="162" y="292"/>
                    <a:pt x="163" y="295"/>
                  </a:cubicBezTo>
                  <a:cubicBezTo>
                    <a:pt x="164" y="299"/>
                    <a:pt x="167" y="301"/>
                    <a:pt x="170" y="302"/>
                  </a:cubicBezTo>
                  <a:cubicBezTo>
                    <a:pt x="170" y="302"/>
                    <a:pt x="171" y="302"/>
                    <a:pt x="171" y="302"/>
                  </a:cubicBezTo>
                  <a:cubicBezTo>
                    <a:pt x="175" y="302"/>
                    <a:pt x="179" y="298"/>
                    <a:pt x="182" y="295"/>
                  </a:cubicBezTo>
                  <a:cubicBezTo>
                    <a:pt x="183" y="294"/>
                    <a:pt x="183" y="294"/>
                    <a:pt x="184" y="293"/>
                  </a:cubicBezTo>
                  <a:cubicBezTo>
                    <a:pt x="193" y="286"/>
                    <a:pt x="200" y="278"/>
                    <a:pt x="204" y="267"/>
                  </a:cubicBezTo>
                  <a:cubicBezTo>
                    <a:pt x="205" y="265"/>
                    <a:pt x="205" y="262"/>
                    <a:pt x="206" y="259"/>
                  </a:cubicBezTo>
                  <a:cubicBezTo>
                    <a:pt x="208" y="252"/>
                    <a:pt x="210" y="246"/>
                    <a:pt x="214" y="241"/>
                  </a:cubicBezTo>
                  <a:cubicBezTo>
                    <a:pt x="218" y="236"/>
                    <a:pt x="223" y="232"/>
                    <a:pt x="227" y="229"/>
                  </a:cubicBezTo>
                  <a:cubicBezTo>
                    <a:pt x="229" y="227"/>
                    <a:pt x="229" y="227"/>
                    <a:pt x="229" y="227"/>
                  </a:cubicBezTo>
                  <a:cubicBezTo>
                    <a:pt x="232" y="225"/>
                    <a:pt x="234" y="223"/>
                    <a:pt x="235" y="221"/>
                  </a:cubicBezTo>
                  <a:cubicBezTo>
                    <a:pt x="236" y="221"/>
                    <a:pt x="236" y="221"/>
                    <a:pt x="236" y="221"/>
                  </a:cubicBezTo>
                  <a:cubicBezTo>
                    <a:pt x="238" y="219"/>
                    <a:pt x="239" y="218"/>
                    <a:pt x="241" y="217"/>
                  </a:cubicBezTo>
                  <a:cubicBezTo>
                    <a:pt x="242" y="217"/>
                    <a:pt x="244" y="216"/>
                    <a:pt x="245" y="215"/>
                  </a:cubicBezTo>
                  <a:cubicBezTo>
                    <a:pt x="247" y="214"/>
                    <a:pt x="250" y="211"/>
                    <a:pt x="252" y="209"/>
                  </a:cubicBezTo>
                  <a:cubicBezTo>
                    <a:pt x="253" y="208"/>
                    <a:pt x="253" y="208"/>
                    <a:pt x="253" y="208"/>
                  </a:cubicBezTo>
                  <a:cubicBezTo>
                    <a:pt x="255" y="206"/>
                    <a:pt x="258" y="205"/>
                    <a:pt x="260" y="203"/>
                  </a:cubicBezTo>
                  <a:cubicBezTo>
                    <a:pt x="263" y="201"/>
                    <a:pt x="266" y="199"/>
                    <a:pt x="268" y="196"/>
                  </a:cubicBezTo>
                  <a:cubicBezTo>
                    <a:pt x="271" y="193"/>
                    <a:pt x="274" y="189"/>
                    <a:pt x="276" y="185"/>
                  </a:cubicBezTo>
                  <a:cubicBezTo>
                    <a:pt x="277" y="183"/>
                    <a:pt x="277" y="183"/>
                    <a:pt x="277" y="183"/>
                  </a:cubicBezTo>
                  <a:cubicBezTo>
                    <a:pt x="279" y="180"/>
                    <a:pt x="281" y="178"/>
                    <a:pt x="283" y="175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9" y="169"/>
                    <a:pt x="292" y="163"/>
                    <a:pt x="295" y="155"/>
                  </a:cubicBezTo>
                  <a:cubicBezTo>
                    <a:pt x="298" y="145"/>
                    <a:pt x="301" y="137"/>
                    <a:pt x="304" y="129"/>
                  </a:cubicBezTo>
                  <a:cubicBezTo>
                    <a:pt x="307" y="121"/>
                    <a:pt x="312" y="113"/>
                    <a:pt x="318" y="108"/>
                  </a:cubicBezTo>
                  <a:cubicBezTo>
                    <a:pt x="322" y="104"/>
                    <a:pt x="322" y="104"/>
                    <a:pt x="322" y="104"/>
                  </a:cubicBezTo>
                  <a:lnTo>
                    <a:pt x="319" y="102"/>
                  </a:lnTo>
                  <a:close/>
                  <a:moveTo>
                    <a:pt x="275" y="159"/>
                  </a:moveTo>
                  <a:cubicBezTo>
                    <a:pt x="276" y="162"/>
                    <a:pt x="276" y="165"/>
                    <a:pt x="275" y="167"/>
                  </a:cubicBezTo>
                  <a:cubicBezTo>
                    <a:pt x="273" y="170"/>
                    <a:pt x="270" y="172"/>
                    <a:pt x="266" y="173"/>
                  </a:cubicBezTo>
                  <a:cubicBezTo>
                    <a:pt x="265" y="173"/>
                    <a:pt x="265" y="173"/>
                    <a:pt x="265" y="173"/>
                  </a:cubicBezTo>
                  <a:cubicBezTo>
                    <a:pt x="265" y="174"/>
                    <a:pt x="265" y="174"/>
                    <a:pt x="265" y="174"/>
                  </a:cubicBezTo>
                  <a:cubicBezTo>
                    <a:pt x="264" y="175"/>
                    <a:pt x="264" y="177"/>
                    <a:pt x="264" y="178"/>
                  </a:cubicBezTo>
                  <a:cubicBezTo>
                    <a:pt x="264" y="179"/>
                    <a:pt x="264" y="180"/>
                    <a:pt x="264" y="181"/>
                  </a:cubicBezTo>
                  <a:cubicBezTo>
                    <a:pt x="264" y="181"/>
                    <a:pt x="263" y="181"/>
                    <a:pt x="263" y="181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1" y="180"/>
                    <a:pt x="260" y="180"/>
                    <a:pt x="260" y="180"/>
                  </a:cubicBezTo>
                  <a:cubicBezTo>
                    <a:pt x="260" y="180"/>
                    <a:pt x="256" y="181"/>
                    <a:pt x="255" y="183"/>
                  </a:cubicBezTo>
                  <a:cubicBezTo>
                    <a:pt x="254" y="185"/>
                    <a:pt x="254" y="187"/>
                    <a:pt x="255" y="190"/>
                  </a:cubicBezTo>
                  <a:cubicBezTo>
                    <a:pt x="255" y="191"/>
                    <a:pt x="255" y="192"/>
                    <a:pt x="255" y="193"/>
                  </a:cubicBezTo>
                  <a:cubicBezTo>
                    <a:pt x="255" y="195"/>
                    <a:pt x="254" y="196"/>
                    <a:pt x="252" y="198"/>
                  </a:cubicBezTo>
                  <a:cubicBezTo>
                    <a:pt x="251" y="199"/>
                    <a:pt x="250" y="200"/>
                    <a:pt x="248" y="200"/>
                  </a:cubicBezTo>
                  <a:cubicBezTo>
                    <a:pt x="247" y="201"/>
                    <a:pt x="246" y="201"/>
                    <a:pt x="245" y="202"/>
                  </a:cubicBezTo>
                  <a:cubicBezTo>
                    <a:pt x="242" y="204"/>
                    <a:pt x="241" y="206"/>
                    <a:pt x="239" y="209"/>
                  </a:cubicBezTo>
                  <a:cubicBezTo>
                    <a:pt x="238" y="211"/>
                    <a:pt x="238" y="211"/>
                    <a:pt x="235" y="212"/>
                  </a:cubicBezTo>
                  <a:cubicBezTo>
                    <a:pt x="235" y="212"/>
                    <a:pt x="235" y="212"/>
                    <a:pt x="235" y="212"/>
                  </a:cubicBezTo>
                  <a:cubicBezTo>
                    <a:pt x="233" y="213"/>
                    <a:pt x="232" y="214"/>
                    <a:pt x="232" y="215"/>
                  </a:cubicBezTo>
                  <a:cubicBezTo>
                    <a:pt x="230" y="216"/>
                    <a:pt x="230" y="217"/>
                    <a:pt x="228" y="217"/>
                  </a:cubicBezTo>
                  <a:cubicBezTo>
                    <a:pt x="228" y="217"/>
                    <a:pt x="228" y="216"/>
                    <a:pt x="227" y="216"/>
                  </a:cubicBezTo>
                  <a:cubicBezTo>
                    <a:pt x="227" y="216"/>
                    <a:pt x="226" y="216"/>
                    <a:pt x="225" y="216"/>
                  </a:cubicBezTo>
                  <a:cubicBezTo>
                    <a:pt x="224" y="216"/>
                    <a:pt x="223" y="217"/>
                    <a:pt x="222" y="217"/>
                  </a:cubicBezTo>
                  <a:cubicBezTo>
                    <a:pt x="221" y="218"/>
                    <a:pt x="221" y="218"/>
                    <a:pt x="220" y="219"/>
                  </a:cubicBezTo>
                  <a:cubicBezTo>
                    <a:pt x="220" y="220"/>
                    <a:pt x="220" y="221"/>
                    <a:pt x="219" y="222"/>
                  </a:cubicBezTo>
                  <a:cubicBezTo>
                    <a:pt x="219" y="222"/>
                    <a:pt x="219" y="223"/>
                    <a:pt x="219" y="223"/>
                  </a:cubicBezTo>
                  <a:cubicBezTo>
                    <a:pt x="219" y="224"/>
                    <a:pt x="219" y="224"/>
                    <a:pt x="219" y="224"/>
                  </a:cubicBezTo>
                  <a:cubicBezTo>
                    <a:pt x="218" y="224"/>
                    <a:pt x="218" y="225"/>
                    <a:pt x="218" y="226"/>
                  </a:cubicBezTo>
                  <a:cubicBezTo>
                    <a:pt x="218" y="225"/>
                    <a:pt x="218" y="225"/>
                    <a:pt x="218" y="225"/>
                  </a:cubicBezTo>
                  <a:cubicBezTo>
                    <a:pt x="217" y="222"/>
                    <a:pt x="217" y="217"/>
                    <a:pt x="218" y="215"/>
                  </a:cubicBezTo>
                  <a:cubicBezTo>
                    <a:pt x="219" y="214"/>
                    <a:pt x="220" y="213"/>
                    <a:pt x="221" y="212"/>
                  </a:cubicBezTo>
                  <a:cubicBezTo>
                    <a:pt x="222" y="211"/>
                    <a:pt x="223" y="210"/>
                    <a:pt x="224" y="209"/>
                  </a:cubicBezTo>
                  <a:cubicBezTo>
                    <a:pt x="225" y="207"/>
                    <a:pt x="226" y="204"/>
                    <a:pt x="226" y="202"/>
                  </a:cubicBezTo>
                  <a:cubicBezTo>
                    <a:pt x="226" y="201"/>
                    <a:pt x="226" y="201"/>
                    <a:pt x="226" y="201"/>
                  </a:cubicBezTo>
                  <a:cubicBezTo>
                    <a:pt x="227" y="198"/>
                    <a:pt x="227" y="196"/>
                    <a:pt x="229" y="195"/>
                  </a:cubicBezTo>
                  <a:cubicBezTo>
                    <a:pt x="230" y="195"/>
                    <a:pt x="232" y="194"/>
                    <a:pt x="233" y="194"/>
                  </a:cubicBezTo>
                  <a:cubicBezTo>
                    <a:pt x="234" y="194"/>
                    <a:pt x="234" y="194"/>
                    <a:pt x="234" y="194"/>
                  </a:cubicBezTo>
                  <a:cubicBezTo>
                    <a:pt x="234" y="194"/>
                    <a:pt x="235" y="194"/>
                    <a:pt x="235" y="194"/>
                  </a:cubicBezTo>
                  <a:cubicBezTo>
                    <a:pt x="237" y="194"/>
                    <a:pt x="238" y="194"/>
                    <a:pt x="239" y="193"/>
                  </a:cubicBezTo>
                  <a:cubicBezTo>
                    <a:pt x="241" y="192"/>
                    <a:pt x="241" y="190"/>
                    <a:pt x="241" y="189"/>
                  </a:cubicBezTo>
                  <a:cubicBezTo>
                    <a:pt x="241" y="188"/>
                    <a:pt x="241" y="188"/>
                    <a:pt x="241" y="188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3" y="186"/>
                    <a:pt x="243" y="186"/>
                    <a:pt x="244" y="186"/>
                  </a:cubicBezTo>
                  <a:cubicBezTo>
                    <a:pt x="246" y="184"/>
                    <a:pt x="247" y="181"/>
                    <a:pt x="248" y="179"/>
                  </a:cubicBezTo>
                  <a:cubicBezTo>
                    <a:pt x="249" y="177"/>
                    <a:pt x="249" y="175"/>
                    <a:pt x="250" y="174"/>
                  </a:cubicBezTo>
                  <a:cubicBezTo>
                    <a:pt x="252" y="172"/>
                    <a:pt x="252" y="170"/>
                    <a:pt x="253" y="167"/>
                  </a:cubicBezTo>
                  <a:cubicBezTo>
                    <a:pt x="253" y="166"/>
                    <a:pt x="253" y="166"/>
                    <a:pt x="253" y="166"/>
                  </a:cubicBezTo>
                  <a:cubicBezTo>
                    <a:pt x="253" y="165"/>
                    <a:pt x="255" y="163"/>
                    <a:pt x="256" y="161"/>
                  </a:cubicBezTo>
                  <a:cubicBezTo>
                    <a:pt x="257" y="159"/>
                    <a:pt x="259" y="157"/>
                    <a:pt x="259" y="154"/>
                  </a:cubicBezTo>
                  <a:cubicBezTo>
                    <a:pt x="259" y="152"/>
                    <a:pt x="259" y="149"/>
                    <a:pt x="258" y="147"/>
                  </a:cubicBezTo>
                  <a:cubicBezTo>
                    <a:pt x="257" y="146"/>
                    <a:pt x="257" y="146"/>
                    <a:pt x="256" y="145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3"/>
                    <a:pt x="256" y="142"/>
                    <a:pt x="256" y="142"/>
                  </a:cubicBezTo>
                  <a:cubicBezTo>
                    <a:pt x="257" y="142"/>
                    <a:pt x="257" y="142"/>
                    <a:pt x="257" y="143"/>
                  </a:cubicBezTo>
                  <a:cubicBezTo>
                    <a:pt x="258" y="143"/>
                    <a:pt x="259" y="145"/>
                    <a:pt x="260" y="146"/>
                  </a:cubicBezTo>
                  <a:cubicBezTo>
                    <a:pt x="261" y="149"/>
                    <a:pt x="263" y="152"/>
                    <a:pt x="267" y="152"/>
                  </a:cubicBezTo>
                  <a:cubicBezTo>
                    <a:pt x="267" y="152"/>
                    <a:pt x="268" y="152"/>
                    <a:pt x="269" y="152"/>
                  </a:cubicBezTo>
                  <a:cubicBezTo>
                    <a:pt x="270" y="151"/>
                    <a:pt x="271" y="151"/>
                    <a:pt x="272" y="150"/>
                  </a:cubicBezTo>
                  <a:cubicBezTo>
                    <a:pt x="273" y="150"/>
                    <a:pt x="273" y="150"/>
                    <a:pt x="274" y="150"/>
                  </a:cubicBezTo>
                  <a:cubicBezTo>
                    <a:pt x="274" y="150"/>
                    <a:pt x="274" y="150"/>
                    <a:pt x="274" y="150"/>
                  </a:cubicBezTo>
                  <a:cubicBezTo>
                    <a:pt x="275" y="150"/>
                    <a:pt x="275" y="150"/>
                    <a:pt x="275" y="150"/>
                  </a:cubicBezTo>
                  <a:cubicBezTo>
                    <a:pt x="276" y="150"/>
                    <a:pt x="277" y="150"/>
                    <a:pt x="279" y="148"/>
                  </a:cubicBezTo>
                  <a:cubicBezTo>
                    <a:pt x="279" y="148"/>
                    <a:pt x="280" y="147"/>
                    <a:pt x="280" y="146"/>
                  </a:cubicBezTo>
                  <a:cubicBezTo>
                    <a:pt x="280" y="145"/>
                    <a:pt x="281" y="145"/>
                    <a:pt x="280" y="145"/>
                  </a:cubicBezTo>
                  <a:cubicBezTo>
                    <a:pt x="280" y="145"/>
                    <a:pt x="281" y="145"/>
                    <a:pt x="281" y="145"/>
                  </a:cubicBezTo>
                  <a:cubicBezTo>
                    <a:pt x="282" y="146"/>
                    <a:pt x="282" y="149"/>
                    <a:pt x="282" y="151"/>
                  </a:cubicBezTo>
                  <a:cubicBezTo>
                    <a:pt x="281" y="152"/>
                    <a:pt x="281" y="152"/>
                    <a:pt x="279" y="152"/>
                  </a:cubicBezTo>
                  <a:cubicBezTo>
                    <a:pt x="279" y="152"/>
                    <a:pt x="278" y="152"/>
                    <a:pt x="277" y="152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6"/>
                    <a:pt x="275" y="157"/>
                    <a:pt x="275" y="159"/>
                  </a:cubicBezTo>
                  <a:close/>
                  <a:moveTo>
                    <a:pt x="196" y="241"/>
                  </a:moveTo>
                  <a:cubicBezTo>
                    <a:pt x="196" y="243"/>
                    <a:pt x="197" y="245"/>
                    <a:pt x="197" y="246"/>
                  </a:cubicBezTo>
                  <a:cubicBezTo>
                    <a:pt x="197" y="253"/>
                    <a:pt x="194" y="260"/>
                    <a:pt x="190" y="260"/>
                  </a:cubicBezTo>
                  <a:cubicBezTo>
                    <a:pt x="189" y="260"/>
                    <a:pt x="187" y="259"/>
                    <a:pt x="186" y="258"/>
                  </a:cubicBezTo>
                  <a:cubicBezTo>
                    <a:pt x="185" y="257"/>
                    <a:pt x="184" y="256"/>
                    <a:pt x="182" y="256"/>
                  </a:cubicBezTo>
                  <a:cubicBezTo>
                    <a:pt x="184" y="255"/>
                    <a:pt x="185" y="253"/>
                    <a:pt x="186" y="251"/>
                  </a:cubicBezTo>
                  <a:cubicBezTo>
                    <a:pt x="186" y="250"/>
                    <a:pt x="186" y="249"/>
                    <a:pt x="187" y="248"/>
                  </a:cubicBezTo>
                  <a:cubicBezTo>
                    <a:pt x="187" y="248"/>
                    <a:pt x="188" y="247"/>
                    <a:pt x="188" y="247"/>
                  </a:cubicBezTo>
                  <a:cubicBezTo>
                    <a:pt x="189" y="247"/>
                    <a:pt x="189" y="246"/>
                    <a:pt x="190" y="246"/>
                  </a:cubicBezTo>
                  <a:cubicBezTo>
                    <a:pt x="192" y="244"/>
                    <a:pt x="193" y="242"/>
                    <a:pt x="193" y="240"/>
                  </a:cubicBezTo>
                  <a:cubicBezTo>
                    <a:pt x="193" y="239"/>
                    <a:pt x="194" y="238"/>
                    <a:pt x="194" y="237"/>
                  </a:cubicBezTo>
                  <a:cubicBezTo>
                    <a:pt x="194" y="237"/>
                    <a:pt x="195" y="237"/>
                    <a:pt x="195" y="237"/>
                  </a:cubicBezTo>
                  <a:cubicBezTo>
                    <a:pt x="195" y="237"/>
                    <a:pt x="195" y="237"/>
                    <a:pt x="195" y="238"/>
                  </a:cubicBezTo>
                  <a:cubicBezTo>
                    <a:pt x="195" y="239"/>
                    <a:pt x="195" y="240"/>
                    <a:pt x="196" y="241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4A88C0B-66AB-04FE-D57C-3947A7F94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2926"/>
              <a:ext cx="422" cy="279"/>
            </a:xfrm>
            <a:custGeom>
              <a:avLst/>
              <a:gdLst>
                <a:gd name="T0" fmla="*/ 169 w 173"/>
                <a:gd name="T1" fmla="*/ 23 h 114"/>
                <a:gd name="T2" fmla="*/ 147 w 173"/>
                <a:gd name="T3" fmla="*/ 18 h 114"/>
                <a:gd name="T4" fmla="*/ 138 w 173"/>
                <a:gd name="T5" fmla="*/ 6 h 114"/>
                <a:gd name="T6" fmla="*/ 135 w 173"/>
                <a:gd name="T7" fmla="*/ 0 h 114"/>
                <a:gd name="T8" fmla="*/ 134 w 173"/>
                <a:gd name="T9" fmla="*/ 0 h 114"/>
                <a:gd name="T10" fmla="*/ 129 w 173"/>
                <a:gd name="T11" fmla="*/ 5 h 114"/>
                <a:gd name="T12" fmla="*/ 119 w 173"/>
                <a:gd name="T13" fmla="*/ 20 h 114"/>
                <a:gd name="T14" fmla="*/ 111 w 173"/>
                <a:gd name="T15" fmla="*/ 38 h 114"/>
                <a:gd name="T16" fmla="*/ 98 w 173"/>
                <a:gd name="T17" fmla="*/ 47 h 114"/>
                <a:gd name="T18" fmla="*/ 81 w 173"/>
                <a:gd name="T19" fmla="*/ 54 h 114"/>
                <a:gd name="T20" fmla="*/ 74 w 173"/>
                <a:gd name="T21" fmla="*/ 53 h 114"/>
                <a:gd name="T22" fmla="*/ 70 w 173"/>
                <a:gd name="T23" fmla="*/ 53 h 114"/>
                <a:gd name="T24" fmla="*/ 61 w 173"/>
                <a:gd name="T25" fmla="*/ 54 h 114"/>
                <a:gd name="T26" fmla="*/ 55 w 173"/>
                <a:gd name="T27" fmla="*/ 54 h 114"/>
                <a:gd name="T28" fmla="*/ 43 w 173"/>
                <a:gd name="T29" fmla="*/ 55 h 114"/>
                <a:gd name="T30" fmla="*/ 26 w 173"/>
                <a:gd name="T31" fmla="*/ 62 h 114"/>
                <a:gd name="T32" fmla="*/ 6 w 173"/>
                <a:gd name="T33" fmla="*/ 66 h 114"/>
                <a:gd name="T34" fmla="*/ 11 w 173"/>
                <a:gd name="T35" fmla="*/ 75 h 114"/>
                <a:gd name="T36" fmla="*/ 20 w 173"/>
                <a:gd name="T37" fmla="*/ 74 h 114"/>
                <a:gd name="T38" fmla="*/ 24 w 173"/>
                <a:gd name="T39" fmla="*/ 73 h 114"/>
                <a:gd name="T40" fmla="*/ 28 w 173"/>
                <a:gd name="T41" fmla="*/ 83 h 114"/>
                <a:gd name="T42" fmla="*/ 11 w 173"/>
                <a:gd name="T43" fmla="*/ 89 h 114"/>
                <a:gd name="T44" fmla="*/ 4 w 173"/>
                <a:gd name="T45" fmla="*/ 107 h 114"/>
                <a:gd name="T46" fmla="*/ 7 w 173"/>
                <a:gd name="T47" fmla="*/ 112 h 114"/>
                <a:gd name="T48" fmla="*/ 9 w 173"/>
                <a:gd name="T49" fmla="*/ 114 h 114"/>
                <a:gd name="T50" fmla="*/ 14 w 173"/>
                <a:gd name="T51" fmla="*/ 113 h 114"/>
                <a:gd name="T52" fmla="*/ 15 w 173"/>
                <a:gd name="T53" fmla="*/ 110 h 114"/>
                <a:gd name="T54" fmla="*/ 10 w 173"/>
                <a:gd name="T55" fmla="*/ 104 h 114"/>
                <a:gd name="T56" fmla="*/ 8 w 173"/>
                <a:gd name="T57" fmla="*/ 104 h 114"/>
                <a:gd name="T58" fmla="*/ 17 w 173"/>
                <a:gd name="T59" fmla="*/ 100 h 114"/>
                <a:gd name="T60" fmla="*/ 20 w 173"/>
                <a:gd name="T61" fmla="*/ 99 h 114"/>
                <a:gd name="T62" fmla="*/ 22 w 173"/>
                <a:gd name="T63" fmla="*/ 100 h 114"/>
                <a:gd name="T64" fmla="*/ 27 w 173"/>
                <a:gd name="T65" fmla="*/ 101 h 114"/>
                <a:gd name="T66" fmla="*/ 37 w 173"/>
                <a:gd name="T67" fmla="*/ 97 h 114"/>
                <a:gd name="T68" fmla="*/ 42 w 173"/>
                <a:gd name="T69" fmla="*/ 97 h 114"/>
                <a:gd name="T70" fmla="*/ 50 w 173"/>
                <a:gd name="T71" fmla="*/ 97 h 114"/>
                <a:gd name="T72" fmla="*/ 69 w 173"/>
                <a:gd name="T73" fmla="*/ 97 h 114"/>
                <a:gd name="T74" fmla="*/ 80 w 173"/>
                <a:gd name="T75" fmla="*/ 100 h 114"/>
                <a:gd name="T76" fmla="*/ 94 w 173"/>
                <a:gd name="T77" fmla="*/ 99 h 114"/>
                <a:gd name="T78" fmla="*/ 110 w 173"/>
                <a:gd name="T79" fmla="*/ 101 h 114"/>
                <a:gd name="T80" fmla="*/ 123 w 173"/>
                <a:gd name="T81" fmla="*/ 91 h 114"/>
                <a:gd name="T82" fmla="*/ 167 w 173"/>
                <a:gd name="T83" fmla="*/ 56 h 114"/>
                <a:gd name="T84" fmla="*/ 167 w 173"/>
                <a:gd name="T85" fmla="*/ 41 h 114"/>
                <a:gd name="T86" fmla="*/ 171 w 173"/>
                <a:gd name="T87" fmla="*/ 27 h 114"/>
                <a:gd name="T88" fmla="*/ 171 w 173"/>
                <a:gd name="T89" fmla="*/ 2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3" h="114">
                  <a:moveTo>
                    <a:pt x="171" y="24"/>
                  </a:moveTo>
                  <a:cubicBezTo>
                    <a:pt x="170" y="24"/>
                    <a:pt x="169" y="23"/>
                    <a:pt x="169" y="23"/>
                  </a:cubicBezTo>
                  <a:cubicBezTo>
                    <a:pt x="166" y="22"/>
                    <a:pt x="164" y="21"/>
                    <a:pt x="161" y="21"/>
                  </a:cubicBezTo>
                  <a:cubicBezTo>
                    <a:pt x="156" y="20"/>
                    <a:pt x="151" y="19"/>
                    <a:pt x="147" y="18"/>
                  </a:cubicBezTo>
                  <a:cubicBezTo>
                    <a:pt x="141" y="16"/>
                    <a:pt x="139" y="11"/>
                    <a:pt x="138" y="7"/>
                  </a:cubicBezTo>
                  <a:cubicBezTo>
                    <a:pt x="138" y="7"/>
                    <a:pt x="138" y="6"/>
                    <a:pt x="138" y="6"/>
                  </a:cubicBezTo>
                  <a:cubicBezTo>
                    <a:pt x="138" y="3"/>
                    <a:pt x="137" y="1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3" y="1"/>
                    <a:pt x="132" y="1"/>
                    <a:pt x="129" y="5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4" y="10"/>
                    <a:pt x="120" y="14"/>
                    <a:pt x="119" y="20"/>
                  </a:cubicBezTo>
                  <a:cubicBezTo>
                    <a:pt x="118" y="23"/>
                    <a:pt x="116" y="25"/>
                    <a:pt x="115" y="28"/>
                  </a:cubicBezTo>
                  <a:cubicBezTo>
                    <a:pt x="114" y="31"/>
                    <a:pt x="112" y="34"/>
                    <a:pt x="111" y="38"/>
                  </a:cubicBezTo>
                  <a:cubicBezTo>
                    <a:pt x="110" y="43"/>
                    <a:pt x="106" y="45"/>
                    <a:pt x="102" y="46"/>
                  </a:cubicBezTo>
                  <a:cubicBezTo>
                    <a:pt x="100" y="46"/>
                    <a:pt x="99" y="47"/>
                    <a:pt x="98" y="47"/>
                  </a:cubicBezTo>
                  <a:cubicBezTo>
                    <a:pt x="96" y="48"/>
                    <a:pt x="94" y="49"/>
                    <a:pt x="92" y="50"/>
                  </a:cubicBezTo>
                  <a:cubicBezTo>
                    <a:pt x="89" y="51"/>
                    <a:pt x="85" y="53"/>
                    <a:pt x="81" y="54"/>
                  </a:cubicBezTo>
                  <a:cubicBezTo>
                    <a:pt x="80" y="54"/>
                    <a:pt x="79" y="54"/>
                    <a:pt x="79" y="54"/>
                  </a:cubicBezTo>
                  <a:cubicBezTo>
                    <a:pt x="77" y="54"/>
                    <a:pt x="76" y="54"/>
                    <a:pt x="74" y="53"/>
                  </a:cubicBezTo>
                  <a:cubicBezTo>
                    <a:pt x="73" y="53"/>
                    <a:pt x="72" y="53"/>
                    <a:pt x="72" y="53"/>
                  </a:cubicBezTo>
                  <a:cubicBezTo>
                    <a:pt x="71" y="53"/>
                    <a:pt x="70" y="53"/>
                    <a:pt x="70" y="53"/>
                  </a:cubicBezTo>
                  <a:cubicBezTo>
                    <a:pt x="68" y="53"/>
                    <a:pt x="66" y="53"/>
                    <a:pt x="64" y="53"/>
                  </a:cubicBezTo>
                  <a:cubicBezTo>
                    <a:pt x="63" y="53"/>
                    <a:pt x="62" y="54"/>
                    <a:pt x="61" y="54"/>
                  </a:cubicBezTo>
                  <a:cubicBezTo>
                    <a:pt x="60" y="54"/>
                    <a:pt x="59" y="54"/>
                    <a:pt x="58" y="54"/>
                  </a:cubicBezTo>
                  <a:cubicBezTo>
                    <a:pt x="57" y="54"/>
                    <a:pt x="56" y="54"/>
                    <a:pt x="55" y="54"/>
                  </a:cubicBezTo>
                  <a:cubicBezTo>
                    <a:pt x="54" y="54"/>
                    <a:pt x="53" y="54"/>
                    <a:pt x="52" y="54"/>
                  </a:cubicBezTo>
                  <a:cubicBezTo>
                    <a:pt x="50" y="54"/>
                    <a:pt x="46" y="54"/>
                    <a:pt x="43" y="55"/>
                  </a:cubicBezTo>
                  <a:cubicBezTo>
                    <a:pt x="41" y="56"/>
                    <a:pt x="40" y="57"/>
                    <a:pt x="38" y="58"/>
                  </a:cubicBezTo>
                  <a:cubicBezTo>
                    <a:pt x="34" y="60"/>
                    <a:pt x="31" y="62"/>
                    <a:pt x="26" y="62"/>
                  </a:cubicBezTo>
                  <a:cubicBezTo>
                    <a:pt x="19" y="62"/>
                    <a:pt x="13" y="64"/>
                    <a:pt x="8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7" y="70"/>
                    <a:pt x="8" y="73"/>
                    <a:pt x="11" y="75"/>
                  </a:cubicBezTo>
                  <a:cubicBezTo>
                    <a:pt x="12" y="75"/>
                    <a:pt x="13" y="75"/>
                    <a:pt x="14" y="75"/>
                  </a:cubicBezTo>
                  <a:cubicBezTo>
                    <a:pt x="16" y="75"/>
                    <a:pt x="18" y="75"/>
                    <a:pt x="20" y="74"/>
                  </a:cubicBezTo>
                  <a:cubicBezTo>
                    <a:pt x="20" y="74"/>
                    <a:pt x="21" y="74"/>
                    <a:pt x="22" y="73"/>
                  </a:cubicBezTo>
                  <a:cubicBezTo>
                    <a:pt x="23" y="73"/>
                    <a:pt x="24" y="73"/>
                    <a:pt x="24" y="73"/>
                  </a:cubicBezTo>
                  <a:cubicBezTo>
                    <a:pt x="27" y="73"/>
                    <a:pt x="29" y="74"/>
                    <a:pt x="30" y="76"/>
                  </a:cubicBezTo>
                  <a:cubicBezTo>
                    <a:pt x="31" y="77"/>
                    <a:pt x="32" y="80"/>
                    <a:pt x="28" y="83"/>
                  </a:cubicBezTo>
                  <a:cubicBezTo>
                    <a:pt x="25" y="86"/>
                    <a:pt x="21" y="87"/>
                    <a:pt x="17" y="87"/>
                  </a:cubicBezTo>
                  <a:cubicBezTo>
                    <a:pt x="15" y="88"/>
                    <a:pt x="13" y="88"/>
                    <a:pt x="11" y="89"/>
                  </a:cubicBezTo>
                  <a:cubicBezTo>
                    <a:pt x="7" y="91"/>
                    <a:pt x="0" y="96"/>
                    <a:pt x="1" y="101"/>
                  </a:cubicBezTo>
                  <a:cubicBezTo>
                    <a:pt x="1" y="103"/>
                    <a:pt x="2" y="105"/>
                    <a:pt x="4" y="107"/>
                  </a:cubicBezTo>
                  <a:cubicBezTo>
                    <a:pt x="4" y="107"/>
                    <a:pt x="5" y="108"/>
                    <a:pt x="5" y="109"/>
                  </a:cubicBezTo>
                  <a:cubicBezTo>
                    <a:pt x="6" y="110"/>
                    <a:pt x="6" y="111"/>
                    <a:pt x="7" y="112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10" y="114"/>
                    <a:pt x="11" y="113"/>
                    <a:pt x="12" y="113"/>
                  </a:cubicBezTo>
                  <a:cubicBezTo>
                    <a:pt x="12" y="113"/>
                    <a:pt x="13" y="113"/>
                    <a:pt x="14" y="113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08"/>
                    <a:pt x="14" y="106"/>
                    <a:pt x="11" y="105"/>
                  </a:cubicBezTo>
                  <a:cubicBezTo>
                    <a:pt x="11" y="104"/>
                    <a:pt x="10" y="104"/>
                    <a:pt x="10" y="104"/>
                  </a:cubicBezTo>
                  <a:cubicBezTo>
                    <a:pt x="9" y="104"/>
                    <a:pt x="9" y="104"/>
                    <a:pt x="8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9" y="103"/>
                    <a:pt x="13" y="101"/>
                    <a:pt x="14" y="101"/>
                  </a:cubicBezTo>
                  <a:cubicBezTo>
                    <a:pt x="15" y="100"/>
                    <a:pt x="16" y="100"/>
                    <a:pt x="17" y="100"/>
                  </a:cubicBezTo>
                  <a:cubicBezTo>
                    <a:pt x="17" y="100"/>
                    <a:pt x="17" y="99"/>
                    <a:pt x="18" y="99"/>
                  </a:cubicBezTo>
                  <a:cubicBezTo>
                    <a:pt x="19" y="99"/>
                    <a:pt x="19" y="99"/>
                    <a:pt x="20" y="99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21" y="99"/>
                    <a:pt x="21" y="99"/>
                    <a:pt x="22" y="100"/>
                  </a:cubicBezTo>
                  <a:cubicBezTo>
                    <a:pt x="23" y="100"/>
                    <a:pt x="24" y="101"/>
                    <a:pt x="25" y="101"/>
                  </a:cubicBezTo>
                  <a:cubicBezTo>
                    <a:pt x="26" y="101"/>
                    <a:pt x="26" y="101"/>
                    <a:pt x="27" y="101"/>
                  </a:cubicBezTo>
                  <a:cubicBezTo>
                    <a:pt x="30" y="101"/>
                    <a:pt x="32" y="100"/>
                    <a:pt x="34" y="99"/>
                  </a:cubicBezTo>
                  <a:cubicBezTo>
                    <a:pt x="35" y="98"/>
                    <a:pt x="36" y="98"/>
                    <a:pt x="37" y="97"/>
                  </a:cubicBezTo>
                  <a:cubicBezTo>
                    <a:pt x="38" y="97"/>
                    <a:pt x="39" y="97"/>
                    <a:pt x="40" y="97"/>
                  </a:cubicBezTo>
                  <a:cubicBezTo>
                    <a:pt x="40" y="97"/>
                    <a:pt x="41" y="97"/>
                    <a:pt x="42" y="97"/>
                  </a:cubicBezTo>
                  <a:cubicBezTo>
                    <a:pt x="43" y="97"/>
                    <a:pt x="44" y="97"/>
                    <a:pt x="45" y="97"/>
                  </a:cubicBezTo>
                  <a:cubicBezTo>
                    <a:pt x="47" y="97"/>
                    <a:pt x="48" y="97"/>
                    <a:pt x="50" y="97"/>
                  </a:cubicBezTo>
                  <a:cubicBezTo>
                    <a:pt x="53" y="96"/>
                    <a:pt x="56" y="95"/>
                    <a:pt x="60" y="95"/>
                  </a:cubicBezTo>
                  <a:cubicBezTo>
                    <a:pt x="63" y="95"/>
                    <a:pt x="66" y="96"/>
                    <a:pt x="69" y="97"/>
                  </a:cubicBezTo>
                  <a:cubicBezTo>
                    <a:pt x="72" y="99"/>
                    <a:pt x="75" y="100"/>
                    <a:pt x="79" y="100"/>
                  </a:cubicBezTo>
                  <a:cubicBezTo>
                    <a:pt x="79" y="100"/>
                    <a:pt x="79" y="100"/>
                    <a:pt x="80" y="100"/>
                  </a:cubicBezTo>
                  <a:cubicBezTo>
                    <a:pt x="83" y="100"/>
                    <a:pt x="86" y="100"/>
                    <a:pt x="90" y="100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6" y="99"/>
                    <a:pt x="99" y="100"/>
                    <a:pt x="102" y="100"/>
                  </a:cubicBezTo>
                  <a:cubicBezTo>
                    <a:pt x="105" y="101"/>
                    <a:pt x="107" y="101"/>
                    <a:pt x="110" y="101"/>
                  </a:cubicBezTo>
                  <a:cubicBezTo>
                    <a:pt x="113" y="101"/>
                    <a:pt x="115" y="101"/>
                    <a:pt x="117" y="100"/>
                  </a:cubicBezTo>
                  <a:cubicBezTo>
                    <a:pt x="123" y="99"/>
                    <a:pt x="123" y="95"/>
                    <a:pt x="123" y="91"/>
                  </a:cubicBezTo>
                  <a:cubicBezTo>
                    <a:pt x="123" y="76"/>
                    <a:pt x="136" y="71"/>
                    <a:pt x="149" y="68"/>
                  </a:cubicBezTo>
                  <a:cubicBezTo>
                    <a:pt x="155" y="67"/>
                    <a:pt x="165" y="65"/>
                    <a:pt x="167" y="56"/>
                  </a:cubicBezTo>
                  <a:cubicBezTo>
                    <a:pt x="168" y="51"/>
                    <a:pt x="168" y="47"/>
                    <a:pt x="168" y="45"/>
                  </a:cubicBezTo>
                  <a:cubicBezTo>
                    <a:pt x="168" y="43"/>
                    <a:pt x="168" y="42"/>
                    <a:pt x="167" y="41"/>
                  </a:cubicBezTo>
                  <a:cubicBezTo>
                    <a:pt x="167" y="37"/>
                    <a:pt x="167" y="33"/>
                    <a:pt x="169" y="30"/>
                  </a:cubicBezTo>
                  <a:cubicBezTo>
                    <a:pt x="170" y="29"/>
                    <a:pt x="171" y="28"/>
                    <a:pt x="171" y="27"/>
                  </a:cubicBezTo>
                  <a:cubicBezTo>
                    <a:pt x="173" y="26"/>
                    <a:pt x="173" y="26"/>
                    <a:pt x="173" y="26"/>
                  </a:cubicBezTo>
                  <a:lnTo>
                    <a:pt x="171" y="24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BBDE0AC-3A05-0A61-3560-F68EB8DEB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2609"/>
              <a:ext cx="252" cy="378"/>
            </a:xfrm>
            <a:custGeom>
              <a:avLst/>
              <a:gdLst>
                <a:gd name="T0" fmla="*/ 96 w 103"/>
                <a:gd name="T1" fmla="*/ 17 h 155"/>
                <a:gd name="T2" fmla="*/ 87 w 103"/>
                <a:gd name="T3" fmla="*/ 12 h 155"/>
                <a:gd name="T4" fmla="*/ 82 w 103"/>
                <a:gd name="T5" fmla="*/ 8 h 155"/>
                <a:gd name="T6" fmla="*/ 72 w 103"/>
                <a:gd name="T7" fmla="*/ 3 h 155"/>
                <a:gd name="T8" fmla="*/ 68 w 103"/>
                <a:gd name="T9" fmla="*/ 0 h 155"/>
                <a:gd name="T10" fmla="*/ 66 w 103"/>
                <a:gd name="T11" fmla="*/ 0 h 155"/>
                <a:gd name="T12" fmla="*/ 62 w 103"/>
                <a:gd name="T13" fmla="*/ 3 h 155"/>
                <a:gd name="T14" fmla="*/ 57 w 103"/>
                <a:gd name="T15" fmla="*/ 6 h 155"/>
                <a:gd name="T16" fmla="*/ 53 w 103"/>
                <a:gd name="T17" fmla="*/ 5 h 155"/>
                <a:gd name="T18" fmla="*/ 49 w 103"/>
                <a:gd name="T19" fmla="*/ 7 h 155"/>
                <a:gd name="T20" fmla="*/ 42 w 103"/>
                <a:gd name="T21" fmla="*/ 13 h 155"/>
                <a:gd name="T22" fmla="*/ 41 w 103"/>
                <a:gd name="T23" fmla="*/ 21 h 155"/>
                <a:gd name="T24" fmla="*/ 42 w 103"/>
                <a:gd name="T25" fmla="*/ 26 h 155"/>
                <a:gd name="T26" fmla="*/ 42 w 103"/>
                <a:gd name="T27" fmla="*/ 33 h 155"/>
                <a:gd name="T28" fmla="*/ 46 w 103"/>
                <a:gd name="T29" fmla="*/ 40 h 155"/>
                <a:gd name="T30" fmla="*/ 44 w 103"/>
                <a:gd name="T31" fmla="*/ 42 h 155"/>
                <a:gd name="T32" fmla="*/ 33 w 103"/>
                <a:gd name="T33" fmla="*/ 39 h 155"/>
                <a:gd name="T34" fmla="*/ 41 w 103"/>
                <a:gd name="T35" fmla="*/ 50 h 155"/>
                <a:gd name="T36" fmla="*/ 44 w 103"/>
                <a:gd name="T37" fmla="*/ 64 h 155"/>
                <a:gd name="T38" fmla="*/ 33 w 103"/>
                <a:gd name="T39" fmla="*/ 82 h 155"/>
                <a:gd name="T40" fmla="*/ 29 w 103"/>
                <a:gd name="T41" fmla="*/ 92 h 155"/>
                <a:gd name="T42" fmla="*/ 22 w 103"/>
                <a:gd name="T43" fmla="*/ 100 h 155"/>
                <a:gd name="T44" fmla="*/ 11 w 103"/>
                <a:gd name="T45" fmla="*/ 104 h 155"/>
                <a:gd name="T46" fmla="*/ 1 w 103"/>
                <a:gd name="T47" fmla="*/ 116 h 155"/>
                <a:gd name="T48" fmla="*/ 0 w 103"/>
                <a:gd name="T49" fmla="*/ 125 h 155"/>
                <a:gd name="T50" fmla="*/ 1 w 103"/>
                <a:gd name="T51" fmla="*/ 130 h 155"/>
                <a:gd name="T52" fmla="*/ 4 w 103"/>
                <a:gd name="T53" fmla="*/ 137 h 155"/>
                <a:gd name="T54" fmla="*/ 26 w 103"/>
                <a:gd name="T55" fmla="*/ 150 h 155"/>
                <a:gd name="T56" fmla="*/ 37 w 103"/>
                <a:gd name="T57" fmla="*/ 155 h 155"/>
                <a:gd name="T58" fmla="*/ 40 w 103"/>
                <a:gd name="T59" fmla="*/ 154 h 155"/>
                <a:gd name="T60" fmla="*/ 44 w 103"/>
                <a:gd name="T61" fmla="*/ 145 h 155"/>
                <a:gd name="T62" fmla="*/ 50 w 103"/>
                <a:gd name="T63" fmla="*/ 136 h 155"/>
                <a:gd name="T64" fmla="*/ 60 w 103"/>
                <a:gd name="T65" fmla="*/ 127 h 155"/>
                <a:gd name="T66" fmla="*/ 66 w 103"/>
                <a:gd name="T67" fmla="*/ 116 h 155"/>
                <a:gd name="T68" fmla="*/ 75 w 103"/>
                <a:gd name="T69" fmla="*/ 102 h 155"/>
                <a:gd name="T70" fmla="*/ 86 w 103"/>
                <a:gd name="T71" fmla="*/ 89 h 155"/>
                <a:gd name="T72" fmla="*/ 94 w 103"/>
                <a:gd name="T73" fmla="*/ 79 h 155"/>
                <a:gd name="T74" fmla="*/ 98 w 103"/>
                <a:gd name="T75" fmla="*/ 66 h 155"/>
                <a:gd name="T76" fmla="*/ 97 w 103"/>
                <a:gd name="T77" fmla="*/ 43 h 155"/>
                <a:gd name="T78" fmla="*/ 103 w 103"/>
                <a:gd name="T79" fmla="*/ 25 h 155"/>
                <a:gd name="T80" fmla="*/ 102 w 103"/>
                <a:gd name="T81" fmla="*/ 2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3" h="155">
                  <a:moveTo>
                    <a:pt x="102" y="22"/>
                  </a:moveTo>
                  <a:cubicBezTo>
                    <a:pt x="100" y="21"/>
                    <a:pt x="98" y="19"/>
                    <a:pt x="96" y="17"/>
                  </a:cubicBezTo>
                  <a:cubicBezTo>
                    <a:pt x="94" y="16"/>
                    <a:pt x="93" y="16"/>
                    <a:pt x="91" y="15"/>
                  </a:cubicBezTo>
                  <a:cubicBezTo>
                    <a:pt x="90" y="14"/>
                    <a:pt x="88" y="13"/>
                    <a:pt x="87" y="12"/>
                  </a:cubicBezTo>
                  <a:cubicBezTo>
                    <a:pt x="86" y="11"/>
                    <a:pt x="85" y="11"/>
                    <a:pt x="85" y="10"/>
                  </a:cubicBezTo>
                  <a:cubicBezTo>
                    <a:pt x="84" y="9"/>
                    <a:pt x="83" y="8"/>
                    <a:pt x="82" y="8"/>
                  </a:cubicBezTo>
                  <a:cubicBezTo>
                    <a:pt x="80" y="7"/>
                    <a:pt x="78" y="5"/>
                    <a:pt x="76" y="4"/>
                  </a:cubicBezTo>
                  <a:cubicBezTo>
                    <a:pt x="76" y="4"/>
                    <a:pt x="73" y="3"/>
                    <a:pt x="72" y="3"/>
                  </a:cubicBezTo>
                  <a:cubicBezTo>
                    <a:pt x="72" y="2"/>
                    <a:pt x="71" y="2"/>
                    <a:pt x="71" y="2"/>
                  </a:cubicBezTo>
                  <a:cubicBezTo>
                    <a:pt x="70" y="1"/>
                    <a:pt x="69" y="0"/>
                    <a:pt x="6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7" y="0"/>
                    <a:pt x="66" y="0"/>
                  </a:cubicBezTo>
                  <a:cubicBezTo>
                    <a:pt x="66" y="1"/>
                    <a:pt x="65" y="1"/>
                    <a:pt x="64" y="1"/>
                  </a:cubicBezTo>
                  <a:cubicBezTo>
                    <a:pt x="64" y="2"/>
                    <a:pt x="63" y="2"/>
                    <a:pt x="62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0" y="4"/>
                    <a:pt x="59" y="5"/>
                    <a:pt x="57" y="6"/>
                  </a:cubicBezTo>
                  <a:cubicBezTo>
                    <a:pt x="57" y="6"/>
                    <a:pt x="56" y="6"/>
                    <a:pt x="56" y="6"/>
                  </a:cubicBezTo>
                  <a:cubicBezTo>
                    <a:pt x="55" y="6"/>
                    <a:pt x="54" y="5"/>
                    <a:pt x="53" y="5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9"/>
                    <a:pt x="46" y="11"/>
                    <a:pt x="45" y="12"/>
                  </a:cubicBezTo>
                  <a:cubicBezTo>
                    <a:pt x="44" y="13"/>
                    <a:pt x="43" y="13"/>
                    <a:pt x="42" y="13"/>
                  </a:cubicBezTo>
                  <a:cubicBezTo>
                    <a:pt x="41" y="14"/>
                    <a:pt x="40" y="14"/>
                    <a:pt x="39" y="15"/>
                  </a:cubicBezTo>
                  <a:cubicBezTo>
                    <a:pt x="38" y="17"/>
                    <a:pt x="40" y="21"/>
                    <a:pt x="41" y="21"/>
                  </a:cubicBezTo>
                  <a:cubicBezTo>
                    <a:pt x="41" y="22"/>
                    <a:pt x="41" y="22"/>
                    <a:pt x="42" y="22"/>
                  </a:cubicBezTo>
                  <a:cubicBezTo>
                    <a:pt x="43" y="23"/>
                    <a:pt x="43" y="24"/>
                    <a:pt x="42" y="26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2" y="29"/>
                    <a:pt x="41" y="31"/>
                    <a:pt x="42" y="33"/>
                  </a:cubicBezTo>
                  <a:cubicBezTo>
                    <a:pt x="42" y="34"/>
                    <a:pt x="43" y="34"/>
                    <a:pt x="44" y="36"/>
                  </a:cubicBezTo>
                  <a:cubicBezTo>
                    <a:pt x="46" y="38"/>
                    <a:pt x="47" y="39"/>
                    <a:pt x="46" y="40"/>
                  </a:cubicBezTo>
                  <a:cubicBezTo>
                    <a:pt x="46" y="41"/>
                    <a:pt x="46" y="42"/>
                    <a:pt x="44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3" y="42"/>
                    <a:pt x="41" y="42"/>
                    <a:pt x="40" y="42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9" y="46"/>
                    <a:pt x="40" y="48"/>
                    <a:pt x="41" y="50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4" y="55"/>
                    <a:pt x="44" y="62"/>
                    <a:pt x="44" y="64"/>
                  </a:cubicBezTo>
                  <a:cubicBezTo>
                    <a:pt x="44" y="69"/>
                    <a:pt x="41" y="72"/>
                    <a:pt x="38" y="74"/>
                  </a:cubicBezTo>
                  <a:cubicBezTo>
                    <a:pt x="36" y="76"/>
                    <a:pt x="34" y="79"/>
                    <a:pt x="33" y="82"/>
                  </a:cubicBezTo>
                  <a:cubicBezTo>
                    <a:pt x="33" y="83"/>
                    <a:pt x="33" y="84"/>
                    <a:pt x="32" y="85"/>
                  </a:cubicBezTo>
                  <a:cubicBezTo>
                    <a:pt x="32" y="88"/>
                    <a:pt x="31" y="90"/>
                    <a:pt x="29" y="92"/>
                  </a:cubicBezTo>
                  <a:cubicBezTo>
                    <a:pt x="27" y="94"/>
                    <a:pt x="25" y="95"/>
                    <a:pt x="24" y="97"/>
                  </a:cubicBezTo>
                  <a:cubicBezTo>
                    <a:pt x="23" y="98"/>
                    <a:pt x="23" y="99"/>
                    <a:pt x="22" y="100"/>
                  </a:cubicBezTo>
                  <a:cubicBezTo>
                    <a:pt x="19" y="104"/>
                    <a:pt x="16" y="104"/>
                    <a:pt x="13" y="104"/>
                  </a:cubicBezTo>
                  <a:cubicBezTo>
                    <a:pt x="11" y="104"/>
                    <a:pt x="11" y="104"/>
                    <a:pt x="11" y="104"/>
                  </a:cubicBezTo>
                  <a:cubicBezTo>
                    <a:pt x="8" y="104"/>
                    <a:pt x="5" y="105"/>
                    <a:pt x="3" y="109"/>
                  </a:cubicBezTo>
                  <a:cubicBezTo>
                    <a:pt x="2" y="111"/>
                    <a:pt x="2" y="114"/>
                    <a:pt x="1" y="116"/>
                  </a:cubicBezTo>
                  <a:cubicBezTo>
                    <a:pt x="1" y="117"/>
                    <a:pt x="1" y="119"/>
                    <a:pt x="1" y="120"/>
                  </a:cubicBezTo>
                  <a:cubicBezTo>
                    <a:pt x="1" y="121"/>
                    <a:pt x="1" y="123"/>
                    <a:pt x="0" y="125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1" y="130"/>
                    <a:pt x="1" y="130"/>
                    <a:pt x="1" y="130"/>
                  </a:cubicBezTo>
                  <a:cubicBezTo>
                    <a:pt x="3" y="131"/>
                    <a:pt x="3" y="134"/>
                    <a:pt x="3" y="136"/>
                  </a:cubicBezTo>
                  <a:cubicBezTo>
                    <a:pt x="3" y="136"/>
                    <a:pt x="4" y="136"/>
                    <a:pt x="4" y="137"/>
                  </a:cubicBezTo>
                  <a:cubicBezTo>
                    <a:pt x="5" y="143"/>
                    <a:pt x="7" y="146"/>
                    <a:pt x="12" y="147"/>
                  </a:cubicBezTo>
                  <a:cubicBezTo>
                    <a:pt x="16" y="149"/>
                    <a:pt x="21" y="150"/>
                    <a:pt x="26" y="150"/>
                  </a:cubicBezTo>
                  <a:cubicBezTo>
                    <a:pt x="29" y="151"/>
                    <a:pt x="31" y="151"/>
                    <a:pt x="34" y="153"/>
                  </a:cubicBezTo>
                  <a:cubicBezTo>
                    <a:pt x="35" y="153"/>
                    <a:pt x="36" y="154"/>
                    <a:pt x="37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1" y="153"/>
                    <a:pt x="42" y="151"/>
                    <a:pt x="43" y="150"/>
                  </a:cubicBezTo>
                  <a:cubicBezTo>
                    <a:pt x="44" y="148"/>
                    <a:pt x="44" y="146"/>
                    <a:pt x="44" y="145"/>
                  </a:cubicBezTo>
                  <a:cubicBezTo>
                    <a:pt x="44" y="142"/>
                    <a:pt x="44" y="141"/>
                    <a:pt x="46" y="139"/>
                  </a:cubicBezTo>
                  <a:cubicBezTo>
                    <a:pt x="47" y="138"/>
                    <a:pt x="49" y="137"/>
                    <a:pt x="50" y="136"/>
                  </a:cubicBezTo>
                  <a:cubicBezTo>
                    <a:pt x="52" y="136"/>
                    <a:pt x="54" y="135"/>
                    <a:pt x="56" y="133"/>
                  </a:cubicBezTo>
                  <a:cubicBezTo>
                    <a:pt x="58" y="131"/>
                    <a:pt x="59" y="129"/>
                    <a:pt x="60" y="127"/>
                  </a:cubicBezTo>
                  <a:cubicBezTo>
                    <a:pt x="60" y="126"/>
                    <a:pt x="60" y="125"/>
                    <a:pt x="60" y="124"/>
                  </a:cubicBezTo>
                  <a:cubicBezTo>
                    <a:pt x="62" y="121"/>
                    <a:pt x="64" y="119"/>
                    <a:pt x="66" y="116"/>
                  </a:cubicBezTo>
                  <a:cubicBezTo>
                    <a:pt x="68" y="114"/>
                    <a:pt x="70" y="111"/>
                    <a:pt x="72" y="108"/>
                  </a:cubicBezTo>
                  <a:cubicBezTo>
                    <a:pt x="73" y="106"/>
                    <a:pt x="74" y="104"/>
                    <a:pt x="75" y="102"/>
                  </a:cubicBezTo>
                  <a:cubicBezTo>
                    <a:pt x="77" y="97"/>
                    <a:pt x="78" y="93"/>
                    <a:pt x="82" y="90"/>
                  </a:cubicBezTo>
                  <a:cubicBezTo>
                    <a:pt x="83" y="89"/>
                    <a:pt x="84" y="89"/>
                    <a:pt x="86" y="89"/>
                  </a:cubicBezTo>
                  <a:cubicBezTo>
                    <a:pt x="88" y="88"/>
                    <a:pt x="91" y="87"/>
                    <a:pt x="93" y="84"/>
                  </a:cubicBezTo>
                  <a:cubicBezTo>
                    <a:pt x="94" y="83"/>
                    <a:pt x="94" y="81"/>
                    <a:pt x="94" y="79"/>
                  </a:cubicBezTo>
                  <a:cubicBezTo>
                    <a:pt x="94" y="78"/>
                    <a:pt x="95" y="77"/>
                    <a:pt x="95" y="76"/>
                  </a:cubicBezTo>
                  <a:cubicBezTo>
                    <a:pt x="96" y="73"/>
                    <a:pt x="97" y="70"/>
                    <a:pt x="98" y="66"/>
                  </a:cubicBezTo>
                  <a:cubicBezTo>
                    <a:pt x="98" y="63"/>
                    <a:pt x="98" y="59"/>
                    <a:pt x="97" y="56"/>
                  </a:cubicBezTo>
                  <a:cubicBezTo>
                    <a:pt x="97" y="51"/>
                    <a:pt x="97" y="47"/>
                    <a:pt x="97" y="43"/>
                  </a:cubicBezTo>
                  <a:cubicBezTo>
                    <a:pt x="98" y="39"/>
                    <a:pt x="99" y="35"/>
                    <a:pt x="101" y="31"/>
                  </a:cubicBezTo>
                  <a:cubicBezTo>
                    <a:pt x="102" y="29"/>
                    <a:pt x="102" y="27"/>
                    <a:pt x="103" y="25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2" y="22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4E73E56-CB12-93C2-657A-C840CF376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1694"/>
              <a:ext cx="205" cy="229"/>
            </a:xfrm>
            <a:custGeom>
              <a:avLst/>
              <a:gdLst>
                <a:gd name="T0" fmla="*/ 78 w 84"/>
                <a:gd name="T1" fmla="*/ 44 h 94"/>
                <a:gd name="T2" fmla="*/ 74 w 84"/>
                <a:gd name="T3" fmla="*/ 39 h 94"/>
                <a:gd name="T4" fmla="*/ 73 w 84"/>
                <a:gd name="T5" fmla="*/ 39 h 94"/>
                <a:gd name="T6" fmla="*/ 71 w 84"/>
                <a:gd name="T7" fmla="*/ 38 h 94"/>
                <a:gd name="T8" fmla="*/ 69 w 84"/>
                <a:gd name="T9" fmla="*/ 36 h 94"/>
                <a:gd name="T10" fmla="*/ 57 w 84"/>
                <a:gd name="T11" fmla="*/ 24 h 94"/>
                <a:gd name="T12" fmla="*/ 52 w 84"/>
                <a:gd name="T13" fmla="*/ 19 h 94"/>
                <a:gd name="T14" fmla="*/ 41 w 84"/>
                <a:gd name="T15" fmla="*/ 12 h 94"/>
                <a:gd name="T16" fmla="*/ 38 w 84"/>
                <a:gd name="T17" fmla="*/ 11 h 94"/>
                <a:gd name="T18" fmla="*/ 32 w 84"/>
                <a:gd name="T19" fmla="*/ 9 h 94"/>
                <a:gd name="T20" fmla="*/ 26 w 84"/>
                <a:gd name="T21" fmla="*/ 5 h 94"/>
                <a:gd name="T22" fmla="*/ 19 w 84"/>
                <a:gd name="T23" fmla="*/ 4 h 94"/>
                <a:gd name="T24" fmla="*/ 16 w 84"/>
                <a:gd name="T25" fmla="*/ 0 h 94"/>
                <a:gd name="T26" fmla="*/ 16 w 84"/>
                <a:gd name="T27" fmla="*/ 16 h 94"/>
                <a:gd name="T28" fmla="*/ 24 w 84"/>
                <a:gd name="T29" fmla="*/ 28 h 94"/>
                <a:gd name="T30" fmla="*/ 22 w 84"/>
                <a:gd name="T31" fmla="*/ 36 h 94"/>
                <a:gd name="T32" fmla="*/ 22 w 84"/>
                <a:gd name="T33" fmla="*/ 44 h 94"/>
                <a:gd name="T34" fmla="*/ 15 w 84"/>
                <a:gd name="T35" fmla="*/ 56 h 94"/>
                <a:gd name="T36" fmla="*/ 10 w 84"/>
                <a:gd name="T37" fmla="*/ 56 h 94"/>
                <a:gd name="T38" fmla="*/ 5 w 84"/>
                <a:gd name="T39" fmla="*/ 54 h 94"/>
                <a:gd name="T40" fmla="*/ 3 w 84"/>
                <a:gd name="T41" fmla="*/ 54 h 94"/>
                <a:gd name="T42" fmla="*/ 4 w 84"/>
                <a:gd name="T43" fmla="*/ 66 h 94"/>
                <a:gd name="T44" fmla="*/ 10 w 84"/>
                <a:gd name="T45" fmla="*/ 77 h 94"/>
                <a:gd name="T46" fmla="*/ 13 w 84"/>
                <a:gd name="T47" fmla="*/ 89 h 94"/>
                <a:gd name="T48" fmla="*/ 27 w 84"/>
                <a:gd name="T49" fmla="*/ 91 h 94"/>
                <a:gd name="T50" fmla="*/ 34 w 84"/>
                <a:gd name="T51" fmla="*/ 93 h 94"/>
                <a:gd name="T52" fmla="*/ 37 w 84"/>
                <a:gd name="T53" fmla="*/ 92 h 94"/>
                <a:gd name="T54" fmla="*/ 43 w 84"/>
                <a:gd name="T55" fmla="*/ 87 h 94"/>
                <a:gd name="T56" fmla="*/ 46 w 84"/>
                <a:gd name="T57" fmla="*/ 76 h 94"/>
                <a:gd name="T58" fmla="*/ 62 w 84"/>
                <a:gd name="T59" fmla="*/ 62 h 94"/>
                <a:gd name="T60" fmla="*/ 82 w 84"/>
                <a:gd name="T61" fmla="*/ 50 h 94"/>
                <a:gd name="T62" fmla="*/ 82 w 84"/>
                <a:gd name="T63" fmla="*/ 4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94">
                  <a:moveTo>
                    <a:pt x="82" y="47"/>
                  </a:moveTo>
                  <a:cubicBezTo>
                    <a:pt x="81" y="46"/>
                    <a:pt x="79" y="45"/>
                    <a:pt x="78" y="44"/>
                  </a:cubicBezTo>
                  <a:cubicBezTo>
                    <a:pt x="76" y="43"/>
                    <a:pt x="76" y="43"/>
                    <a:pt x="75" y="41"/>
                  </a:cubicBezTo>
                  <a:cubicBezTo>
                    <a:pt x="75" y="41"/>
                    <a:pt x="75" y="40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8"/>
                    <a:pt x="72" y="38"/>
                    <a:pt x="71" y="38"/>
                  </a:cubicBezTo>
                  <a:cubicBezTo>
                    <a:pt x="71" y="38"/>
                    <a:pt x="71" y="38"/>
                    <a:pt x="71" y="37"/>
                  </a:cubicBezTo>
                  <a:cubicBezTo>
                    <a:pt x="70" y="37"/>
                    <a:pt x="70" y="37"/>
                    <a:pt x="69" y="36"/>
                  </a:cubicBezTo>
                  <a:cubicBezTo>
                    <a:pt x="65" y="34"/>
                    <a:pt x="63" y="34"/>
                    <a:pt x="61" y="29"/>
                  </a:cubicBezTo>
                  <a:cubicBezTo>
                    <a:pt x="61" y="26"/>
                    <a:pt x="59" y="25"/>
                    <a:pt x="57" y="24"/>
                  </a:cubicBezTo>
                  <a:cubicBezTo>
                    <a:pt x="56" y="23"/>
                    <a:pt x="55" y="22"/>
                    <a:pt x="54" y="22"/>
                  </a:cubicBezTo>
                  <a:cubicBezTo>
                    <a:pt x="53" y="21"/>
                    <a:pt x="52" y="20"/>
                    <a:pt x="52" y="19"/>
                  </a:cubicBezTo>
                  <a:cubicBezTo>
                    <a:pt x="50" y="17"/>
                    <a:pt x="48" y="15"/>
                    <a:pt x="46" y="13"/>
                  </a:cubicBezTo>
                  <a:cubicBezTo>
                    <a:pt x="44" y="12"/>
                    <a:pt x="43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0" y="12"/>
                    <a:pt x="39" y="12"/>
                    <a:pt x="38" y="11"/>
                  </a:cubicBezTo>
                  <a:cubicBezTo>
                    <a:pt x="37" y="11"/>
                    <a:pt x="35" y="11"/>
                    <a:pt x="34" y="11"/>
                  </a:cubicBezTo>
                  <a:cubicBezTo>
                    <a:pt x="34" y="10"/>
                    <a:pt x="33" y="10"/>
                    <a:pt x="32" y="9"/>
                  </a:cubicBezTo>
                  <a:cubicBezTo>
                    <a:pt x="31" y="8"/>
                    <a:pt x="31" y="7"/>
                    <a:pt x="30" y="7"/>
                  </a:cubicBezTo>
                  <a:cubicBezTo>
                    <a:pt x="29" y="6"/>
                    <a:pt x="28" y="5"/>
                    <a:pt x="26" y="5"/>
                  </a:cubicBezTo>
                  <a:cubicBezTo>
                    <a:pt x="26" y="5"/>
                    <a:pt x="24" y="5"/>
                    <a:pt x="24" y="5"/>
                  </a:cubicBezTo>
                  <a:cubicBezTo>
                    <a:pt x="23" y="5"/>
                    <a:pt x="20" y="4"/>
                    <a:pt x="19" y="4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8"/>
                    <a:pt x="13" y="12"/>
                    <a:pt x="16" y="16"/>
                  </a:cubicBezTo>
                  <a:cubicBezTo>
                    <a:pt x="17" y="17"/>
                    <a:pt x="18" y="18"/>
                    <a:pt x="19" y="19"/>
                  </a:cubicBezTo>
                  <a:cubicBezTo>
                    <a:pt x="22" y="21"/>
                    <a:pt x="24" y="24"/>
                    <a:pt x="24" y="28"/>
                  </a:cubicBezTo>
                  <a:cubicBezTo>
                    <a:pt x="24" y="29"/>
                    <a:pt x="24" y="31"/>
                    <a:pt x="23" y="32"/>
                  </a:cubicBezTo>
                  <a:cubicBezTo>
                    <a:pt x="23" y="33"/>
                    <a:pt x="22" y="35"/>
                    <a:pt x="22" y="36"/>
                  </a:cubicBezTo>
                  <a:cubicBezTo>
                    <a:pt x="22" y="37"/>
                    <a:pt x="22" y="38"/>
                    <a:pt x="22" y="39"/>
                  </a:cubicBezTo>
                  <a:cubicBezTo>
                    <a:pt x="23" y="41"/>
                    <a:pt x="23" y="42"/>
                    <a:pt x="22" y="44"/>
                  </a:cubicBezTo>
                  <a:cubicBezTo>
                    <a:pt x="22" y="45"/>
                    <a:pt x="22" y="46"/>
                    <a:pt x="21" y="47"/>
                  </a:cubicBezTo>
                  <a:cubicBezTo>
                    <a:pt x="20" y="51"/>
                    <a:pt x="19" y="55"/>
                    <a:pt x="15" y="56"/>
                  </a:cubicBezTo>
                  <a:cubicBezTo>
                    <a:pt x="14" y="57"/>
                    <a:pt x="14" y="57"/>
                    <a:pt x="13" y="57"/>
                  </a:cubicBezTo>
                  <a:cubicBezTo>
                    <a:pt x="12" y="57"/>
                    <a:pt x="12" y="56"/>
                    <a:pt x="10" y="56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8" y="54"/>
                    <a:pt x="7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0" y="58"/>
                    <a:pt x="1" y="62"/>
                    <a:pt x="4" y="66"/>
                  </a:cubicBezTo>
                  <a:cubicBezTo>
                    <a:pt x="6" y="69"/>
                    <a:pt x="8" y="72"/>
                    <a:pt x="9" y="75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8"/>
                    <a:pt x="11" y="80"/>
                    <a:pt x="11" y="82"/>
                  </a:cubicBezTo>
                  <a:cubicBezTo>
                    <a:pt x="11" y="85"/>
                    <a:pt x="11" y="88"/>
                    <a:pt x="13" y="89"/>
                  </a:cubicBezTo>
                  <a:cubicBezTo>
                    <a:pt x="15" y="91"/>
                    <a:pt x="19" y="91"/>
                    <a:pt x="22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9" y="91"/>
                    <a:pt x="31" y="91"/>
                    <a:pt x="32" y="92"/>
                  </a:cubicBezTo>
                  <a:cubicBezTo>
                    <a:pt x="33" y="92"/>
                    <a:pt x="34" y="93"/>
                    <a:pt x="34" y="93"/>
                  </a:cubicBezTo>
                  <a:cubicBezTo>
                    <a:pt x="36" y="94"/>
                    <a:pt x="36" y="94"/>
                    <a:pt x="36" y="94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8" y="91"/>
                    <a:pt x="39" y="90"/>
                    <a:pt x="40" y="89"/>
                  </a:cubicBezTo>
                  <a:cubicBezTo>
                    <a:pt x="41" y="89"/>
                    <a:pt x="42" y="88"/>
                    <a:pt x="43" y="87"/>
                  </a:cubicBezTo>
                  <a:cubicBezTo>
                    <a:pt x="45" y="85"/>
                    <a:pt x="45" y="82"/>
                    <a:pt x="46" y="79"/>
                  </a:cubicBezTo>
                  <a:cubicBezTo>
                    <a:pt x="46" y="78"/>
                    <a:pt x="46" y="77"/>
                    <a:pt x="46" y="76"/>
                  </a:cubicBezTo>
                  <a:cubicBezTo>
                    <a:pt x="47" y="73"/>
                    <a:pt x="49" y="70"/>
                    <a:pt x="52" y="68"/>
                  </a:cubicBezTo>
                  <a:cubicBezTo>
                    <a:pt x="55" y="65"/>
                    <a:pt x="58" y="64"/>
                    <a:pt x="62" y="62"/>
                  </a:cubicBezTo>
                  <a:cubicBezTo>
                    <a:pt x="65" y="61"/>
                    <a:pt x="67" y="60"/>
                    <a:pt x="70" y="59"/>
                  </a:cubicBezTo>
                  <a:cubicBezTo>
                    <a:pt x="75" y="56"/>
                    <a:pt x="79" y="53"/>
                    <a:pt x="82" y="50"/>
                  </a:cubicBezTo>
                  <a:cubicBezTo>
                    <a:pt x="84" y="49"/>
                    <a:pt x="84" y="49"/>
                    <a:pt x="84" y="49"/>
                  </a:cubicBezTo>
                  <a:lnTo>
                    <a:pt x="82" y="47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959472D-439A-FEA1-F8E1-EC7B19B1C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1572"/>
              <a:ext cx="996" cy="1091"/>
            </a:xfrm>
            <a:custGeom>
              <a:avLst/>
              <a:gdLst>
                <a:gd name="T0" fmla="*/ 383 w 408"/>
                <a:gd name="T1" fmla="*/ 132 h 447"/>
                <a:gd name="T2" fmla="*/ 382 w 408"/>
                <a:gd name="T3" fmla="*/ 105 h 447"/>
                <a:gd name="T4" fmla="*/ 394 w 408"/>
                <a:gd name="T5" fmla="*/ 89 h 447"/>
                <a:gd name="T6" fmla="*/ 387 w 408"/>
                <a:gd name="T7" fmla="*/ 53 h 447"/>
                <a:gd name="T8" fmla="*/ 375 w 408"/>
                <a:gd name="T9" fmla="*/ 36 h 447"/>
                <a:gd name="T10" fmla="*/ 364 w 408"/>
                <a:gd name="T11" fmla="*/ 20 h 447"/>
                <a:gd name="T12" fmla="*/ 356 w 408"/>
                <a:gd name="T13" fmla="*/ 18 h 447"/>
                <a:gd name="T14" fmla="*/ 350 w 408"/>
                <a:gd name="T15" fmla="*/ 13 h 447"/>
                <a:gd name="T16" fmla="*/ 321 w 408"/>
                <a:gd name="T17" fmla="*/ 4 h 447"/>
                <a:gd name="T18" fmla="*/ 299 w 408"/>
                <a:gd name="T19" fmla="*/ 21 h 447"/>
                <a:gd name="T20" fmla="*/ 279 w 408"/>
                <a:gd name="T21" fmla="*/ 38 h 447"/>
                <a:gd name="T22" fmla="*/ 267 w 408"/>
                <a:gd name="T23" fmla="*/ 29 h 447"/>
                <a:gd name="T24" fmla="*/ 252 w 408"/>
                <a:gd name="T25" fmla="*/ 6 h 447"/>
                <a:gd name="T26" fmla="*/ 235 w 408"/>
                <a:gd name="T27" fmla="*/ 10 h 447"/>
                <a:gd name="T28" fmla="*/ 221 w 408"/>
                <a:gd name="T29" fmla="*/ 19 h 447"/>
                <a:gd name="T30" fmla="*/ 180 w 408"/>
                <a:gd name="T31" fmla="*/ 38 h 447"/>
                <a:gd name="T32" fmla="*/ 148 w 408"/>
                <a:gd name="T33" fmla="*/ 31 h 447"/>
                <a:gd name="T34" fmla="*/ 135 w 408"/>
                <a:gd name="T35" fmla="*/ 29 h 447"/>
                <a:gd name="T36" fmla="*/ 106 w 408"/>
                <a:gd name="T37" fmla="*/ 84 h 447"/>
                <a:gd name="T38" fmla="*/ 75 w 408"/>
                <a:gd name="T39" fmla="*/ 96 h 447"/>
                <a:gd name="T40" fmla="*/ 42 w 408"/>
                <a:gd name="T41" fmla="*/ 69 h 447"/>
                <a:gd name="T42" fmla="*/ 16 w 408"/>
                <a:gd name="T43" fmla="*/ 84 h 447"/>
                <a:gd name="T44" fmla="*/ 11 w 408"/>
                <a:gd name="T45" fmla="*/ 122 h 447"/>
                <a:gd name="T46" fmla="*/ 11 w 408"/>
                <a:gd name="T47" fmla="*/ 136 h 447"/>
                <a:gd name="T48" fmla="*/ 13 w 408"/>
                <a:gd name="T49" fmla="*/ 147 h 447"/>
                <a:gd name="T50" fmla="*/ 13 w 408"/>
                <a:gd name="T51" fmla="*/ 165 h 447"/>
                <a:gd name="T52" fmla="*/ 15 w 408"/>
                <a:gd name="T53" fmla="*/ 182 h 447"/>
                <a:gd name="T54" fmla="*/ 17 w 408"/>
                <a:gd name="T55" fmla="*/ 207 h 447"/>
                <a:gd name="T56" fmla="*/ 18 w 408"/>
                <a:gd name="T57" fmla="*/ 245 h 447"/>
                <a:gd name="T58" fmla="*/ 21 w 408"/>
                <a:gd name="T59" fmla="*/ 275 h 447"/>
                <a:gd name="T60" fmla="*/ 26 w 408"/>
                <a:gd name="T61" fmla="*/ 289 h 447"/>
                <a:gd name="T62" fmla="*/ 38 w 408"/>
                <a:gd name="T63" fmla="*/ 282 h 447"/>
                <a:gd name="T64" fmla="*/ 45 w 408"/>
                <a:gd name="T65" fmla="*/ 281 h 447"/>
                <a:gd name="T66" fmla="*/ 97 w 408"/>
                <a:gd name="T67" fmla="*/ 250 h 447"/>
                <a:gd name="T68" fmla="*/ 117 w 408"/>
                <a:gd name="T69" fmla="*/ 267 h 447"/>
                <a:gd name="T70" fmla="*/ 139 w 408"/>
                <a:gd name="T71" fmla="*/ 271 h 447"/>
                <a:gd name="T72" fmla="*/ 156 w 408"/>
                <a:gd name="T73" fmla="*/ 274 h 447"/>
                <a:gd name="T74" fmla="*/ 198 w 408"/>
                <a:gd name="T75" fmla="*/ 296 h 447"/>
                <a:gd name="T76" fmla="*/ 228 w 408"/>
                <a:gd name="T77" fmla="*/ 326 h 447"/>
                <a:gd name="T78" fmla="*/ 275 w 408"/>
                <a:gd name="T79" fmla="*/ 334 h 447"/>
                <a:gd name="T80" fmla="*/ 267 w 408"/>
                <a:gd name="T81" fmla="*/ 372 h 447"/>
                <a:gd name="T82" fmla="*/ 264 w 408"/>
                <a:gd name="T83" fmla="*/ 418 h 447"/>
                <a:gd name="T84" fmla="*/ 271 w 408"/>
                <a:gd name="T85" fmla="*/ 435 h 447"/>
                <a:gd name="T86" fmla="*/ 290 w 408"/>
                <a:gd name="T87" fmla="*/ 444 h 447"/>
                <a:gd name="T88" fmla="*/ 307 w 408"/>
                <a:gd name="T89" fmla="*/ 429 h 447"/>
                <a:gd name="T90" fmla="*/ 319 w 408"/>
                <a:gd name="T91" fmla="*/ 371 h 447"/>
                <a:gd name="T92" fmla="*/ 330 w 408"/>
                <a:gd name="T93" fmla="*/ 337 h 447"/>
                <a:gd name="T94" fmla="*/ 327 w 408"/>
                <a:gd name="T95" fmla="*/ 287 h 447"/>
                <a:gd name="T96" fmla="*/ 333 w 408"/>
                <a:gd name="T97" fmla="*/ 259 h 447"/>
                <a:gd name="T98" fmla="*/ 338 w 408"/>
                <a:gd name="T99" fmla="*/ 217 h 447"/>
                <a:gd name="T100" fmla="*/ 351 w 408"/>
                <a:gd name="T101" fmla="*/ 204 h 447"/>
                <a:gd name="T102" fmla="*/ 373 w 408"/>
                <a:gd name="T103" fmla="*/ 198 h 447"/>
                <a:gd name="T104" fmla="*/ 405 w 408"/>
                <a:gd name="T105" fmla="*/ 15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08" h="447">
                  <a:moveTo>
                    <a:pt x="407" y="144"/>
                  </a:moveTo>
                  <a:cubicBezTo>
                    <a:pt x="406" y="143"/>
                    <a:pt x="405" y="143"/>
                    <a:pt x="404" y="142"/>
                  </a:cubicBezTo>
                  <a:cubicBezTo>
                    <a:pt x="403" y="142"/>
                    <a:pt x="401" y="142"/>
                    <a:pt x="399" y="142"/>
                  </a:cubicBezTo>
                  <a:cubicBezTo>
                    <a:pt x="395" y="142"/>
                    <a:pt x="395" y="142"/>
                    <a:pt x="395" y="142"/>
                  </a:cubicBezTo>
                  <a:cubicBezTo>
                    <a:pt x="392" y="142"/>
                    <a:pt x="387" y="142"/>
                    <a:pt x="384" y="139"/>
                  </a:cubicBezTo>
                  <a:cubicBezTo>
                    <a:pt x="383" y="138"/>
                    <a:pt x="383" y="135"/>
                    <a:pt x="383" y="132"/>
                  </a:cubicBezTo>
                  <a:cubicBezTo>
                    <a:pt x="383" y="131"/>
                    <a:pt x="383" y="129"/>
                    <a:pt x="382" y="127"/>
                  </a:cubicBezTo>
                  <a:cubicBezTo>
                    <a:pt x="381" y="125"/>
                    <a:pt x="381" y="125"/>
                    <a:pt x="381" y="125"/>
                  </a:cubicBezTo>
                  <a:cubicBezTo>
                    <a:pt x="379" y="122"/>
                    <a:pt x="378" y="119"/>
                    <a:pt x="376" y="117"/>
                  </a:cubicBezTo>
                  <a:cubicBezTo>
                    <a:pt x="373" y="113"/>
                    <a:pt x="371" y="109"/>
                    <a:pt x="375" y="103"/>
                  </a:cubicBezTo>
                  <a:cubicBezTo>
                    <a:pt x="376" y="103"/>
                    <a:pt x="377" y="103"/>
                    <a:pt x="377" y="103"/>
                  </a:cubicBezTo>
                  <a:cubicBezTo>
                    <a:pt x="379" y="103"/>
                    <a:pt x="380" y="104"/>
                    <a:pt x="382" y="105"/>
                  </a:cubicBezTo>
                  <a:cubicBezTo>
                    <a:pt x="383" y="105"/>
                    <a:pt x="383" y="105"/>
                    <a:pt x="383" y="105"/>
                  </a:cubicBezTo>
                  <a:cubicBezTo>
                    <a:pt x="384" y="106"/>
                    <a:pt x="384" y="106"/>
                    <a:pt x="385" y="106"/>
                  </a:cubicBezTo>
                  <a:cubicBezTo>
                    <a:pt x="386" y="106"/>
                    <a:pt x="386" y="106"/>
                    <a:pt x="387" y="106"/>
                  </a:cubicBezTo>
                  <a:cubicBezTo>
                    <a:pt x="391" y="105"/>
                    <a:pt x="392" y="101"/>
                    <a:pt x="393" y="97"/>
                  </a:cubicBezTo>
                  <a:cubicBezTo>
                    <a:pt x="393" y="96"/>
                    <a:pt x="393" y="95"/>
                    <a:pt x="394" y="94"/>
                  </a:cubicBezTo>
                  <a:cubicBezTo>
                    <a:pt x="394" y="92"/>
                    <a:pt x="394" y="91"/>
                    <a:pt x="394" y="89"/>
                  </a:cubicBezTo>
                  <a:cubicBezTo>
                    <a:pt x="394" y="88"/>
                    <a:pt x="394" y="87"/>
                    <a:pt x="394" y="86"/>
                  </a:cubicBezTo>
                  <a:cubicBezTo>
                    <a:pt x="394" y="85"/>
                    <a:pt x="394" y="83"/>
                    <a:pt x="395" y="82"/>
                  </a:cubicBezTo>
                  <a:cubicBezTo>
                    <a:pt x="395" y="81"/>
                    <a:pt x="396" y="79"/>
                    <a:pt x="396" y="78"/>
                  </a:cubicBezTo>
                  <a:cubicBezTo>
                    <a:pt x="396" y="74"/>
                    <a:pt x="393" y="72"/>
                    <a:pt x="391" y="69"/>
                  </a:cubicBezTo>
                  <a:cubicBezTo>
                    <a:pt x="390" y="68"/>
                    <a:pt x="389" y="67"/>
                    <a:pt x="388" y="66"/>
                  </a:cubicBezTo>
                  <a:cubicBezTo>
                    <a:pt x="385" y="62"/>
                    <a:pt x="386" y="57"/>
                    <a:pt x="387" y="53"/>
                  </a:cubicBezTo>
                  <a:cubicBezTo>
                    <a:pt x="387" y="52"/>
                    <a:pt x="387" y="49"/>
                    <a:pt x="387" y="49"/>
                  </a:cubicBezTo>
                  <a:cubicBezTo>
                    <a:pt x="386" y="48"/>
                    <a:pt x="386" y="48"/>
                    <a:pt x="386" y="48"/>
                  </a:cubicBezTo>
                  <a:cubicBezTo>
                    <a:pt x="385" y="48"/>
                    <a:pt x="384" y="47"/>
                    <a:pt x="383" y="47"/>
                  </a:cubicBezTo>
                  <a:cubicBezTo>
                    <a:pt x="382" y="46"/>
                    <a:pt x="381" y="46"/>
                    <a:pt x="380" y="45"/>
                  </a:cubicBezTo>
                  <a:cubicBezTo>
                    <a:pt x="378" y="44"/>
                    <a:pt x="375" y="40"/>
                    <a:pt x="375" y="37"/>
                  </a:cubicBezTo>
                  <a:cubicBezTo>
                    <a:pt x="375" y="36"/>
                    <a:pt x="375" y="36"/>
                    <a:pt x="375" y="36"/>
                  </a:cubicBezTo>
                  <a:cubicBezTo>
                    <a:pt x="375" y="35"/>
                    <a:pt x="375" y="35"/>
                    <a:pt x="375" y="35"/>
                  </a:cubicBezTo>
                  <a:cubicBezTo>
                    <a:pt x="374" y="34"/>
                    <a:pt x="374" y="33"/>
                    <a:pt x="374" y="32"/>
                  </a:cubicBezTo>
                  <a:cubicBezTo>
                    <a:pt x="374" y="31"/>
                    <a:pt x="374" y="31"/>
                    <a:pt x="374" y="30"/>
                  </a:cubicBezTo>
                  <a:cubicBezTo>
                    <a:pt x="374" y="26"/>
                    <a:pt x="374" y="26"/>
                    <a:pt x="370" y="24"/>
                  </a:cubicBezTo>
                  <a:cubicBezTo>
                    <a:pt x="367" y="24"/>
                    <a:pt x="367" y="23"/>
                    <a:pt x="366" y="21"/>
                  </a:cubicBezTo>
                  <a:cubicBezTo>
                    <a:pt x="365" y="21"/>
                    <a:pt x="365" y="20"/>
                    <a:pt x="364" y="20"/>
                  </a:cubicBezTo>
                  <a:cubicBezTo>
                    <a:pt x="364" y="19"/>
                    <a:pt x="364" y="19"/>
                    <a:pt x="363" y="19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1" y="19"/>
                    <a:pt x="361" y="19"/>
                    <a:pt x="361" y="19"/>
                  </a:cubicBezTo>
                  <a:cubicBezTo>
                    <a:pt x="360" y="19"/>
                    <a:pt x="359" y="20"/>
                    <a:pt x="359" y="20"/>
                  </a:cubicBezTo>
                  <a:cubicBezTo>
                    <a:pt x="358" y="20"/>
                    <a:pt x="358" y="20"/>
                    <a:pt x="357" y="19"/>
                  </a:cubicBezTo>
                  <a:cubicBezTo>
                    <a:pt x="357" y="19"/>
                    <a:pt x="356" y="18"/>
                    <a:pt x="356" y="18"/>
                  </a:cubicBezTo>
                  <a:cubicBezTo>
                    <a:pt x="355" y="17"/>
                    <a:pt x="355" y="16"/>
                    <a:pt x="355" y="16"/>
                  </a:cubicBezTo>
                  <a:cubicBezTo>
                    <a:pt x="354" y="16"/>
                    <a:pt x="354" y="15"/>
                    <a:pt x="353" y="15"/>
                  </a:cubicBezTo>
                  <a:cubicBezTo>
                    <a:pt x="353" y="14"/>
                    <a:pt x="352" y="14"/>
                    <a:pt x="352" y="14"/>
                  </a:cubicBezTo>
                  <a:cubicBezTo>
                    <a:pt x="352" y="14"/>
                    <a:pt x="351" y="13"/>
                    <a:pt x="351" y="13"/>
                  </a:cubicBezTo>
                  <a:cubicBezTo>
                    <a:pt x="351" y="13"/>
                    <a:pt x="351" y="13"/>
                    <a:pt x="351" y="13"/>
                  </a:cubicBezTo>
                  <a:cubicBezTo>
                    <a:pt x="350" y="13"/>
                    <a:pt x="350" y="13"/>
                    <a:pt x="350" y="13"/>
                  </a:cubicBezTo>
                  <a:cubicBezTo>
                    <a:pt x="350" y="13"/>
                    <a:pt x="350" y="13"/>
                    <a:pt x="349" y="12"/>
                  </a:cubicBezTo>
                  <a:cubicBezTo>
                    <a:pt x="345" y="12"/>
                    <a:pt x="340" y="11"/>
                    <a:pt x="336" y="8"/>
                  </a:cubicBezTo>
                  <a:cubicBezTo>
                    <a:pt x="335" y="7"/>
                    <a:pt x="334" y="6"/>
                    <a:pt x="333" y="5"/>
                  </a:cubicBezTo>
                  <a:cubicBezTo>
                    <a:pt x="332" y="3"/>
                    <a:pt x="332" y="1"/>
                    <a:pt x="329" y="1"/>
                  </a:cubicBezTo>
                  <a:cubicBezTo>
                    <a:pt x="328" y="0"/>
                    <a:pt x="328" y="0"/>
                    <a:pt x="327" y="0"/>
                  </a:cubicBezTo>
                  <a:cubicBezTo>
                    <a:pt x="324" y="0"/>
                    <a:pt x="322" y="2"/>
                    <a:pt x="321" y="4"/>
                  </a:cubicBezTo>
                  <a:cubicBezTo>
                    <a:pt x="319" y="5"/>
                    <a:pt x="318" y="6"/>
                    <a:pt x="316" y="7"/>
                  </a:cubicBezTo>
                  <a:cubicBezTo>
                    <a:pt x="315" y="8"/>
                    <a:pt x="314" y="8"/>
                    <a:pt x="313" y="9"/>
                  </a:cubicBezTo>
                  <a:cubicBezTo>
                    <a:pt x="312" y="10"/>
                    <a:pt x="311" y="10"/>
                    <a:pt x="310" y="11"/>
                  </a:cubicBezTo>
                  <a:cubicBezTo>
                    <a:pt x="308" y="12"/>
                    <a:pt x="307" y="12"/>
                    <a:pt x="306" y="13"/>
                  </a:cubicBezTo>
                  <a:cubicBezTo>
                    <a:pt x="304" y="14"/>
                    <a:pt x="304" y="16"/>
                    <a:pt x="303" y="17"/>
                  </a:cubicBezTo>
                  <a:cubicBezTo>
                    <a:pt x="302" y="18"/>
                    <a:pt x="301" y="20"/>
                    <a:pt x="299" y="21"/>
                  </a:cubicBezTo>
                  <a:cubicBezTo>
                    <a:pt x="296" y="23"/>
                    <a:pt x="294" y="23"/>
                    <a:pt x="291" y="24"/>
                  </a:cubicBezTo>
                  <a:cubicBezTo>
                    <a:pt x="290" y="24"/>
                    <a:pt x="290" y="24"/>
                    <a:pt x="290" y="24"/>
                  </a:cubicBezTo>
                  <a:cubicBezTo>
                    <a:pt x="287" y="24"/>
                    <a:pt x="286" y="25"/>
                    <a:pt x="286" y="28"/>
                  </a:cubicBezTo>
                  <a:cubicBezTo>
                    <a:pt x="286" y="29"/>
                    <a:pt x="286" y="29"/>
                    <a:pt x="286" y="29"/>
                  </a:cubicBezTo>
                  <a:cubicBezTo>
                    <a:pt x="285" y="33"/>
                    <a:pt x="283" y="34"/>
                    <a:pt x="281" y="36"/>
                  </a:cubicBezTo>
                  <a:cubicBezTo>
                    <a:pt x="280" y="36"/>
                    <a:pt x="279" y="38"/>
                    <a:pt x="279" y="38"/>
                  </a:cubicBezTo>
                  <a:cubicBezTo>
                    <a:pt x="276" y="40"/>
                    <a:pt x="274" y="42"/>
                    <a:pt x="270" y="42"/>
                  </a:cubicBezTo>
                  <a:cubicBezTo>
                    <a:pt x="270" y="42"/>
                    <a:pt x="269" y="42"/>
                    <a:pt x="269" y="42"/>
                  </a:cubicBezTo>
                  <a:cubicBezTo>
                    <a:pt x="267" y="42"/>
                    <a:pt x="266" y="42"/>
                    <a:pt x="265" y="41"/>
                  </a:cubicBezTo>
                  <a:cubicBezTo>
                    <a:pt x="265" y="40"/>
                    <a:pt x="264" y="39"/>
                    <a:pt x="265" y="38"/>
                  </a:cubicBezTo>
                  <a:cubicBezTo>
                    <a:pt x="265" y="37"/>
                    <a:pt x="265" y="36"/>
                    <a:pt x="266" y="35"/>
                  </a:cubicBezTo>
                  <a:cubicBezTo>
                    <a:pt x="266" y="33"/>
                    <a:pt x="267" y="31"/>
                    <a:pt x="267" y="29"/>
                  </a:cubicBezTo>
                  <a:cubicBezTo>
                    <a:pt x="266" y="28"/>
                    <a:pt x="265" y="27"/>
                    <a:pt x="263" y="26"/>
                  </a:cubicBezTo>
                  <a:cubicBezTo>
                    <a:pt x="262" y="25"/>
                    <a:pt x="261" y="24"/>
                    <a:pt x="261" y="23"/>
                  </a:cubicBezTo>
                  <a:cubicBezTo>
                    <a:pt x="259" y="21"/>
                    <a:pt x="259" y="19"/>
                    <a:pt x="259" y="17"/>
                  </a:cubicBezTo>
                  <a:cubicBezTo>
                    <a:pt x="259" y="16"/>
                    <a:pt x="259" y="14"/>
                    <a:pt x="258" y="12"/>
                  </a:cubicBezTo>
                  <a:cubicBezTo>
                    <a:pt x="258" y="11"/>
                    <a:pt x="256" y="9"/>
                    <a:pt x="254" y="8"/>
                  </a:cubicBezTo>
                  <a:cubicBezTo>
                    <a:pt x="254" y="8"/>
                    <a:pt x="253" y="7"/>
                    <a:pt x="252" y="6"/>
                  </a:cubicBezTo>
                  <a:cubicBezTo>
                    <a:pt x="252" y="6"/>
                    <a:pt x="251" y="6"/>
                    <a:pt x="250" y="5"/>
                  </a:cubicBezTo>
                  <a:cubicBezTo>
                    <a:pt x="249" y="4"/>
                    <a:pt x="248" y="4"/>
                    <a:pt x="247" y="3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45" y="2"/>
                    <a:pt x="245" y="2"/>
                    <a:pt x="245" y="2"/>
                  </a:cubicBezTo>
                  <a:cubicBezTo>
                    <a:pt x="241" y="2"/>
                    <a:pt x="239" y="5"/>
                    <a:pt x="236" y="9"/>
                  </a:cubicBezTo>
                  <a:cubicBezTo>
                    <a:pt x="235" y="10"/>
                    <a:pt x="235" y="10"/>
                    <a:pt x="235" y="10"/>
                  </a:cubicBezTo>
                  <a:cubicBezTo>
                    <a:pt x="232" y="13"/>
                    <a:pt x="229" y="14"/>
                    <a:pt x="226" y="16"/>
                  </a:cubicBezTo>
                  <a:cubicBezTo>
                    <a:pt x="226" y="16"/>
                    <a:pt x="225" y="16"/>
                    <a:pt x="224" y="17"/>
                  </a:cubicBezTo>
                  <a:cubicBezTo>
                    <a:pt x="222" y="17"/>
                    <a:pt x="222" y="18"/>
                    <a:pt x="222" y="18"/>
                  </a:cubicBezTo>
                  <a:cubicBezTo>
                    <a:pt x="222" y="18"/>
                    <a:pt x="222" y="18"/>
                    <a:pt x="222" y="18"/>
                  </a:cubicBezTo>
                  <a:cubicBezTo>
                    <a:pt x="221" y="19"/>
                    <a:pt x="221" y="19"/>
                    <a:pt x="221" y="19"/>
                  </a:cubicBezTo>
                  <a:cubicBezTo>
                    <a:pt x="221" y="19"/>
                    <a:pt x="221" y="19"/>
                    <a:pt x="221" y="19"/>
                  </a:cubicBezTo>
                  <a:cubicBezTo>
                    <a:pt x="221" y="20"/>
                    <a:pt x="221" y="21"/>
                    <a:pt x="220" y="22"/>
                  </a:cubicBezTo>
                  <a:cubicBezTo>
                    <a:pt x="220" y="23"/>
                    <a:pt x="218" y="26"/>
                    <a:pt x="216" y="27"/>
                  </a:cubicBezTo>
                  <a:cubicBezTo>
                    <a:pt x="213" y="29"/>
                    <a:pt x="209" y="29"/>
                    <a:pt x="205" y="29"/>
                  </a:cubicBezTo>
                  <a:cubicBezTo>
                    <a:pt x="202" y="29"/>
                    <a:pt x="200" y="29"/>
                    <a:pt x="197" y="30"/>
                  </a:cubicBezTo>
                  <a:cubicBezTo>
                    <a:pt x="194" y="30"/>
                    <a:pt x="192" y="32"/>
                    <a:pt x="190" y="34"/>
                  </a:cubicBezTo>
                  <a:cubicBezTo>
                    <a:pt x="187" y="36"/>
                    <a:pt x="184" y="38"/>
                    <a:pt x="180" y="38"/>
                  </a:cubicBezTo>
                  <a:cubicBezTo>
                    <a:pt x="174" y="38"/>
                    <a:pt x="171" y="38"/>
                    <a:pt x="166" y="35"/>
                  </a:cubicBezTo>
                  <a:cubicBezTo>
                    <a:pt x="165" y="35"/>
                    <a:pt x="165" y="34"/>
                    <a:pt x="164" y="33"/>
                  </a:cubicBezTo>
                  <a:cubicBezTo>
                    <a:pt x="161" y="32"/>
                    <a:pt x="159" y="30"/>
                    <a:pt x="155" y="30"/>
                  </a:cubicBezTo>
                  <a:cubicBezTo>
                    <a:pt x="155" y="30"/>
                    <a:pt x="155" y="30"/>
                    <a:pt x="155" y="30"/>
                  </a:cubicBezTo>
                  <a:cubicBezTo>
                    <a:pt x="154" y="30"/>
                    <a:pt x="153" y="30"/>
                    <a:pt x="152" y="30"/>
                  </a:cubicBezTo>
                  <a:cubicBezTo>
                    <a:pt x="150" y="31"/>
                    <a:pt x="149" y="31"/>
                    <a:pt x="148" y="31"/>
                  </a:cubicBezTo>
                  <a:cubicBezTo>
                    <a:pt x="148" y="31"/>
                    <a:pt x="147" y="31"/>
                    <a:pt x="147" y="31"/>
                  </a:cubicBezTo>
                  <a:cubicBezTo>
                    <a:pt x="145" y="31"/>
                    <a:pt x="144" y="30"/>
                    <a:pt x="143" y="29"/>
                  </a:cubicBezTo>
                  <a:cubicBezTo>
                    <a:pt x="142" y="29"/>
                    <a:pt x="142" y="29"/>
                    <a:pt x="141" y="28"/>
                  </a:cubicBezTo>
                  <a:cubicBezTo>
                    <a:pt x="140" y="28"/>
                    <a:pt x="140" y="28"/>
                    <a:pt x="139" y="28"/>
                  </a:cubicBezTo>
                  <a:cubicBezTo>
                    <a:pt x="138" y="28"/>
                    <a:pt x="137" y="28"/>
                    <a:pt x="136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3" y="30"/>
                    <a:pt x="132" y="31"/>
                    <a:pt x="130" y="31"/>
                  </a:cubicBezTo>
                  <a:cubicBezTo>
                    <a:pt x="128" y="31"/>
                    <a:pt x="128" y="31"/>
                    <a:pt x="128" y="31"/>
                  </a:cubicBezTo>
                  <a:cubicBezTo>
                    <a:pt x="129" y="34"/>
                    <a:pt x="129" y="34"/>
                    <a:pt x="129" y="34"/>
                  </a:cubicBezTo>
                  <a:cubicBezTo>
                    <a:pt x="132" y="43"/>
                    <a:pt x="134" y="54"/>
                    <a:pt x="130" y="64"/>
                  </a:cubicBezTo>
                  <a:cubicBezTo>
                    <a:pt x="127" y="70"/>
                    <a:pt x="119" y="81"/>
                    <a:pt x="111" y="84"/>
                  </a:cubicBezTo>
                  <a:cubicBezTo>
                    <a:pt x="109" y="84"/>
                    <a:pt x="108" y="84"/>
                    <a:pt x="106" y="84"/>
                  </a:cubicBezTo>
                  <a:cubicBezTo>
                    <a:pt x="105" y="84"/>
                    <a:pt x="104" y="84"/>
                    <a:pt x="103" y="84"/>
                  </a:cubicBezTo>
                  <a:cubicBezTo>
                    <a:pt x="102" y="84"/>
                    <a:pt x="101" y="84"/>
                    <a:pt x="100" y="84"/>
                  </a:cubicBezTo>
                  <a:cubicBezTo>
                    <a:pt x="99" y="84"/>
                    <a:pt x="98" y="84"/>
                    <a:pt x="97" y="84"/>
                  </a:cubicBezTo>
                  <a:cubicBezTo>
                    <a:pt x="93" y="85"/>
                    <a:pt x="91" y="88"/>
                    <a:pt x="89" y="90"/>
                  </a:cubicBezTo>
                  <a:cubicBezTo>
                    <a:pt x="88" y="91"/>
                    <a:pt x="86" y="92"/>
                    <a:pt x="85" y="93"/>
                  </a:cubicBezTo>
                  <a:cubicBezTo>
                    <a:pt x="83" y="95"/>
                    <a:pt x="79" y="96"/>
                    <a:pt x="75" y="96"/>
                  </a:cubicBezTo>
                  <a:cubicBezTo>
                    <a:pt x="70" y="96"/>
                    <a:pt x="64" y="94"/>
                    <a:pt x="59" y="92"/>
                  </a:cubicBezTo>
                  <a:cubicBezTo>
                    <a:pt x="55" y="89"/>
                    <a:pt x="53" y="85"/>
                    <a:pt x="51" y="80"/>
                  </a:cubicBezTo>
                  <a:cubicBezTo>
                    <a:pt x="51" y="79"/>
                    <a:pt x="50" y="78"/>
                    <a:pt x="50" y="77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48" y="73"/>
                    <a:pt x="47" y="70"/>
                    <a:pt x="45" y="70"/>
                  </a:cubicBezTo>
                  <a:cubicBezTo>
                    <a:pt x="44" y="69"/>
                    <a:pt x="43" y="69"/>
                    <a:pt x="42" y="69"/>
                  </a:cubicBezTo>
                  <a:cubicBezTo>
                    <a:pt x="41" y="69"/>
                    <a:pt x="40" y="69"/>
                    <a:pt x="38" y="69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4"/>
                    <a:pt x="32" y="77"/>
                    <a:pt x="29" y="78"/>
                  </a:cubicBezTo>
                  <a:cubicBezTo>
                    <a:pt x="28" y="79"/>
                    <a:pt x="27" y="79"/>
                    <a:pt x="26" y="79"/>
                  </a:cubicBezTo>
                  <a:cubicBezTo>
                    <a:pt x="22" y="80"/>
                    <a:pt x="19" y="81"/>
                    <a:pt x="16" y="84"/>
                  </a:cubicBezTo>
                  <a:cubicBezTo>
                    <a:pt x="14" y="87"/>
                    <a:pt x="13" y="89"/>
                    <a:pt x="13" y="92"/>
                  </a:cubicBezTo>
                  <a:cubicBezTo>
                    <a:pt x="12" y="93"/>
                    <a:pt x="12" y="95"/>
                    <a:pt x="12" y="96"/>
                  </a:cubicBezTo>
                  <a:cubicBezTo>
                    <a:pt x="11" y="99"/>
                    <a:pt x="9" y="101"/>
                    <a:pt x="7" y="104"/>
                  </a:cubicBezTo>
                  <a:cubicBezTo>
                    <a:pt x="6" y="105"/>
                    <a:pt x="6" y="106"/>
                    <a:pt x="5" y="107"/>
                  </a:cubicBezTo>
                  <a:cubicBezTo>
                    <a:pt x="2" y="111"/>
                    <a:pt x="0" y="115"/>
                    <a:pt x="4" y="119"/>
                  </a:cubicBezTo>
                  <a:cubicBezTo>
                    <a:pt x="6" y="121"/>
                    <a:pt x="8" y="121"/>
                    <a:pt x="11" y="122"/>
                  </a:cubicBezTo>
                  <a:cubicBezTo>
                    <a:pt x="13" y="122"/>
                    <a:pt x="15" y="122"/>
                    <a:pt x="17" y="123"/>
                  </a:cubicBezTo>
                  <a:cubicBezTo>
                    <a:pt x="19" y="124"/>
                    <a:pt x="21" y="126"/>
                    <a:pt x="21" y="128"/>
                  </a:cubicBezTo>
                  <a:cubicBezTo>
                    <a:pt x="21" y="129"/>
                    <a:pt x="20" y="131"/>
                    <a:pt x="18" y="132"/>
                  </a:cubicBezTo>
                  <a:cubicBezTo>
                    <a:pt x="17" y="132"/>
                    <a:pt x="17" y="132"/>
                    <a:pt x="17" y="132"/>
                  </a:cubicBezTo>
                  <a:cubicBezTo>
                    <a:pt x="17" y="132"/>
                    <a:pt x="16" y="133"/>
                    <a:pt x="16" y="133"/>
                  </a:cubicBezTo>
                  <a:cubicBezTo>
                    <a:pt x="11" y="136"/>
                    <a:pt x="11" y="136"/>
                    <a:pt x="11" y="136"/>
                  </a:cubicBezTo>
                  <a:cubicBezTo>
                    <a:pt x="17" y="137"/>
                    <a:pt x="17" y="137"/>
                    <a:pt x="17" y="137"/>
                  </a:cubicBezTo>
                  <a:cubicBezTo>
                    <a:pt x="17" y="137"/>
                    <a:pt x="17" y="137"/>
                    <a:pt x="17" y="137"/>
                  </a:cubicBezTo>
                  <a:cubicBezTo>
                    <a:pt x="19" y="137"/>
                    <a:pt x="20" y="137"/>
                    <a:pt x="21" y="138"/>
                  </a:cubicBezTo>
                  <a:cubicBezTo>
                    <a:pt x="22" y="138"/>
                    <a:pt x="22" y="139"/>
                    <a:pt x="22" y="140"/>
                  </a:cubicBezTo>
                  <a:cubicBezTo>
                    <a:pt x="22" y="142"/>
                    <a:pt x="18" y="144"/>
                    <a:pt x="16" y="145"/>
                  </a:cubicBezTo>
                  <a:cubicBezTo>
                    <a:pt x="14" y="146"/>
                    <a:pt x="13" y="146"/>
                    <a:pt x="13" y="147"/>
                  </a:cubicBezTo>
                  <a:cubicBezTo>
                    <a:pt x="11" y="149"/>
                    <a:pt x="10" y="150"/>
                    <a:pt x="10" y="152"/>
                  </a:cubicBezTo>
                  <a:cubicBezTo>
                    <a:pt x="9" y="153"/>
                    <a:pt x="9" y="154"/>
                    <a:pt x="9" y="156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10" y="158"/>
                    <a:pt x="10" y="159"/>
                    <a:pt x="10" y="160"/>
                  </a:cubicBezTo>
                  <a:cubicBezTo>
                    <a:pt x="9" y="161"/>
                    <a:pt x="9" y="162"/>
                    <a:pt x="10" y="163"/>
                  </a:cubicBezTo>
                  <a:cubicBezTo>
                    <a:pt x="11" y="164"/>
                    <a:pt x="12" y="165"/>
                    <a:pt x="13" y="165"/>
                  </a:cubicBezTo>
                  <a:cubicBezTo>
                    <a:pt x="14" y="166"/>
                    <a:pt x="14" y="166"/>
                    <a:pt x="15" y="167"/>
                  </a:cubicBezTo>
                  <a:cubicBezTo>
                    <a:pt x="16" y="168"/>
                    <a:pt x="18" y="169"/>
                    <a:pt x="18" y="171"/>
                  </a:cubicBezTo>
                  <a:cubicBezTo>
                    <a:pt x="18" y="173"/>
                    <a:pt x="17" y="174"/>
                    <a:pt x="16" y="176"/>
                  </a:cubicBezTo>
                  <a:cubicBezTo>
                    <a:pt x="15" y="176"/>
                    <a:pt x="15" y="177"/>
                    <a:pt x="15" y="177"/>
                  </a:cubicBezTo>
                  <a:cubicBezTo>
                    <a:pt x="13" y="181"/>
                    <a:pt x="13" y="181"/>
                    <a:pt x="13" y="181"/>
                  </a:cubicBezTo>
                  <a:cubicBezTo>
                    <a:pt x="15" y="182"/>
                    <a:pt x="15" y="182"/>
                    <a:pt x="15" y="182"/>
                  </a:cubicBezTo>
                  <a:cubicBezTo>
                    <a:pt x="16" y="182"/>
                    <a:pt x="17" y="183"/>
                    <a:pt x="18" y="184"/>
                  </a:cubicBezTo>
                  <a:cubicBezTo>
                    <a:pt x="19" y="187"/>
                    <a:pt x="19" y="189"/>
                    <a:pt x="18" y="191"/>
                  </a:cubicBezTo>
                  <a:cubicBezTo>
                    <a:pt x="17" y="192"/>
                    <a:pt x="17" y="193"/>
                    <a:pt x="17" y="194"/>
                  </a:cubicBezTo>
                  <a:cubicBezTo>
                    <a:pt x="16" y="196"/>
                    <a:pt x="17" y="197"/>
                    <a:pt x="18" y="199"/>
                  </a:cubicBezTo>
                  <a:cubicBezTo>
                    <a:pt x="19" y="201"/>
                    <a:pt x="20" y="202"/>
                    <a:pt x="19" y="204"/>
                  </a:cubicBezTo>
                  <a:cubicBezTo>
                    <a:pt x="19" y="205"/>
                    <a:pt x="18" y="206"/>
                    <a:pt x="17" y="207"/>
                  </a:cubicBezTo>
                  <a:cubicBezTo>
                    <a:pt x="17" y="207"/>
                    <a:pt x="16" y="208"/>
                    <a:pt x="16" y="208"/>
                  </a:cubicBezTo>
                  <a:cubicBezTo>
                    <a:pt x="15" y="210"/>
                    <a:pt x="14" y="212"/>
                    <a:pt x="13" y="214"/>
                  </a:cubicBezTo>
                  <a:cubicBezTo>
                    <a:pt x="11" y="218"/>
                    <a:pt x="11" y="221"/>
                    <a:pt x="11" y="226"/>
                  </a:cubicBezTo>
                  <a:cubicBezTo>
                    <a:pt x="10" y="230"/>
                    <a:pt x="12" y="233"/>
                    <a:pt x="13" y="236"/>
                  </a:cubicBezTo>
                  <a:cubicBezTo>
                    <a:pt x="14" y="237"/>
                    <a:pt x="14" y="238"/>
                    <a:pt x="15" y="239"/>
                  </a:cubicBezTo>
                  <a:cubicBezTo>
                    <a:pt x="15" y="241"/>
                    <a:pt x="17" y="243"/>
                    <a:pt x="18" y="245"/>
                  </a:cubicBezTo>
                  <a:cubicBezTo>
                    <a:pt x="19" y="247"/>
                    <a:pt x="21" y="248"/>
                    <a:pt x="23" y="249"/>
                  </a:cubicBezTo>
                  <a:cubicBezTo>
                    <a:pt x="24" y="251"/>
                    <a:pt x="24" y="253"/>
                    <a:pt x="24" y="256"/>
                  </a:cubicBezTo>
                  <a:cubicBezTo>
                    <a:pt x="24" y="257"/>
                    <a:pt x="24" y="258"/>
                    <a:pt x="24" y="259"/>
                  </a:cubicBezTo>
                  <a:cubicBezTo>
                    <a:pt x="24" y="259"/>
                    <a:pt x="24" y="260"/>
                    <a:pt x="24" y="261"/>
                  </a:cubicBezTo>
                  <a:cubicBezTo>
                    <a:pt x="25" y="264"/>
                    <a:pt x="25" y="267"/>
                    <a:pt x="24" y="270"/>
                  </a:cubicBezTo>
                  <a:cubicBezTo>
                    <a:pt x="23" y="272"/>
                    <a:pt x="22" y="273"/>
                    <a:pt x="21" y="275"/>
                  </a:cubicBezTo>
                  <a:cubicBezTo>
                    <a:pt x="20" y="276"/>
                    <a:pt x="20" y="276"/>
                    <a:pt x="20" y="276"/>
                  </a:cubicBezTo>
                  <a:cubicBezTo>
                    <a:pt x="19" y="277"/>
                    <a:pt x="19" y="277"/>
                    <a:pt x="19" y="277"/>
                  </a:cubicBezTo>
                  <a:cubicBezTo>
                    <a:pt x="18" y="278"/>
                    <a:pt x="18" y="278"/>
                    <a:pt x="18" y="278"/>
                  </a:cubicBezTo>
                  <a:cubicBezTo>
                    <a:pt x="18" y="279"/>
                    <a:pt x="18" y="279"/>
                    <a:pt x="18" y="279"/>
                  </a:cubicBezTo>
                  <a:cubicBezTo>
                    <a:pt x="19" y="280"/>
                    <a:pt x="20" y="285"/>
                    <a:pt x="21" y="286"/>
                  </a:cubicBezTo>
                  <a:cubicBezTo>
                    <a:pt x="23" y="289"/>
                    <a:pt x="26" y="289"/>
                    <a:pt x="26" y="289"/>
                  </a:cubicBezTo>
                  <a:cubicBezTo>
                    <a:pt x="28" y="289"/>
                    <a:pt x="29" y="288"/>
                    <a:pt x="30" y="288"/>
                  </a:cubicBezTo>
                  <a:cubicBezTo>
                    <a:pt x="31" y="288"/>
                    <a:pt x="32" y="288"/>
                    <a:pt x="33" y="287"/>
                  </a:cubicBezTo>
                  <a:cubicBezTo>
                    <a:pt x="33" y="286"/>
                    <a:pt x="33" y="286"/>
                    <a:pt x="34" y="286"/>
                  </a:cubicBezTo>
                  <a:cubicBezTo>
                    <a:pt x="34" y="285"/>
                    <a:pt x="35" y="285"/>
                    <a:pt x="36" y="284"/>
                  </a:cubicBezTo>
                  <a:cubicBezTo>
                    <a:pt x="36" y="284"/>
                    <a:pt x="37" y="284"/>
                    <a:pt x="37" y="283"/>
                  </a:cubicBezTo>
                  <a:cubicBezTo>
                    <a:pt x="38" y="283"/>
                    <a:pt x="38" y="282"/>
                    <a:pt x="38" y="282"/>
                  </a:cubicBezTo>
                  <a:cubicBezTo>
                    <a:pt x="39" y="281"/>
                    <a:pt x="39" y="280"/>
                    <a:pt x="40" y="280"/>
                  </a:cubicBezTo>
                  <a:cubicBezTo>
                    <a:pt x="40" y="280"/>
                    <a:pt x="41" y="280"/>
                    <a:pt x="41" y="280"/>
                  </a:cubicBezTo>
                  <a:cubicBezTo>
                    <a:pt x="41" y="280"/>
                    <a:pt x="42" y="280"/>
                    <a:pt x="43" y="281"/>
                  </a:cubicBezTo>
                  <a:cubicBezTo>
                    <a:pt x="44" y="281"/>
                    <a:pt x="44" y="281"/>
                    <a:pt x="44" y="281"/>
                  </a:cubicBezTo>
                  <a:cubicBezTo>
                    <a:pt x="45" y="281"/>
                    <a:pt x="45" y="281"/>
                    <a:pt x="45" y="281"/>
                  </a:cubicBezTo>
                  <a:cubicBezTo>
                    <a:pt x="45" y="281"/>
                    <a:pt x="45" y="281"/>
                    <a:pt x="45" y="281"/>
                  </a:cubicBezTo>
                  <a:cubicBezTo>
                    <a:pt x="47" y="280"/>
                    <a:pt x="51" y="276"/>
                    <a:pt x="52" y="274"/>
                  </a:cubicBezTo>
                  <a:cubicBezTo>
                    <a:pt x="56" y="272"/>
                    <a:pt x="60" y="270"/>
                    <a:pt x="64" y="268"/>
                  </a:cubicBezTo>
                  <a:cubicBezTo>
                    <a:pt x="67" y="266"/>
                    <a:pt x="67" y="266"/>
                    <a:pt x="67" y="266"/>
                  </a:cubicBezTo>
                  <a:cubicBezTo>
                    <a:pt x="70" y="265"/>
                    <a:pt x="72" y="263"/>
                    <a:pt x="74" y="261"/>
                  </a:cubicBezTo>
                  <a:cubicBezTo>
                    <a:pt x="76" y="259"/>
                    <a:pt x="78" y="257"/>
                    <a:pt x="80" y="256"/>
                  </a:cubicBezTo>
                  <a:cubicBezTo>
                    <a:pt x="85" y="253"/>
                    <a:pt x="91" y="251"/>
                    <a:pt x="97" y="250"/>
                  </a:cubicBezTo>
                  <a:cubicBezTo>
                    <a:pt x="98" y="250"/>
                    <a:pt x="99" y="250"/>
                    <a:pt x="100" y="250"/>
                  </a:cubicBezTo>
                  <a:cubicBezTo>
                    <a:pt x="104" y="250"/>
                    <a:pt x="109" y="251"/>
                    <a:pt x="113" y="252"/>
                  </a:cubicBezTo>
                  <a:cubicBezTo>
                    <a:pt x="114" y="252"/>
                    <a:pt x="114" y="252"/>
                    <a:pt x="114" y="252"/>
                  </a:cubicBezTo>
                  <a:cubicBezTo>
                    <a:pt x="117" y="253"/>
                    <a:pt x="118" y="254"/>
                    <a:pt x="118" y="255"/>
                  </a:cubicBezTo>
                  <a:cubicBezTo>
                    <a:pt x="119" y="256"/>
                    <a:pt x="118" y="257"/>
                    <a:pt x="117" y="260"/>
                  </a:cubicBezTo>
                  <a:cubicBezTo>
                    <a:pt x="116" y="262"/>
                    <a:pt x="115" y="265"/>
                    <a:pt x="117" y="267"/>
                  </a:cubicBezTo>
                  <a:cubicBezTo>
                    <a:pt x="118" y="271"/>
                    <a:pt x="119" y="271"/>
                    <a:pt x="122" y="273"/>
                  </a:cubicBezTo>
                  <a:cubicBezTo>
                    <a:pt x="123" y="273"/>
                    <a:pt x="123" y="273"/>
                    <a:pt x="123" y="273"/>
                  </a:cubicBezTo>
                  <a:cubicBezTo>
                    <a:pt x="125" y="275"/>
                    <a:pt x="128" y="276"/>
                    <a:pt x="130" y="276"/>
                  </a:cubicBezTo>
                  <a:cubicBezTo>
                    <a:pt x="131" y="276"/>
                    <a:pt x="131" y="276"/>
                    <a:pt x="131" y="276"/>
                  </a:cubicBezTo>
                  <a:cubicBezTo>
                    <a:pt x="133" y="276"/>
                    <a:pt x="135" y="274"/>
                    <a:pt x="138" y="272"/>
                  </a:cubicBezTo>
                  <a:cubicBezTo>
                    <a:pt x="139" y="271"/>
                    <a:pt x="139" y="271"/>
                    <a:pt x="139" y="271"/>
                  </a:cubicBezTo>
                  <a:cubicBezTo>
                    <a:pt x="141" y="270"/>
                    <a:pt x="142" y="270"/>
                    <a:pt x="144" y="270"/>
                  </a:cubicBezTo>
                  <a:cubicBezTo>
                    <a:pt x="145" y="270"/>
                    <a:pt x="147" y="270"/>
                    <a:pt x="148" y="270"/>
                  </a:cubicBezTo>
                  <a:cubicBezTo>
                    <a:pt x="149" y="271"/>
                    <a:pt x="149" y="271"/>
                    <a:pt x="149" y="271"/>
                  </a:cubicBezTo>
                  <a:cubicBezTo>
                    <a:pt x="150" y="271"/>
                    <a:pt x="150" y="271"/>
                    <a:pt x="151" y="271"/>
                  </a:cubicBezTo>
                  <a:cubicBezTo>
                    <a:pt x="152" y="271"/>
                    <a:pt x="153" y="271"/>
                    <a:pt x="154" y="272"/>
                  </a:cubicBezTo>
                  <a:cubicBezTo>
                    <a:pt x="155" y="272"/>
                    <a:pt x="156" y="273"/>
                    <a:pt x="156" y="274"/>
                  </a:cubicBezTo>
                  <a:cubicBezTo>
                    <a:pt x="156" y="274"/>
                    <a:pt x="156" y="275"/>
                    <a:pt x="157" y="275"/>
                  </a:cubicBezTo>
                  <a:cubicBezTo>
                    <a:pt x="158" y="278"/>
                    <a:pt x="160" y="279"/>
                    <a:pt x="162" y="280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70" y="285"/>
                    <a:pt x="174" y="288"/>
                    <a:pt x="180" y="290"/>
                  </a:cubicBezTo>
                  <a:cubicBezTo>
                    <a:pt x="183" y="292"/>
                    <a:pt x="186" y="293"/>
                    <a:pt x="189" y="294"/>
                  </a:cubicBezTo>
                  <a:cubicBezTo>
                    <a:pt x="192" y="296"/>
                    <a:pt x="195" y="296"/>
                    <a:pt x="198" y="296"/>
                  </a:cubicBezTo>
                  <a:cubicBezTo>
                    <a:pt x="200" y="296"/>
                    <a:pt x="201" y="296"/>
                    <a:pt x="203" y="296"/>
                  </a:cubicBezTo>
                  <a:cubicBezTo>
                    <a:pt x="208" y="297"/>
                    <a:pt x="212" y="301"/>
                    <a:pt x="215" y="304"/>
                  </a:cubicBezTo>
                  <a:cubicBezTo>
                    <a:pt x="216" y="306"/>
                    <a:pt x="217" y="307"/>
                    <a:pt x="218" y="308"/>
                  </a:cubicBezTo>
                  <a:cubicBezTo>
                    <a:pt x="221" y="310"/>
                    <a:pt x="224" y="313"/>
                    <a:pt x="225" y="318"/>
                  </a:cubicBezTo>
                  <a:cubicBezTo>
                    <a:pt x="225" y="318"/>
                    <a:pt x="225" y="319"/>
                    <a:pt x="225" y="319"/>
                  </a:cubicBezTo>
                  <a:cubicBezTo>
                    <a:pt x="226" y="322"/>
                    <a:pt x="226" y="324"/>
                    <a:pt x="228" y="326"/>
                  </a:cubicBezTo>
                  <a:cubicBezTo>
                    <a:pt x="229" y="326"/>
                    <a:pt x="230" y="326"/>
                    <a:pt x="231" y="326"/>
                  </a:cubicBezTo>
                  <a:cubicBezTo>
                    <a:pt x="232" y="326"/>
                    <a:pt x="234" y="326"/>
                    <a:pt x="236" y="325"/>
                  </a:cubicBezTo>
                  <a:cubicBezTo>
                    <a:pt x="236" y="325"/>
                    <a:pt x="237" y="325"/>
                    <a:pt x="237" y="325"/>
                  </a:cubicBezTo>
                  <a:cubicBezTo>
                    <a:pt x="239" y="325"/>
                    <a:pt x="241" y="324"/>
                    <a:pt x="243" y="324"/>
                  </a:cubicBezTo>
                  <a:cubicBezTo>
                    <a:pt x="248" y="324"/>
                    <a:pt x="252" y="326"/>
                    <a:pt x="256" y="327"/>
                  </a:cubicBezTo>
                  <a:cubicBezTo>
                    <a:pt x="263" y="329"/>
                    <a:pt x="269" y="332"/>
                    <a:pt x="275" y="334"/>
                  </a:cubicBezTo>
                  <a:cubicBezTo>
                    <a:pt x="276" y="334"/>
                    <a:pt x="276" y="334"/>
                    <a:pt x="276" y="334"/>
                  </a:cubicBezTo>
                  <a:cubicBezTo>
                    <a:pt x="282" y="337"/>
                    <a:pt x="287" y="340"/>
                    <a:pt x="286" y="346"/>
                  </a:cubicBezTo>
                  <a:cubicBezTo>
                    <a:pt x="284" y="353"/>
                    <a:pt x="280" y="359"/>
                    <a:pt x="275" y="362"/>
                  </a:cubicBezTo>
                  <a:cubicBezTo>
                    <a:pt x="274" y="362"/>
                    <a:pt x="274" y="362"/>
                    <a:pt x="273" y="363"/>
                  </a:cubicBezTo>
                  <a:cubicBezTo>
                    <a:pt x="271" y="364"/>
                    <a:pt x="269" y="365"/>
                    <a:pt x="268" y="368"/>
                  </a:cubicBezTo>
                  <a:cubicBezTo>
                    <a:pt x="267" y="369"/>
                    <a:pt x="267" y="371"/>
                    <a:pt x="267" y="372"/>
                  </a:cubicBezTo>
                  <a:cubicBezTo>
                    <a:pt x="267" y="374"/>
                    <a:pt x="266" y="375"/>
                    <a:pt x="266" y="377"/>
                  </a:cubicBezTo>
                  <a:cubicBezTo>
                    <a:pt x="265" y="380"/>
                    <a:pt x="262" y="380"/>
                    <a:pt x="259" y="381"/>
                  </a:cubicBezTo>
                  <a:cubicBezTo>
                    <a:pt x="257" y="382"/>
                    <a:pt x="254" y="383"/>
                    <a:pt x="253" y="386"/>
                  </a:cubicBezTo>
                  <a:cubicBezTo>
                    <a:pt x="251" y="392"/>
                    <a:pt x="252" y="397"/>
                    <a:pt x="253" y="403"/>
                  </a:cubicBezTo>
                  <a:cubicBezTo>
                    <a:pt x="255" y="408"/>
                    <a:pt x="258" y="412"/>
                    <a:pt x="261" y="416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5" y="420"/>
                    <a:pt x="267" y="421"/>
                    <a:pt x="267" y="423"/>
                  </a:cubicBezTo>
                  <a:cubicBezTo>
                    <a:pt x="267" y="425"/>
                    <a:pt x="267" y="426"/>
                    <a:pt x="266" y="428"/>
                  </a:cubicBezTo>
                  <a:cubicBezTo>
                    <a:pt x="266" y="428"/>
                    <a:pt x="266" y="428"/>
                    <a:pt x="265" y="429"/>
                  </a:cubicBezTo>
                  <a:cubicBezTo>
                    <a:pt x="265" y="430"/>
                    <a:pt x="265" y="430"/>
                    <a:pt x="265" y="430"/>
                  </a:cubicBezTo>
                  <a:cubicBezTo>
                    <a:pt x="268" y="432"/>
                    <a:pt x="268" y="432"/>
                    <a:pt x="268" y="432"/>
                  </a:cubicBezTo>
                  <a:cubicBezTo>
                    <a:pt x="270" y="433"/>
                    <a:pt x="270" y="434"/>
                    <a:pt x="271" y="435"/>
                  </a:cubicBezTo>
                  <a:cubicBezTo>
                    <a:pt x="272" y="435"/>
                    <a:pt x="272" y="436"/>
                    <a:pt x="273" y="436"/>
                  </a:cubicBezTo>
                  <a:cubicBezTo>
                    <a:pt x="274" y="437"/>
                    <a:pt x="276" y="438"/>
                    <a:pt x="277" y="439"/>
                  </a:cubicBezTo>
                  <a:cubicBezTo>
                    <a:pt x="279" y="440"/>
                    <a:pt x="280" y="441"/>
                    <a:pt x="282" y="442"/>
                  </a:cubicBezTo>
                  <a:cubicBezTo>
                    <a:pt x="283" y="443"/>
                    <a:pt x="285" y="445"/>
                    <a:pt x="287" y="446"/>
                  </a:cubicBezTo>
                  <a:cubicBezTo>
                    <a:pt x="289" y="447"/>
                    <a:pt x="289" y="447"/>
                    <a:pt x="289" y="447"/>
                  </a:cubicBezTo>
                  <a:cubicBezTo>
                    <a:pt x="290" y="444"/>
                    <a:pt x="290" y="444"/>
                    <a:pt x="290" y="444"/>
                  </a:cubicBezTo>
                  <a:cubicBezTo>
                    <a:pt x="291" y="444"/>
                    <a:pt x="291" y="444"/>
                    <a:pt x="291" y="443"/>
                  </a:cubicBezTo>
                  <a:cubicBezTo>
                    <a:pt x="292" y="440"/>
                    <a:pt x="295" y="438"/>
                    <a:pt x="298" y="436"/>
                  </a:cubicBezTo>
                  <a:cubicBezTo>
                    <a:pt x="299" y="435"/>
                    <a:pt x="299" y="435"/>
                    <a:pt x="299" y="435"/>
                  </a:cubicBezTo>
                  <a:cubicBezTo>
                    <a:pt x="301" y="434"/>
                    <a:pt x="302" y="433"/>
                    <a:pt x="303" y="432"/>
                  </a:cubicBezTo>
                  <a:cubicBezTo>
                    <a:pt x="304" y="431"/>
                    <a:pt x="304" y="431"/>
                    <a:pt x="304" y="431"/>
                  </a:cubicBezTo>
                  <a:cubicBezTo>
                    <a:pt x="305" y="430"/>
                    <a:pt x="306" y="430"/>
                    <a:pt x="307" y="429"/>
                  </a:cubicBezTo>
                  <a:cubicBezTo>
                    <a:pt x="308" y="428"/>
                    <a:pt x="309" y="428"/>
                    <a:pt x="310" y="427"/>
                  </a:cubicBezTo>
                  <a:cubicBezTo>
                    <a:pt x="314" y="424"/>
                    <a:pt x="313" y="418"/>
                    <a:pt x="313" y="413"/>
                  </a:cubicBezTo>
                  <a:cubicBezTo>
                    <a:pt x="312" y="409"/>
                    <a:pt x="312" y="405"/>
                    <a:pt x="312" y="400"/>
                  </a:cubicBezTo>
                  <a:cubicBezTo>
                    <a:pt x="313" y="397"/>
                    <a:pt x="314" y="393"/>
                    <a:pt x="315" y="390"/>
                  </a:cubicBezTo>
                  <a:cubicBezTo>
                    <a:pt x="316" y="387"/>
                    <a:pt x="316" y="387"/>
                    <a:pt x="316" y="387"/>
                  </a:cubicBezTo>
                  <a:cubicBezTo>
                    <a:pt x="318" y="382"/>
                    <a:pt x="319" y="377"/>
                    <a:pt x="319" y="371"/>
                  </a:cubicBezTo>
                  <a:cubicBezTo>
                    <a:pt x="320" y="368"/>
                    <a:pt x="320" y="368"/>
                    <a:pt x="320" y="368"/>
                  </a:cubicBezTo>
                  <a:cubicBezTo>
                    <a:pt x="320" y="364"/>
                    <a:pt x="322" y="360"/>
                    <a:pt x="324" y="355"/>
                  </a:cubicBezTo>
                  <a:cubicBezTo>
                    <a:pt x="324" y="354"/>
                    <a:pt x="325" y="353"/>
                    <a:pt x="325" y="351"/>
                  </a:cubicBezTo>
                  <a:cubicBezTo>
                    <a:pt x="325" y="351"/>
                    <a:pt x="325" y="351"/>
                    <a:pt x="325" y="351"/>
                  </a:cubicBezTo>
                  <a:cubicBezTo>
                    <a:pt x="326" y="348"/>
                    <a:pt x="327" y="346"/>
                    <a:pt x="328" y="344"/>
                  </a:cubicBezTo>
                  <a:cubicBezTo>
                    <a:pt x="330" y="341"/>
                    <a:pt x="330" y="339"/>
                    <a:pt x="330" y="337"/>
                  </a:cubicBezTo>
                  <a:cubicBezTo>
                    <a:pt x="330" y="336"/>
                    <a:pt x="330" y="336"/>
                    <a:pt x="330" y="336"/>
                  </a:cubicBezTo>
                  <a:cubicBezTo>
                    <a:pt x="330" y="333"/>
                    <a:pt x="330" y="331"/>
                    <a:pt x="330" y="328"/>
                  </a:cubicBezTo>
                  <a:cubicBezTo>
                    <a:pt x="330" y="326"/>
                    <a:pt x="331" y="323"/>
                    <a:pt x="331" y="321"/>
                  </a:cubicBezTo>
                  <a:cubicBezTo>
                    <a:pt x="331" y="318"/>
                    <a:pt x="331" y="318"/>
                    <a:pt x="331" y="318"/>
                  </a:cubicBezTo>
                  <a:cubicBezTo>
                    <a:pt x="331" y="314"/>
                    <a:pt x="331" y="309"/>
                    <a:pt x="330" y="305"/>
                  </a:cubicBezTo>
                  <a:cubicBezTo>
                    <a:pt x="328" y="299"/>
                    <a:pt x="327" y="293"/>
                    <a:pt x="327" y="287"/>
                  </a:cubicBezTo>
                  <a:cubicBezTo>
                    <a:pt x="327" y="284"/>
                    <a:pt x="328" y="282"/>
                    <a:pt x="329" y="279"/>
                  </a:cubicBezTo>
                  <a:cubicBezTo>
                    <a:pt x="329" y="277"/>
                    <a:pt x="330" y="275"/>
                    <a:pt x="330" y="273"/>
                  </a:cubicBezTo>
                  <a:cubicBezTo>
                    <a:pt x="330" y="271"/>
                    <a:pt x="330" y="270"/>
                    <a:pt x="330" y="269"/>
                  </a:cubicBezTo>
                  <a:cubicBezTo>
                    <a:pt x="330" y="267"/>
                    <a:pt x="330" y="266"/>
                    <a:pt x="331" y="265"/>
                  </a:cubicBezTo>
                  <a:cubicBezTo>
                    <a:pt x="331" y="264"/>
                    <a:pt x="332" y="263"/>
                    <a:pt x="332" y="261"/>
                  </a:cubicBezTo>
                  <a:cubicBezTo>
                    <a:pt x="333" y="260"/>
                    <a:pt x="333" y="260"/>
                    <a:pt x="333" y="259"/>
                  </a:cubicBezTo>
                  <a:cubicBezTo>
                    <a:pt x="335" y="255"/>
                    <a:pt x="334" y="252"/>
                    <a:pt x="333" y="250"/>
                  </a:cubicBezTo>
                  <a:cubicBezTo>
                    <a:pt x="332" y="248"/>
                    <a:pt x="331" y="247"/>
                    <a:pt x="331" y="246"/>
                  </a:cubicBezTo>
                  <a:cubicBezTo>
                    <a:pt x="331" y="244"/>
                    <a:pt x="331" y="243"/>
                    <a:pt x="332" y="241"/>
                  </a:cubicBezTo>
                  <a:cubicBezTo>
                    <a:pt x="332" y="239"/>
                    <a:pt x="333" y="236"/>
                    <a:pt x="331" y="233"/>
                  </a:cubicBezTo>
                  <a:cubicBezTo>
                    <a:pt x="329" y="229"/>
                    <a:pt x="330" y="228"/>
                    <a:pt x="333" y="224"/>
                  </a:cubicBezTo>
                  <a:cubicBezTo>
                    <a:pt x="334" y="221"/>
                    <a:pt x="336" y="219"/>
                    <a:pt x="338" y="217"/>
                  </a:cubicBezTo>
                  <a:cubicBezTo>
                    <a:pt x="339" y="216"/>
                    <a:pt x="341" y="215"/>
                    <a:pt x="342" y="213"/>
                  </a:cubicBezTo>
                  <a:cubicBezTo>
                    <a:pt x="344" y="210"/>
                    <a:pt x="344" y="207"/>
                    <a:pt x="344" y="205"/>
                  </a:cubicBezTo>
                  <a:cubicBezTo>
                    <a:pt x="344" y="203"/>
                    <a:pt x="343" y="202"/>
                    <a:pt x="344" y="201"/>
                  </a:cubicBezTo>
                  <a:cubicBezTo>
                    <a:pt x="344" y="199"/>
                    <a:pt x="347" y="196"/>
                    <a:pt x="349" y="196"/>
                  </a:cubicBezTo>
                  <a:cubicBezTo>
                    <a:pt x="349" y="196"/>
                    <a:pt x="349" y="196"/>
                    <a:pt x="349" y="196"/>
                  </a:cubicBezTo>
                  <a:cubicBezTo>
                    <a:pt x="352" y="197"/>
                    <a:pt x="352" y="202"/>
                    <a:pt x="351" y="204"/>
                  </a:cubicBezTo>
                  <a:cubicBezTo>
                    <a:pt x="351" y="207"/>
                    <a:pt x="352" y="209"/>
                    <a:pt x="353" y="211"/>
                  </a:cubicBezTo>
                  <a:cubicBezTo>
                    <a:pt x="354" y="213"/>
                    <a:pt x="356" y="213"/>
                    <a:pt x="357" y="213"/>
                  </a:cubicBezTo>
                  <a:cubicBezTo>
                    <a:pt x="359" y="213"/>
                    <a:pt x="360" y="213"/>
                    <a:pt x="362" y="211"/>
                  </a:cubicBezTo>
                  <a:cubicBezTo>
                    <a:pt x="363" y="210"/>
                    <a:pt x="364" y="209"/>
                    <a:pt x="365" y="207"/>
                  </a:cubicBezTo>
                  <a:cubicBezTo>
                    <a:pt x="365" y="207"/>
                    <a:pt x="366" y="206"/>
                    <a:pt x="366" y="205"/>
                  </a:cubicBezTo>
                  <a:cubicBezTo>
                    <a:pt x="368" y="203"/>
                    <a:pt x="371" y="200"/>
                    <a:pt x="373" y="198"/>
                  </a:cubicBezTo>
                  <a:cubicBezTo>
                    <a:pt x="376" y="195"/>
                    <a:pt x="379" y="192"/>
                    <a:pt x="382" y="189"/>
                  </a:cubicBezTo>
                  <a:cubicBezTo>
                    <a:pt x="387" y="183"/>
                    <a:pt x="392" y="177"/>
                    <a:pt x="396" y="172"/>
                  </a:cubicBezTo>
                  <a:cubicBezTo>
                    <a:pt x="396" y="171"/>
                    <a:pt x="397" y="170"/>
                    <a:pt x="397" y="169"/>
                  </a:cubicBezTo>
                  <a:cubicBezTo>
                    <a:pt x="399" y="167"/>
                    <a:pt x="401" y="165"/>
                    <a:pt x="402" y="162"/>
                  </a:cubicBezTo>
                  <a:cubicBezTo>
                    <a:pt x="402" y="161"/>
                    <a:pt x="402" y="160"/>
                    <a:pt x="403" y="159"/>
                  </a:cubicBezTo>
                  <a:cubicBezTo>
                    <a:pt x="403" y="156"/>
                    <a:pt x="404" y="154"/>
                    <a:pt x="405" y="152"/>
                  </a:cubicBezTo>
                  <a:cubicBezTo>
                    <a:pt x="406" y="150"/>
                    <a:pt x="406" y="149"/>
                    <a:pt x="407" y="147"/>
                  </a:cubicBezTo>
                  <a:cubicBezTo>
                    <a:pt x="407" y="146"/>
                    <a:pt x="407" y="146"/>
                    <a:pt x="407" y="146"/>
                  </a:cubicBezTo>
                  <a:cubicBezTo>
                    <a:pt x="408" y="145"/>
                    <a:pt x="408" y="145"/>
                    <a:pt x="408" y="145"/>
                  </a:cubicBezTo>
                  <a:lnTo>
                    <a:pt x="407" y="144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4F86F57-3E05-C442-A44B-A46D66234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623"/>
              <a:ext cx="342" cy="190"/>
            </a:xfrm>
            <a:custGeom>
              <a:avLst/>
              <a:gdLst>
                <a:gd name="T0" fmla="*/ 130 w 140"/>
                <a:gd name="T1" fmla="*/ 6 h 78"/>
                <a:gd name="T2" fmla="*/ 118 w 140"/>
                <a:gd name="T3" fmla="*/ 2 h 78"/>
                <a:gd name="T4" fmla="*/ 111 w 140"/>
                <a:gd name="T5" fmla="*/ 4 h 78"/>
                <a:gd name="T6" fmla="*/ 104 w 140"/>
                <a:gd name="T7" fmla="*/ 8 h 78"/>
                <a:gd name="T8" fmla="*/ 90 w 140"/>
                <a:gd name="T9" fmla="*/ 17 h 78"/>
                <a:gd name="T10" fmla="*/ 79 w 140"/>
                <a:gd name="T11" fmla="*/ 21 h 78"/>
                <a:gd name="T12" fmla="*/ 60 w 140"/>
                <a:gd name="T13" fmla="*/ 21 h 78"/>
                <a:gd name="T14" fmla="*/ 42 w 140"/>
                <a:gd name="T15" fmla="*/ 11 h 78"/>
                <a:gd name="T16" fmla="*/ 34 w 140"/>
                <a:gd name="T17" fmla="*/ 5 h 78"/>
                <a:gd name="T18" fmla="*/ 30 w 140"/>
                <a:gd name="T19" fmla="*/ 5 h 78"/>
                <a:gd name="T20" fmla="*/ 28 w 140"/>
                <a:gd name="T21" fmla="*/ 5 h 78"/>
                <a:gd name="T22" fmla="*/ 26 w 140"/>
                <a:gd name="T23" fmla="*/ 0 h 78"/>
                <a:gd name="T24" fmla="*/ 18 w 140"/>
                <a:gd name="T25" fmla="*/ 8 h 78"/>
                <a:gd name="T26" fmla="*/ 9 w 140"/>
                <a:gd name="T27" fmla="*/ 13 h 78"/>
                <a:gd name="T28" fmla="*/ 7 w 140"/>
                <a:gd name="T29" fmla="*/ 13 h 78"/>
                <a:gd name="T30" fmla="*/ 3 w 140"/>
                <a:gd name="T31" fmla="*/ 15 h 78"/>
                <a:gd name="T32" fmla="*/ 0 w 140"/>
                <a:gd name="T33" fmla="*/ 15 h 78"/>
                <a:gd name="T34" fmla="*/ 5 w 140"/>
                <a:gd name="T35" fmla="*/ 24 h 78"/>
                <a:gd name="T36" fmla="*/ 13 w 140"/>
                <a:gd name="T37" fmla="*/ 28 h 78"/>
                <a:gd name="T38" fmla="*/ 16 w 140"/>
                <a:gd name="T39" fmla="*/ 32 h 78"/>
                <a:gd name="T40" fmla="*/ 24 w 140"/>
                <a:gd name="T41" fmla="*/ 34 h 78"/>
                <a:gd name="T42" fmla="*/ 30 w 140"/>
                <a:gd name="T43" fmla="*/ 37 h 78"/>
                <a:gd name="T44" fmla="*/ 35 w 140"/>
                <a:gd name="T45" fmla="*/ 40 h 78"/>
                <a:gd name="T46" fmla="*/ 39 w 140"/>
                <a:gd name="T47" fmla="*/ 40 h 78"/>
                <a:gd name="T48" fmla="*/ 49 w 140"/>
                <a:gd name="T49" fmla="*/ 47 h 78"/>
                <a:gd name="T50" fmla="*/ 54 w 140"/>
                <a:gd name="T51" fmla="*/ 52 h 78"/>
                <a:gd name="T52" fmla="*/ 66 w 140"/>
                <a:gd name="T53" fmla="*/ 65 h 78"/>
                <a:gd name="T54" fmla="*/ 69 w 140"/>
                <a:gd name="T55" fmla="*/ 67 h 78"/>
                <a:gd name="T56" fmla="*/ 71 w 140"/>
                <a:gd name="T57" fmla="*/ 68 h 78"/>
                <a:gd name="T58" fmla="*/ 75 w 140"/>
                <a:gd name="T59" fmla="*/ 73 h 78"/>
                <a:gd name="T60" fmla="*/ 81 w 140"/>
                <a:gd name="T61" fmla="*/ 78 h 78"/>
                <a:gd name="T62" fmla="*/ 90 w 140"/>
                <a:gd name="T63" fmla="*/ 70 h 78"/>
                <a:gd name="T64" fmla="*/ 101 w 140"/>
                <a:gd name="T65" fmla="*/ 60 h 78"/>
                <a:gd name="T66" fmla="*/ 105 w 140"/>
                <a:gd name="T67" fmla="*/ 54 h 78"/>
                <a:gd name="T68" fmla="*/ 111 w 140"/>
                <a:gd name="T69" fmla="*/ 47 h 78"/>
                <a:gd name="T70" fmla="*/ 120 w 140"/>
                <a:gd name="T71" fmla="*/ 39 h 78"/>
                <a:gd name="T72" fmla="*/ 128 w 140"/>
                <a:gd name="T73" fmla="*/ 31 h 78"/>
                <a:gd name="T74" fmla="*/ 139 w 140"/>
                <a:gd name="T75" fmla="*/ 12 h 78"/>
                <a:gd name="T76" fmla="*/ 135 w 140"/>
                <a:gd name="T77" fmla="*/ 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0" h="78">
                  <a:moveTo>
                    <a:pt x="135" y="8"/>
                  </a:moveTo>
                  <a:cubicBezTo>
                    <a:pt x="133" y="8"/>
                    <a:pt x="132" y="7"/>
                    <a:pt x="130" y="6"/>
                  </a:cubicBezTo>
                  <a:cubicBezTo>
                    <a:pt x="129" y="6"/>
                    <a:pt x="127" y="5"/>
                    <a:pt x="126" y="5"/>
                  </a:cubicBezTo>
                  <a:cubicBezTo>
                    <a:pt x="123" y="4"/>
                    <a:pt x="120" y="2"/>
                    <a:pt x="118" y="2"/>
                  </a:cubicBezTo>
                  <a:cubicBezTo>
                    <a:pt x="117" y="2"/>
                    <a:pt x="117" y="2"/>
                    <a:pt x="116" y="2"/>
                  </a:cubicBezTo>
                  <a:cubicBezTo>
                    <a:pt x="114" y="2"/>
                    <a:pt x="113" y="3"/>
                    <a:pt x="111" y="4"/>
                  </a:cubicBezTo>
                  <a:cubicBezTo>
                    <a:pt x="110" y="5"/>
                    <a:pt x="110" y="6"/>
                    <a:pt x="109" y="6"/>
                  </a:cubicBezTo>
                  <a:cubicBezTo>
                    <a:pt x="107" y="7"/>
                    <a:pt x="106" y="8"/>
                    <a:pt x="104" y="8"/>
                  </a:cubicBezTo>
                  <a:cubicBezTo>
                    <a:pt x="102" y="8"/>
                    <a:pt x="100" y="9"/>
                    <a:pt x="98" y="10"/>
                  </a:cubicBezTo>
                  <a:cubicBezTo>
                    <a:pt x="96" y="13"/>
                    <a:pt x="93" y="16"/>
                    <a:pt x="90" y="17"/>
                  </a:cubicBezTo>
                  <a:cubicBezTo>
                    <a:pt x="87" y="19"/>
                    <a:pt x="85" y="20"/>
                    <a:pt x="82" y="20"/>
                  </a:cubicBezTo>
                  <a:cubicBezTo>
                    <a:pt x="81" y="20"/>
                    <a:pt x="80" y="21"/>
                    <a:pt x="79" y="21"/>
                  </a:cubicBezTo>
                  <a:cubicBezTo>
                    <a:pt x="75" y="22"/>
                    <a:pt x="71" y="22"/>
                    <a:pt x="67" y="22"/>
                  </a:cubicBezTo>
                  <a:cubicBezTo>
                    <a:pt x="65" y="22"/>
                    <a:pt x="62" y="22"/>
                    <a:pt x="60" y="21"/>
                  </a:cubicBezTo>
                  <a:cubicBezTo>
                    <a:pt x="58" y="21"/>
                    <a:pt x="57" y="21"/>
                    <a:pt x="55" y="20"/>
                  </a:cubicBezTo>
                  <a:cubicBezTo>
                    <a:pt x="49" y="20"/>
                    <a:pt x="45" y="15"/>
                    <a:pt x="42" y="11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8" y="7"/>
                    <a:pt x="37" y="6"/>
                    <a:pt x="34" y="5"/>
                  </a:cubicBezTo>
                  <a:cubicBezTo>
                    <a:pt x="32" y="5"/>
                    <a:pt x="31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4"/>
                    <a:pt x="28" y="3"/>
                    <a:pt x="27" y="2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4" y="1"/>
                    <a:pt x="22" y="3"/>
                    <a:pt x="18" y="8"/>
                  </a:cubicBezTo>
                  <a:cubicBezTo>
                    <a:pt x="17" y="10"/>
                    <a:pt x="15" y="13"/>
                    <a:pt x="11" y="13"/>
                  </a:cubicBezTo>
                  <a:cubicBezTo>
                    <a:pt x="10" y="13"/>
                    <a:pt x="10" y="13"/>
                    <a:pt x="9" y="13"/>
                  </a:cubicBezTo>
                  <a:cubicBezTo>
                    <a:pt x="9" y="13"/>
                    <a:pt x="8" y="13"/>
                    <a:pt x="8" y="13"/>
                  </a:cubicBezTo>
                  <a:cubicBezTo>
                    <a:pt x="8" y="13"/>
                    <a:pt x="7" y="13"/>
                    <a:pt x="7" y="13"/>
                  </a:cubicBezTo>
                  <a:cubicBezTo>
                    <a:pt x="6" y="13"/>
                    <a:pt x="6" y="13"/>
                    <a:pt x="5" y="14"/>
                  </a:cubicBezTo>
                  <a:cubicBezTo>
                    <a:pt x="4" y="14"/>
                    <a:pt x="4" y="14"/>
                    <a:pt x="3" y="15"/>
                  </a:cubicBezTo>
                  <a:cubicBezTo>
                    <a:pt x="3" y="15"/>
                    <a:pt x="3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9"/>
                    <a:pt x="3" y="23"/>
                    <a:pt x="5" y="24"/>
                  </a:cubicBezTo>
                  <a:cubicBezTo>
                    <a:pt x="6" y="24"/>
                    <a:pt x="7" y="25"/>
                    <a:pt x="8" y="25"/>
                  </a:cubicBezTo>
                  <a:cubicBezTo>
                    <a:pt x="10" y="26"/>
                    <a:pt x="12" y="27"/>
                    <a:pt x="13" y="28"/>
                  </a:cubicBezTo>
                  <a:cubicBezTo>
                    <a:pt x="14" y="29"/>
                    <a:pt x="14" y="29"/>
                    <a:pt x="14" y="30"/>
                  </a:cubicBezTo>
                  <a:cubicBezTo>
                    <a:pt x="15" y="31"/>
                    <a:pt x="15" y="32"/>
                    <a:pt x="16" y="32"/>
                  </a:cubicBezTo>
                  <a:cubicBezTo>
                    <a:pt x="18" y="33"/>
                    <a:pt x="19" y="33"/>
                    <a:pt x="21" y="33"/>
                  </a:cubicBezTo>
                  <a:cubicBezTo>
                    <a:pt x="21" y="33"/>
                    <a:pt x="23" y="34"/>
                    <a:pt x="24" y="34"/>
                  </a:cubicBezTo>
                  <a:cubicBezTo>
                    <a:pt x="25" y="34"/>
                    <a:pt x="26" y="34"/>
                    <a:pt x="28" y="35"/>
                  </a:cubicBezTo>
                  <a:cubicBezTo>
                    <a:pt x="28" y="36"/>
                    <a:pt x="29" y="37"/>
                    <a:pt x="30" y="37"/>
                  </a:cubicBezTo>
                  <a:cubicBezTo>
                    <a:pt x="31" y="39"/>
                    <a:pt x="31" y="39"/>
                    <a:pt x="32" y="39"/>
                  </a:cubicBezTo>
                  <a:cubicBezTo>
                    <a:pt x="32" y="40"/>
                    <a:pt x="33" y="40"/>
                    <a:pt x="35" y="40"/>
                  </a:cubicBezTo>
                  <a:cubicBezTo>
                    <a:pt x="36" y="40"/>
                    <a:pt x="37" y="40"/>
                    <a:pt x="38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40" y="41"/>
                    <a:pt x="41" y="41"/>
                    <a:pt x="43" y="42"/>
                  </a:cubicBezTo>
                  <a:cubicBezTo>
                    <a:pt x="45" y="43"/>
                    <a:pt x="47" y="45"/>
                    <a:pt x="49" y="47"/>
                  </a:cubicBezTo>
                  <a:cubicBezTo>
                    <a:pt x="50" y="48"/>
                    <a:pt x="51" y="49"/>
                    <a:pt x="52" y="50"/>
                  </a:cubicBezTo>
                  <a:cubicBezTo>
                    <a:pt x="52" y="51"/>
                    <a:pt x="53" y="52"/>
                    <a:pt x="54" y="52"/>
                  </a:cubicBezTo>
                  <a:cubicBezTo>
                    <a:pt x="56" y="54"/>
                    <a:pt x="58" y="55"/>
                    <a:pt x="59" y="58"/>
                  </a:cubicBezTo>
                  <a:cubicBezTo>
                    <a:pt x="60" y="62"/>
                    <a:pt x="62" y="63"/>
                    <a:pt x="66" y="65"/>
                  </a:cubicBezTo>
                  <a:cubicBezTo>
                    <a:pt x="67" y="65"/>
                    <a:pt x="67" y="66"/>
                    <a:pt x="68" y="66"/>
                  </a:cubicBezTo>
                  <a:cubicBezTo>
                    <a:pt x="68" y="66"/>
                    <a:pt x="68" y="66"/>
                    <a:pt x="69" y="67"/>
                  </a:cubicBezTo>
                  <a:cubicBezTo>
                    <a:pt x="69" y="67"/>
                    <a:pt x="69" y="67"/>
                    <a:pt x="70" y="67"/>
                  </a:cubicBezTo>
                  <a:cubicBezTo>
                    <a:pt x="70" y="68"/>
                    <a:pt x="71" y="68"/>
                    <a:pt x="71" y="68"/>
                  </a:cubicBezTo>
                  <a:cubicBezTo>
                    <a:pt x="72" y="69"/>
                    <a:pt x="72" y="70"/>
                    <a:pt x="73" y="70"/>
                  </a:cubicBezTo>
                  <a:cubicBezTo>
                    <a:pt x="73" y="71"/>
                    <a:pt x="74" y="72"/>
                    <a:pt x="75" y="73"/>
                  </a:cubicBezTo>
                  <a:cubicBezTo>
                    <a:pt x="77" y="74"/>
                    <a:pt x="78" y="75"/>
                    <a:pt x="80" y="76"/>
                  </a:cubicBezTo>
                  <a:cubicBezTo>
                    <a:pt x="81" y="78"/>
                    <a:pt x="81" y="78"/>
                    <a:pt x="81" y="78"/>
                  </a:cubicBezTo>
                  <a:cubicBezTo>
                    <a:pt x="82" y="76"/>
                    <a:pt x="82" y="76"/>
                    <a:pt x="82" y="76"/>
                  </a:cubicBezTo>
                  <a:cubicBezTo>
                    <a:pt x="85" y="74"/>
                    <a:pt x="88" y="72"/>
                    <a:pt x="90" y="70"/>
                  </a:cubicBezTo>
                  <a:cubicBezTo>
                    <a:pt x="92" y="68"/>
                    <a:pt x="94" y="67"/>
                    <a:pt x="96" y="65"/>
                  </a:cubicBezTo>
                  <a:cubicBezTo>
                    <a:pt x="98" y="64"/>
                    <a:pt x="99" y="62"/>
                    <a:pt x="101" y="60"/>
                  </a:cubicBezTo>
                  <a:cubicBezTo>
                    <a:pt x="101" y="59"/>
                    <a:pt x="101" y="59"/>
                    <a:pt x="102" y="58"/>
                  </a:cubicBezTo>
                  <a:cubicBezTo>
                    <a:pt x="103" y="56"/>
                    <a:pt x="104" y="55"/>
                    <a:pt x="105" y="54"/>
                  </a:cubicBezTo>
                  <a:cubicBezTo>
                    <a:pt x="106" y="53"/>
                    <a:pt x="107" y="52"/>
                    <a:pt x="108" y="51"/>
                  </a:cubicBezTo>
                  <a:cubicBezTo>
                    <a:pt x="109" y="49"/>
                    <a:pt x="110" y="48"/>
                    <a:pt x="111" y="47"/>
                  </a:cubicBezTo>
                  <a:cubicBezTo>
                    <a:pt x="112" y="45"/>
                    <a:pt x="114" y="43"/>
                    <a:pt x="115" y="42"/>
                  </a:cubicBezTo>
                  <a:cubicBezTo>
                    <a:pt x="116" y="41"/>
                    <a:pt x="118" y="40"/>
                    <a:pt x="120" y="39"/>
                  </a:cubicBezTo>
                  <a:cubicBezTo>
                    <a:pt x="121" y="38"/>
                    <a:pt x="122" y="38"/>
                    <a:pt x="123" y="37"/>
                  </a:cubicBezTo>
                  <a:cubicBezTo>
                    <a:pt x="125" y="35"/>
                    <a:pt x="127" y="33"/>
                    <a:pt x="128" y="31"/>
                  </a:cubicBezTo>
                  <a:cubicBezTo>
                    <a:pt x="129" y="30"/>
                    <a:pt x="129" y="30"/>
                    <a:pt x="129" y="30"/>
                  </a:cubicBezTo>
                  <a:cubicBezTo>
                    <a:pt x="133" y="24"/>
                    <a:pt x="136" y="18"/>
                    <a:pt x="139" y="12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0" y="10"/>
                    <a:pt x="136" y="9"/>
                    <a:pt x="135" y="8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71BC1FF-4CCE-CEB5-B050-CD3E52149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35"/>
              <a:ext cx="705" cy="242"/>
            </a:xfrm>
            <a:custGeom>
              <a:avLst/>
              <a:gdLst>
                <a:gd name="T0" fmla="*/ 279 w 289"/>
                <a:gd name="T1" fmla="*/ 22 h 99"/>
                <a:gd name="T2" fmla="*/ 267 w 289"/>
                <a:gd name="T3" fmla="*/ 17 h 99"/>
                <a:gd name="T4" fmla="*/ 251 w 289"/>
                <a:gd name="T5" fmla="*/ 30 h 99"/>
                <a:gd name="T6" fmla="*/ 240 w 289"/>
                <a:gd name="T7" fmla="*/ 33 h 99"/>
                <a:gd name="T8" fmla="*/ 227 w 289"/>
                <a:gd name="T9" fmla="*/ 33 h 99"/>
                <a:gd name="T10" fmla="*/ 216 w 289"/>
                <a:gd name="T11" fmla="*/ 34 h 99"/>
                <a:gd name="T12" fmla="*/ 204 w 289"/>
                <a:gd name="T13" fmla="*/ 45 h 99"/>
                <a:gd name="T14" fmla="*/ 183 w 289"/>
                <a:gd name="T15" fmla="*/ 44 h 99"/>
                <a:gd name="T16" fmla="*/ 178 w 289"/>
                <a:gd name="T17" fmla="*/ 36 h 99"/>
                <a:gd name="T18" fmla="*/ 182 w 289"/>
                <a:gd name="T19" fmla="*/ 24 h 99"/>
                <a:gd name="T20" fmla="*/ 179 w 289"/>
                <a:gd name="T21" fmla="*/ 5 h 99"/>
                <a:gd name="T22" fmla="*/ 151 w 289"/>
                <a:gd name="T23" fmla="*/ 23 h 99"/>
                <a:gd name="T24" fmla="*/ 135 w 289"/>
                <a:gd name="T25" fmla="*/ 27 h 99"/>
                <a:gd name="T26" fmla="*/ 128 w 289"/>
                <a:gd name="T27" fmla="*/ 22 h 99"/>
                <a:gd name="T28" fmla="*/ 118 w 289"/>
                <a:gd name="T29" fmla="*/ 20 h 99"/>
                <a:gd name="T30" fmla="*/ 111 w 289"/>
                <a:gd name="T31" fmla="*/ 19 h 99"/>
                <a:gd name="T32" fmla="*/ 89 w 289"/>
                <a:gd name="T33" fmla="*/ 17 h 99"/>
                <a:gd name="T34" fmla="*/ 73 w 289"/>
                <a:gd name="T35" fmla="*/ 2 h 99"/>
                <a:gd name="T36" fmla="*/ 62 w 289"/>
                <a:gd name="T37" fmla="*/ 1 h 99"/>
                <a:gd name="T38" fmla="*/ 45 w 289"/>
                <a:gd name="T39" fmla="*/ 2 h 99"/>
                <a:gd name="T40" fmla="*/ 34 w 289"/>
                <a:gd name="T41" fmla="*/ 1 h 99"/>
                <a:gd name="T42" fmla="*/ 29 w 289"/>
                <a:gd name="T43" fmla="*/ 1 h 99"/>
                <a:gd name="T44" fmla="*/ 28 w 289"/>
                <a:gd name="T45" fmla="*/ 10 h 99"/>
                <a:gd name="T46" fmla="*/ 31 w 289"/>
                <a:gd name="T47" fmla="*/ 23 h 99"/>
                <a:gd name="T48" fmla="*/ 6 w 289"/>
                <a:gd name="T49" fmla="*/ 50 h 99"/>
                <a:gd name="T50" fmla="*/ 6 w 289"/>
                <a:gd name="T51" fmla="*/ 62 h 99"/>
                <a:gd name="T52" fmla="*/ 15 w 289"/>
                <a:gd name="T53" fmla="*/ 79 h 99"/>
                <a:gd name="T54" fmla="*/ 19 w 289"/>
                <a:gd name="T55" fmla="*/ 94 h 99"/>
                <a:gd name="T56" fmla="*/ 23 w 289"/>
                <a:gd name="T57" fmla="*/ 98 h 99"/>
                <a:gd name="T58" fmla="*/ 35 w 289"/>
                <a:gd name="T59" fmla="*/ 92 h 99"/>
                <a:gd name="T60" fmla="*/ 45 w 289"/>
                <a:gd name="T61" fmla="*/ 79 h 99"/>
                <a:gd name="T62" fmla="*/ 64 w 289"/>
                <a:gd name="T63" fmla="*/ 66 h 99"/>
                <a:gd name="T64" fmla="*/ 81 w 289"/>
                <a:gd name="T65" fmla="*/ 56 h 99"/>
                <a:gd name="T66" fmla="*/ 103 w 289"/>
                <a:gd name="T67" fmla="*/ 68 h 99"/>
                <a:gd name="T68" fmla="*/ 109 w 289"/>
                <a:gd name="T69" fmla="*/ 72 h 99"/>
                <a:gd name="T70" fmla="*/ 112 w 289"/>
                <a:gd name="T71" fmla="*/ 75 h 99"/>
                <a:gd name="T72" fmla="*/ 119 w 289"/>
                <a:gd name="T73" fmla="*/ 75 h 99"/>
                <a:gd name="T74" fmla="*/ 129 w 289"/>
                <a:gd name="T75" fmla="*/ 88 h 99"/>
                <a:gd name="T76" fmla="*/ 132 w 289"/>
                <a:gd name="T77" fmla="*/ 91 h 99"/>
                <a:gd name="T78" fmla="*/ 139 w 289"/>
                <a:gd name="T79" fmla="*/ 89 h 99"/>
                <a:gd name="T80" fmla="*/ 155 w 289"/>
                <a:gd name="T81" fmla="*/ 77 h 99"/>
                <a:gd name="T82" fmla="*/ 160 w 289"/>
                <a:gd name="T83" fmla="*/ 82 h 99"/>
                <a:gd name="T84" fmla="*/ 184 w 289"/>
                <a:gd name="T85" fmla="*/ 97 h 99"/>
                <a:gd name="T86" fmla="*/ 208 w 289"/>
                <a:gd name="T87" fmla="*/ 97 h 99"/>
                <a:gd name="T88" fmla="*/ 233 w 289"/>
                <a:gd name="T89" fmla="*/ 85 h 99"/>
                <a:gd name="T90" fmla="*/ 247 w 289"/>
                <a:gd name="T91" fmla="*/ 79 h 99"/>
                <a:gd name="T92" fmla="*/ 268 w 289"/>
                <a:gd name="T93" fmla="*/ 86 h 99"/>
                <a:gd name="T94" fmla="*/ 278 w 289"/>
                <a:gd name="T95" fmla="*/ 71 h 99"/>
                <a:gd name="T96" fmla="*/ 289 w 289"/>
                <a:gd name="T97" fmla="*/ 3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9" h="99">
                  <a:moveTo>
                    <a:pt x="288" y="27"/>
                  </a:moveTo>
                  <a:cubicBezTo>
                    <a:pt x="287" y="26"/>
                    <a:pt x="286" y="26"/>
                    <a:pt x="286" y="25"/>
                  </a:cubicBezTo>
                  <a:cubicBezTo>
                    <a:pt x="285" y="25"/>
                    <a:pt x="284" y="25"/>
                    <a:pt x="283" y="25"/>
                  </a:cubicBezTo>
                  <a:cubicBezTo>
                    <a:pt x="282" y="24"/>
                    <a:pt x="281" y="24"/>
                    <a:pt x="279" y="22"/>
                  </a:cubicBezTo>
                  <a:cubicBezTo>
                    <a:pt x="278" y="20"/>
                    <a:pt x="277" y="20"/>
                    <a:pt x="275" y="19"/>
                  </a:cubicBezTo>
                  <a:cubicBezTo>
                    <a:pt x="274" y="19"/>
                    <a:pt x="273" y="19"/>
                    <a:pt x="273" y="19"/>
                  </a:cubicBezTo>
                  <a:cubicBezTo>
                    <a:pt x="272" y="19"/>
                    <a:pt x="271" y="18"/>
                    <a:pt x="270" y="18"/>
                  </a:cubicBezTo>
                  <a:cubicBezTo>
                    <a:pt x="269" y="17"/>
                    <a:pt x="268" y="17"/>
                    <a:pt x="267" y="17"/>
                  </a:cubicBezTo>
                  <a:cubicBezTo>
                    <a:pt x="266" y="17"/>
                    <a:pt x="266" y="17"/>
                    <a:pt x="266" y="17"/>
                  </a:cubicBezTo>
                  <a:cubicBezTo>
                    <a:pt x="261" y="18"/>
                    <a:pt x="259" y="20"/>
                    <a:pt x="258" y="24"/>
                  </a:cubicBezTo>
                  <a:cubicBezTo>
                    <a:pt x="257" y="25"/>
                    <a:pt x="257" y="26"/>
                    <a:pt x="256" y="27"/>
                  </a:cubicBezTo>
                  <a:cubicBezTo>
                    <a:pt x="254" y="29"/>
                    <a:pt x="253" y="29"/>
                    <a:pt x="251" y="30"/>
                  </a:cubicBezTo>
                  <a:cubicBezTo>
                    <a:pt x="250" y="30"/>
                    <a:pt x="250" y="30"/>
                    <a:pt x="249" y="30"/>
                  </a:cubicBezTo>
                  <a:cubicBezTo>
                    <a:pt x="248" y="30"/>
                    <a:pt x="247" y="30"/>
                    <a:pt x="246" y="31"/>
                  </a:cubicBezTo>
                  <a:cubicBezTo>
                    <a:pt x="245" y="31"/>
                    <a:pt x="244" y="32"/>
                    <a:pt x="242" y="32"/>
                  </a:cubicBezTo>
                  <a:cubicBezTo>
                    <a:pt x="241" y="32"/>
                    <a:pt x="241" y="32"/>
                    <a:pt x="240" y="33"/>
                  </a:cubicBezTo>
                  <a:cubicBezTo>
                    <a:pt x="238" y="33"/>
                    <a:pt x="236" y="33"/>
                    <a:pt x="235" y="33"/>
                  </a:cubicBezTo>
                  <a:cubicBezTo>
                    <a:pt x="233" y="33"/>
                    <a:pt x="232" y="33"/>
                    <a:pt x="231" y="33"/>
                  </a:cubicBezTo>
                  <a:cubicBezTo>
                    <a:pt x="230" y="33"/>
                    <a:pt x="229" y="33"/>
                    <a:pt x="228" y="33"/>
                  </a:cubicBezTo>
                  <a:cubicBezTo>
                    <a:pt x="228" y="33"/>
                    <a:pt x="227" y="33"/>
                    <a:pt x="227" y="33"/>
                  </a:cubicBezTo>
                  <a:cubicBezTo>
                    <a:pt x="226" y="33"/>
                    <a:pt x="225" y="33"/>
                    <a:pt x="224" y="33"/>
                  </a:cubicBezTo>
                  <a:cubicBezTo>
                    <a:pt x="223" y="33"/>
                    <a:pt x="222" y="33"/>
                    <a:pt x="220" y="33"/>
                  </a:cubicBezTo>
                  <a:cubicBezTo>
                    <a:pt x="220" y="33"/>
                    <a:pt x="220" y="33"/>
                    <a:pt x="220" y="33"/>
                  </a:cubicBezTo>
                  <a:cubicBezTo>
                    <a:pt x="218" y="33"/>
                    <a:pt x="217" y="33"/>
                    <a:pt x="216" y="34"/>
                  </a:cubicBezTo>
                  <a:cubicBezTo>
                    <a:pt x="215" y="35"/>
                    <a:pt x="215" y="35"/>
                    <a:pt x="214" y="36"/>
                  </a:cubicBezTo>
                  <a:cubicBezTo>
                    <a:pt x="213" y="37"/>
                    <a:pt x="212" y="37"/>
                    <a:pt x="211" y="37"/>
                  </a:cubicBezTo>
                  <a:cubicBezTo>
                    <a:pt x="210" y="38"/>
                    <a:pt x="209" y="38"/>
                    <a:pt x="208" y="39"/>
                  </a:cubicBezTo>
                  <a:cubicBezTo>
                    <a:pt x="206" y="40"/>
                    <a:pt x="205" y="42"/>
                    <a:pt x="204" y="45"/>
                  </a:cubicBezTo>
                  <a:cubicBezTo>
                    <a:pt x="203" y="48"/>
                    <a:pt x="202" y="48"/>
                    <a:pt x="199" y="49"/>
                  </a:cubicBezTo>
                  <a:cubicBezTo>
                    <a:pt x="199" y="50"/>
                    <a:pt x="198" y="50"/>
                    <a:pt x="197" y="50"/>
                  </a:cubicBezTo>
                  <a:cubicBezTo>
                    <a:pt x="196" y="51"/>
                    <a:pt x="194" y="52"/>
                    <a:pt x="192" y="52"/>
                  </a:cubicBezTo>
                  <a:cubicBezTo>
                    <a:pt x="189" y="52"/>
                    <a:pt x="184" y="47"/>
                    <a:pt x="183" y="44"/>
                  </a:cubicBezTo>
                  <a:cubicBezTo>
                    <a:pt x="183" y="43"/>
                    <a:pt x="183" y="42"/>
                    <a:pt x="183" y="41"/>
                  </a:cubicBezTo>
                  <a:cubicBezTo>
                    <a:pt x="183" y="39"/>
                    <a:pt x="183" y="38"/>
                    <a:pt x="182" y="37"/>
                  </a:cubicBezTo>
                  <a:cubicBezTo>
                    <a:pt x="181" y="36"/>
                    <a:pt x="180" y="36"/>
                    <a:pt x="179" y="36"/>
                  </a:cubicBezTo>
                  <a:cubicBezTo>
                    <a:pt x="178" y="36"/>
                    <a:pt x="178" y="36"/>
                    <a:pt x="178" y="36"/>
                  </a:cubicBezTo>
                  <a:cubicBezTo>
                    <a:pt x="177" y="36"/>
                    <a:pt x="176" y="36"/>
                    <a:pt x="176" y="35"/>
                  </a:cubicBezTo>
                  <a:cubicBezTo>
                    <a:pt x="176" y="35"/>
                    <a:pt x="176" y="34"/>
                    <a:pt x="176" y="33"/>
                  </a:cubicBezTo>
                  <a:cubicBezTo>
                    <a:pt x="177" y="32"/>
                    <a:pt x="178" y="30"/>
                    <a:pt x="179" y="29"/>
                  </a:cubicBezTo>
                  <a:cubicBezTo>
                    <a:pt x="180" y="27"/>
                    <a:pt x="181" y="26"/>
                    <a:pt x="182" y="24"/>
                  </a:cubicBezTo>
                  <a:cubicBezTo>
                    <a:pt x="182" y="23"/>
                    <a:pt x="183" y="22"/>
                    <a:pt x="184" y="20"/>
                  </a:cubicBezTo>
                  <a:cubicBezTo>
                    <a:pt x="186" y="17"/>
                    <a:pt x="188" y="14"/>
                    <a:pt x="188" y="12"/>
                  </a:cubicBezTo>
                  <a:cubicBezTo>
                    <a:pt x="188" y="9"/>
                    <a:pt x="184" y="6"/>
                    <a:pt x="181" y="6"/>
                  </a:cubicBezTo>
                  <a:cubicBezTo>
                    <a:pt x="180" y="6"/>
                    <a:pt x="180" y="5"/>
                    <a:pt x="179" y="5"/>
                  </a:cubicBezTo>
                  <a:cubicBezTo>
                    <a:pt x="176" y="5"/>
                    <a:pt x="173" y="7"/>
                    <a:pt x="170" y="10"/>
                  </a:cubicBezTo>
                  <a:cubicBezTo>
                    <a:pt x="167" y="13"/>
                    <a:pt x="164" y="15"/>
                    <a:pt x="161" y="16"/>
                  </a:cubicBezTo>
                  <a:cubicBezTo>
                    <a:pt x="158" y="17"/>
                    <a:pt x="157" y="19"/>
                    <a:pt x="154" y="20"/>
                  </a:cubicBezTo>
                  <a:cubicBezTo>
                    <a:pt x="153" y="21"/>
                    <a:pt x="152" y="22"/>
                    <a:pt x="151" y="23"/>
                  </a:cubicBezTo>
                  <a:cubicBezTo>
                    <a:pt x="148" y="25"/>
                    <a:pt x="146" y="25"/>
                    <a:pt x="143" y="25"/>
                  </a:cubicBezTo>
                  <a:cubicBezTo>
                    <a:pt x="142" y="25"/>
                    <a:pt x="140" y="25"/>
                    <a:pt x="139" y="26"/>
                  </a:cubicBezTo>
                  <a:cubicBezTo>
                    <a:pt x="138" y="26"/>
                    <a:pt x="138" y="26"/>
                    <a:pt x="137" y="26"/>
                  </a:cubicBezTo>
                  <a:cubicBezTo>
                    <a:pt x="137" y="26"/>
                    <a:pt x="136" y="27"/>
                    <a:pt x="135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2" y="26"/>
                    <a:pt x="132" y="25"/>
                    <a:pt x="131" y="24"/>
                  </a:cubicBezTo>
                  <a:cubicBezTo>
                    <a:pt x="131" y="24"/>
                    <a:pt x="131" y="23"/>
                    <a:pt x="130" y="23"/>
                  </a:cubicBezTo>
                  <a:cubicBezTo>
                    <a:pt x="130" y="22"/>
                    <a:pt x="129" y="22"/>
                    <a:pt x="128" y="22"/>
                  </a:cubicBezTo>
                  <a:cubicBezTo>
                    <a:pt x="127" y="22"/>
                    <a:pt x="126" y="22"/>
                    <a:pt x="125" y="23"/>
                  </a:cubicBezTo>
                  <a:cubicBezTo>
                    <a:pt x="124" y="24"/>
                    <a:pt x="122" y="24"/>
                    <a:pt x="121" y="24"/>
                  </a:cubicBezTo>
                  <a:cubicBezTo>
                    <a:pt x="121" y="24"/>
                    <a:pt x="121" y="24"/>
                    <a:pt x="120" y="24"/>
                  </a:cubicBezTo>
                  <a:cubicBezTo>
                    <a:pt x="119" y="23"/>
                    <a:pt x="118" y="22"/>
                    <a:pt x="118" y="20"/>
                  </a:cubicBezTo>
                  <a:cubicBezTo>
                    <a:pt x="118" y="18"/>
                    <a:pt x="117" y="17"/>
                    <a:pt x="116" y="16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7"/>
                    <a:pt x="112" y="18"/>
                    <a:pt x="111" y="19"/>
                  </a:cubicBezTo>
                  <a:cubicBezTo>
                    <a:pt x="110" y="19"/>
                    <a:pt x="110" y="19"/>
                    <a:pt x="109" y="20"/>
                  </a:cubicBezTo>
                  <a:cubicBezTo>
                    <a:pt x="107" y="22"/>
                    <a:pt x="103" y="25"/>
                    <a:pt x="100" y="25"/>
                  </a:cubicBezTo>
                  <a:cubicBezTo>
                    <a:pt x="99" y="25"/>
                    <a:pt x="98" y="24"/>
                    <a:pt x="97" y="24"/>
                  </a:cubicBezTo>
                  <a:cubicBezTo>
                    <a:pt x="94" y="22"/>
                    <a:pt x="92" y="20"/>
                    <a:pt x="89" y="17"/>
                  </a:cubicBezTo>
                  <a:cubicBezTo>
                    <a:pt x="88" y="16"/>
                    <a:pt x="86" y="14"/>
                    <a:pt x="85" y="13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0" y="9"/>
                    <a:pt x="77" y="6"/>
                    <a:pt x="74" y="3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71" y="2"/>
                    <a:pt x="68" y="2"/>
                    <a:pt x="66" y="1"/>
                  </a:cubicBezTo>
                  <a:cubicBezTo>
                    <a:pt x="65" y="1"/>
                    <a:pt x="64" y="1"/>
                    <a:pt x="63" y="1"/>
                  </a:cubicBezTo>
                  <a:cubicBezTo>
                    <a:pt x="63" y="1"/>
                    <a:pt x="62" y="1"/>
                    <a:pt x="62" y="1"/>
                  </a:cubicBezTo>
                  <a:cubicBezTo>
                    <a:pt x="59" y="1"/>
                    <a:pt x="57" y="2"/>
                    <a:pt x="55" y="3"/>
                  </a:cubicBezTo>
                  <a:cubicBezTo>
                    <a:pt x="54" y="3"/>
                    <a:pt x="53" y="3"/>
                    <a:pt x="51" y="3"/>
                  </a:cubicBezTo>
                  <a:cubicBezTo>
                    <a:pt x="50" y="3"/>
                    <a:pt x="48" y="3"/>
                    <a:pt x="47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2" y="2"/>
                    <a:pt x="40" y="1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6" y="1"/>
                    <a:pt x="35" y="1"/>
                    <a:pt x="35" y="1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33" y="1"/>
                    <a:pt x="32" y="1"/>
                  </a:cubicBezTo>
                  <a:cubicBezTo>
                    <a:pt x="32" y="1"/>
                    <a:pt x="31" y="1"/>
                    <a:pt x="31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6" y="2"/>
                    <a:pt x="25" y="3"/>
                    <a:pt x="25" y="4"/>
                  </a:cubicBezTo>
                  <a:cubicBezTo>
                    <a:pt x="25" y="4"/>
                    <a:pt x="25" y="5"/>
                    <a:pt x="26" y="6"/>
                  </a:cubicBezTo>
                  <a:cubicBezTo>
                    <a:pt x="26" y="7"/>
                    <a:pt x="26" y="7"/>
                    <a:pt x="27" y="7"/>
                  </a:cubicBezTo>
                  <a:cubicBezTo>
                    <a:pt x="28" y="8"/>
                    <a:pt x="28" y="8"/>
                    <a:pt x="28" y="10"/>
                  </a:cubicBezTo>
                  <a:cubicBezTo>
                    <a:pt x="29" y="11"/>
                    <a:pt x="28" y="13"/>
                    <a:pt x="28" y="14"/>
                  </a:cubicBezTo>
                  <a:cubicBezTo>
                    <a:pt x="27" y="15"/>
                    <a:pt x="27" y="16"/>
                    <a:pt x="27" y="18"/>
                  </a:cubicBezTo>
                  <a:cubicBezTo>
                    <a:pt x="28" y="19"/>
                    <a:pt x="29" y="20"/>
                    <a:pt x="30" y="21"/>
                  </a:cubicBezTo>
                  <a:cubicBezTo>
                    <a:pt x="30" y="22"/>
                    <a:pt x="31" y="22"/>
                    <a:pt x="31" y="23"/>
                  </a:cubicBezTo>
                  <a:cubicBezTo>
                    <a:pt x="33" y="26"/>
                    <a:pt x="32" y="31"/>
                    <a:pt x="29" y="33"/>
                  </a:cubicBezTo>
                  <a:cubicBezTo>
                    <a:pt x="24" y="39"/>
                    <a:pt x="19" y="42"/>
                    <a:pt x="14" y="45"/>
                  </a:cubicBezTo>
                  <a:cubicBezTo>
                    <a:pt x="12" y="46"/>
                    <a:pt x="11" y="47"/>
                    <a:pt x="9" y="48"/>
                  </a:cubicBezTo>
                  <a:cubicBezTo>
                    <a:pt x="8" y="49"/>
                    <a:pt x="7" y="50"/>
                    <a:pt x="6" y="50"/>
                  </a:cubicBezTo>
                  <a:cubicBezTo>
                    <a:pt x="5" y="51"/>
                    <a:pt x="5" y="51"/>
                    <a:pt x="4" y="51"/>
                  </a:cubicBezTo>
                  <a:cubicBezTo>
                    <a:pt x="2" y="52"/>
                    <a:pt x="0" y="53"/>
                    <a:pt x="0" y="56"/>
                  </a:cubicBezTo>
                  <a:cubicBezTo>
                    <a:pt x="1" y="58"/>
                    <a:pt x="2" y="59"/>
                    <a:pt x="5" y="61"/>
                  </a:cubicBezTo>
                  <a:cubicBezTo>
                    <a:pt x="5" y="61"/>
                    <a:pt x="6" y="62"/>
                    <a:pt x="6" y="62"/>
                  </a:cubicBezTo>
                  <a:cubicBezTo>
                    <a:pt x="7" y="63"/>
                    <a:pt x="8" y="63"/>
                    <a:pt x="8" y="64"/>
                  </a:cubicBezTo>
                  <a:cubicBezTo>
                    <a:pt x="10" y="65"/>
                    <a:pt x="12" y="66"/>
                    <a:pt x="13" y="68"/>
                  </a:cubicBezTo>
                  <a:cubicBezTo>
                    <a:pt x="14" y="70"/>
                    <a:pt x="14" y="72"/>
                    <a:pt x="14" y="73"/>
                  </a:cubicBezTo>
                  <a:cubicBezTo>
                    <a:pt x="14" y="75"/>
                    <a:pt x="14" y="77"/>
                    <a:pt x="15" y="79"/>
                  </a:cubicBezTo>
                  <a:cubicBezTo>
                    <a:pt x="16" y="80"/>
                    <a:pt x="17" y="81"/>
                    <a:pt x="18" y="81"/>
                  </a:cubicBezTo>
                  <a:cubicBezTo>
                    <a:pt x="19" y="82"/>
                    <a:pt x="20" y="83"/>
                    <a:pt x="21" y="85"/>
                  </a:cubicBezTo>
                  <a:cubicBezTo>
                    <a:pt x="22" y="87"/>
                    <a:pt x="21" y="89"/>
                    <a:pt x="20" y="91"/>
                  </a:cubicBezTo>
                  <a:cubicBezTo>
                    <a:pt x="20" y="92"/>
                    <a:pt x="19" y="93"/>
                    <a:pt x="19" y="94"/>
                  </a:cubicBezTo>
                  <a:cubicBezTo>
                    <a:pt x="19" y="95"/>
                    <a:pt x="19" y="96"/>
                    <a:pt x="19" y="96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20" y="97"/>
                    <a:pt x="20" y="97"/>
                    <a:pt x="20" y="97"/>
                  </a:cubicBezTo>
                  <a:cubicBezTo>
                    <a:pt x="20" y="97"/>
                    <a:pt x="22" y="98"/>
                    <a:pt x="23" y="98"/>
                  </a:cubicBezTo>
                  <a:cubicBezTo>
                    <a:pt x="23" y="98"/>
                    <a:pt x="24" y="98"/>
                    <a:pt x="24" y="98"/>
                  </a:cubicBezTo>
                  <a:cubicBezTo>
                    <a:pt x="28" y="97"/>
                    <a:pt x="30" y="95"/>
                    <a:pt x="33" y="93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4" y="93"/>
                    <a:pt x="34" y="92"/>
                    <a:pt x="35" y="92"/>
                  </a:cubicBezTo>
                  <a:cubicBezTo>
                    <a:pt x="37" y="90"/>
                    <a:pt x="39" y="89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40" y="81"/>
                    <a:pt x="40" y="79"/>
                    <a:pt x="44" y="79"/>
                  </a:cubicBezTo>
                  <a:cubicBezTo>
                    <a:pt x="45" y="79"/>
                    <a:pt x="45" y="79"/>
                    <a:pt x="45" y="79"/>
                  </a:cubicBezTo>
                  <a:cubicBezTo>
                    <a:pt x="48" y="79"/>
                    <a:pt x="50" y="79"/>
                    <a:pt x="53" y="77"/>
                  </a:cubicBezTo>
                  <a:cubicBezTo>
                    <a:pt x="54" y="76"/>
                    <a:pt x="55" y="74"/>
                    <a:pt x="56" y="73"/>
                  </a:cubicBezTo>
                  <a:cubicBezTo>
                    <a:pt x="57" y="72"/>
                    <a:pt x="58" y="70"/>
                    <a:pt x="59" y="69"/>
                  </a:cubicBezTo>
                  <a:cubicBezTo>
                    <a:pt x="60" y="68"/>
                    <a:pt x="62" y="67"/>
                    <a:pt x="64" y="66"/>
                  </a:cubicBezTo>
                  <a:cubicBezTo>
                    <a:pt x="65" y="66"/>
                    <a:pt x="66" y="65"/>
                    <a:pt x="67" y="65"/>
                  </a:cubicBezTo>
                  <a:cubicBezTo>
                    <a:pt x="68" y="64"/>
                    <a:pt x="69" y="63"/>
                    <a:pt x="70" y="63"/>
                  </a:cubicBezTo>
                  <a:cubicBezTo>
                    <a:pt x="72" y="62"/>
                    <a:pt x="73" y="61"/>
                    <a:pt x="74" y="59"/>
                  </a:cubicBezTo>
                  <a:cubicBezTo>
                    <a:pt x="76" y="57"/>
                    <a:pt x="78" y="56"/>
                    <a:pt x="81" y="56"/>
                  </a:cubicBezTo>
                  <a:cubicBezTo>
                    <a:pt x="82" y="56"/>
                    <a:pt x="82" y="56"/>
                    <a:pt x="83" y="56"/>
                  </a:cubicBezTo>
                  <a:cubicBezTo>
                    <a:pt x="86" y="57"/>
                    <a:pt x="87" y="59"/>
                    <a:pt x="88" y="60"/>
                  </a:cubicBezTo>
                  <a:cubicBezTo>
                    <a:pt x="88" y="62"/>
                    <a:pt x="89" y="63"/>
                    <a:pt x="90" y="64"/>
                  </a:cubicBezTo>
                  <a:cubicBezTo>
                    <a:pt x="94" y="67"/>
                    <a:pt x="99" y="68"/>
                    <a:pt x="103" y="68"/>
                  </a:cubicBezTo>
                  <a:cubicBezTo>
                    <a:pt x="104" y="68"/>
                    <a:pt x="105" y="68"/>
                    <a:pt x="105" y="69"/>
                  </a:cubicBezTo>
                  <a:cubicBezTo>
                    <a:pt x="106" y="69"/>
                    <a:pt x="106" y="69"/>
                    <a:pt x="106" y="70"/>
                  </a:cubicBezTo>
                  <a:cubicBezTo>
                    <a:pt x="106" y="70"/>
                    <a:pt x="107" y="70"/>
                    <a:pt x="107" y="70"/>
                  </a:cubicBezTo>
                  <a:cubicBezTo>
                    <a:pt x="108" y="71"/>
                    <a:pt x="109" y="71"/>
                    <a:pt x="109" y="72"/>
                  </a:cubicBezTo>
                  <a:cubicBezTo>
                    <a:pt x="109" y="72"/>
                    <a:pt x="110" y="73"/>
                    <a:pt x="110" y="73"/>
                  </a:cubicBezTo>
                  <a:cubicBezTo>
                    <a:pt x="111" y="74"/>
                    <a:pt x="111" y="75"/>
                    <a:pt x="111" y="75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3" y="75"/>
                    <a:pt x="113" y="75"/>
                    <a:pt x="113" y="75"/>
                  </a:cubicBezTo>
                  <a:cubicBezTo>
                    <a:pt x="113" y="75"/>
                    <a:pt x="114" y="75"/>
                    <a:pt x="115" y="75"/>
                  </a:cubicBezTo>
                  <a:cubicBezTo>
                    <a:pt x="115" y="74"/>
                    <a:pt x="116" y="74"/>
                    <a:pt x="116" y="74"/>
                  </a:cubicBezTo>
                  <a:cubicBezTo>
                    <a:pt x="117" y="74"/>
                    <a:pt x="118" y="74"/>
                    <a:pt x="119" y="75"/>
                  </a:cubicBezTo>
                  <a:cubicBezTo>
                    <a:pt x="119" y="76"/>
                    <a:pt x="120" y="77"/>
                    <a:pt x="120" y="77"/>
                  </a:cubicBezTo>
                  <a:cubicBezTo>
                    <a:pt x="121" y="79"/>
                    <a:pt x="121" y="79"/>
                    <a:pt x="124" y="80"/>
                  </a:cubicBezTo>
                  <a:cubicBezTo>
                    <a:pt x="128" y="81"/>
                    <a:pt x="129" y="82"/>
                    <a:pt x="129" y="86"/>
                  </a:cubicBezTo>
                  <a:cubicBezTo>
                    <a:pt x="129" y="88"/>
                    <a:pt x="129" y="88"/>
                    <a:pt x="129" y="88"/>
                  </a:cubicBezTo>
                  <a:cubicBezTo>
                    <a:pt x="129" y="88"/>
                    <a:pt x="129" y="89"/>
                    <a:pt x="129" y="90"/>
                  </a:cubicBezTo>
                  <a:cubicBezTo>
                    <a:pt x="129" y="92"/>
                    <a:pt x="129" y="92"/>
                    <a:pt x="129" y="92"/>
                  </a:cubicBezTo>
                  <a:cubicBezTo>
                    <a:pt x="131" y="91"/>
                    <a:pt x="131" y="91"/>
                    <a:pt x="131" y="91"/>
                  </a:cubicBezTo>
                  <a:cubicBezTo>
                    <a:pt x="131" y="91"/>
                    <a:pt x="132" y="91"/>
                    <a:pt x="132" y="91"/>
                  </a:cubicBezTo>
                  <a:cubicBezTo>
                    <a:pt x="133" y="91"/>
                    <a:pt x="133" y="91"/>
                    <a:pt x="134" y="90"/>
                  </a:cubicBezTo>
                  <a:cubicBezTo>
                    <a:pt x="134" y="90"/>
                    <a:pt x="135" y="90"/>
                    <a:pt x="136" y="89"/>
                  </a:cubicBezTo>
                  <a:cubicBezTo>
                    <a:pt x="136" y="89"/>
                    <a:pt x="137" y="89"/>
                    <a:pt x="137" y="89"/>
                  </a:cubicBezTo>
                  <a:cubicBezTo>
                    <a:pt x="138" y="89"/>
                    <a:pt x="138" y="89"/>
                    <a:pt x="139" y="89"/>
                  </a:cubicBezTo>
                  <a:cubicBezTo>
                    <a:pt x="139" y="89"/>
                    <a:pt x="139" y="89"/>
                    <a:pt x="140" y="89"/>
                  </a:cubicBezTo>
                  <a:cubicBezTo>
                    <a:pt x="140" y="89"/>
                    <a:pt x="140" y="89"/>
                    <a:pt x="140" y="89"/>
                  </a:cubicBezTo>
                  <a:cubicBezTo>
                    <a:pt x="143" y="89"/>
                    <a:pt x="145" y="88"/>
                    <a:pt x="147" y="85"/>
                  </a:cubicBezTo>
                  <a:cubicBezTo>
                    <a:pt x="149" y="82"/>
                    <a:pt x="152" y="77"/>
                    <a:pt x="155" y="77"/>
                  </a:cubicBezTo>
                  <a:cubicBezTo>
                    <a:pt x="155" y="77"/>
                    <a:pt x="155" y="77"/>
                    <a:pt x="155" y="77"/>
                  </a:cubicBezTo>
                  <a:cubicBezTo>
                    <a:pt x="155" y="77"/>
                    <a:pt x="156" y="78"/>
                    <a:pt x="157" y="80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2" y="82"/>
                    <a:pt x="163" y="82"/>
                  </a:cubicBezTo>
                  <a:cubicBezTo>
                    <a:pt x="166" y="82"/>
                    <a:pt x="167" y="84"/>
                    <a:pt x="169" y="86"/>
                  </a:cubicBezTo>
                  <a:cubicBezTo>
                    <a:pt x="171" y="88"/>
                    <a:pt x="171" y="88"/>
                    <a:pt x="171" y="88"/>
                  </a:cubicBezTo>
                  <a:cubicBezTo>
                    <a:pt x="175" y="92"/>
                    <a:pt x="178" y="96"/>
                    <a:pt x="184" y="97"/>
                  </a:cubicBezTo>
                  <a:cubicBezTo>
                    <a:pt x="186" y="97"/>
                    <a:pt x="187" y="98"/>
                    <a:pt x="189" y="98"/>
                  </a:cubicBezTo>
                  <a:cubicBezTo>
                    <a:pt x="191" y="98"/>
                    <a:pt x="194" y="99"/>
                    <a:pt x="196" y="99"/>
                  </a:cubicBezTo>
                  <a:cubicBezTo>
                    <a:pt x="196" y="99"/>
                    <a:pt x="196" y="99"/>
                    <a:pt x="196" y="99"/>
                  </a:cubicBezTo>
                  <a:cubicBezTo>
                    <a:pt x="200" y="99"/>
                    <a:pt x="204" y="98"/>
                    <a:pt x="208" y="97"/>
                  </a:cubicBezTo>
                  <a:cubicBezTo>
                    <a:pt x="209" y="97"/>
                    <a:pt x="210" y="97"/>
                    <a:pt x="211" y="97"/>
                  </a:cubicBezTo>
                  <a:cubicBezTo>
                    <a:pt x="214" y="96"/>
                    <a:pt x="216" y="96"/>
                    <a:pt x="219" y="94"/>
                  </a:cubicBezTo>
                  <a:cubicBezTo>
                    <a:pt x="222" y="92"/>
                    <a:pt x="224" y="90"/>
                    <a:pt x="227" y="87"/>
                  </a:cubicBezTo>
                  <a:cubicBezTo>
                    <a:pt x="229" y="85"/>
                    <a:pt x="231" y="85"/>
                    <a:pt x="233" y="85"/>
                  </a:cubicBezTo>
                  <a:cubicBezTo>
                    <a:pt x="234" y="84"/>
                    <a:pt x="236" y="84"/>
                    <a:pt x="237" y="83"/>
                  </a:cubicBezTo>
                  <a:cubicBezTo>
                    <a:pt x="238" y="82"/>
                    <a:pt x="239" y="82"/>
                    <a:pt x="240" y="81"/>
                  </a:cubicBezTo>
                  <a:cubicBezTo>
                    <a:pt x="242" y="80"/>
                    <a:pt x="243" y="78"/>
                    <a:pt x="245" y="78"/>
                  </a:cubicBezTo>
                  <a:cubicBezTo>
                    <a:pt x="246" y="78"/>
                    <a:pt x="246" y="78"/>
                    <a:pt x="247" y="79"/>
                  </a:cubicBezTo>
                  <a:cubicBezTo>
                    <a:pt x="249" y="79"/>
                    <a:pt x="252" y="80"/>
                    <a:pt x="255" y="82"/>
                  </a:cubicBezTo>
                  <a:cubicBezTo>
                    <a:pt x="257" y="82"/>
                    <a:pt x="258" y="83"/>
                    <a:pt x="259" y="83"/>
                  </a:cubicBezTo>
                  <a:cubicBezTo>
                    <a:pt x="261" y="84"/>
                    <a:pt x="263" y="84"/>
                    <a:pt x="264" y="85"/>
                  </a:cubicBezTo>
                  <a:cubicBezTo>
                    <a:pt x="265" y="85"/>
                    <a:pt x="266" y="86"/>
                    <a:pt x="268" y="86"/>
                  </a:cubicBezTo>
                  <a:cubicBezTo>
                    <a:pt x="269" y="87"/>
                    <a:pt x="269" y="87"/>
                    <a:pt x="269" y="87"/>
                  </a:cubicBezTo>
                  <a:cubicBezTo>
                    <a:pt x="270" y="85"/>
                    <a:pt x="270" y="85"/>
                    <a:pt x="270" y="85"/>
                  </a:cubicBezTo>
                  <a:cubicBezTo>
                    <a:pt x="271" y="84"/>
                    <a:pt x="272" y="82"/>
                    <a:pt x="273" y="81"/>
                  </a:cubicBezTo>
                  <a:cubicBezTo>
                    <a:pt x="275" y="77"/>
                    <a:pt x="277" y="74"/>
                    <a:pt x="278" y="71"/>
                  </a:cubicBezTo>
                  <a:cubicBezTo>
                    <a:pt x="279" y="67"/>
                    <a:pt x="280" y="64"/>
                    <a:pt x="280" y="61"/>
                  </a:cubicBezTo>
                  <a:cubicBezTo>
                    <a:pt x="281" y="58"/>
                    <a:pt x="281" y="55"/>
                    <a:pt x="282" y="52"/>
                  </a:cubicBezTo>
                  <a:cubicBezTo>
                    <a:pt x="283" y="50"/>
                    <a:pt x="283" y="50"/>
                    <a:pt x="283" y="50"/>
                  </a:cubicBezTo>
                  <a:cubicBezTo>
                    <a:pt x="286" y="44"/>
                    <a:pt x="288" y="38"/>
                    <a:pt x="289" y="31"/>
                  </a:cubicBezTo>
                  <a:cubicBezTo>
                    <a:pt x="289" y="31"/>
                    <a:pt x="289" y="29"/>
                    <a:pt x="289" y="29"/>
                  </a:cubicBezTo>
                  <a:cubicBezTo>
                    <a:pt x="289" y="27"/>
                    <a:pt x="289" y="27"/>
                    <a:pt x="289" y="27"/>
                  </a:cubicBezTo>
                  <a:lnTo>
                    <a:pt x="288" y="27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DCD8349-40B1-E8F9-4580-84D40A100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2782"/>
              <a:ext cx="905" cy="616"/>
            </a:xfrm>
            <a:custGeom>
              <a:avLst/>
              <a:gdLst>
                <a:gd name="T0" fmla="*/ 360 w 371"/>
                <a:gd name="T1" fmla="*/ 133 h 252"/>
                <a:gd name="T2" fmla="*/ 346 w 371"/>
                <a:gd name="T3" fmla="*/ 125 h 252"/>
                <a:gd name="T4" fmla="*/ 310 w 371"/>
                <a:gd name="T5" fmla="*/ 134 h 252"/>
                <a:gd name="T6" fmla="*/ 288 w 371"/>
                <a:gd name="T7" fmla="*/ 144 h 252"/>
                <a:gd name="T8" fmla="*/ 272 w 371"/>
                <a:gd name="T9" fmla="*/ 125 h 252"/>
                <a:gd name="T10" fmla="*/ 268 w 371"/>
                <a:gd name="T11" fmla="*/ 106 h 252"/>
                <a:gd name="T12" fmla="*/ 269 w 371"/>
                <a:gd name="T13" fmla="*/ 75 h 252"/>
                <a:gd name="T14" fmla="*/ 251 w 371"/>
                <a:gd name="T15" fmla="*/ 65 h 252"/>
                <a:gd name="T16" fmla="*/ 246 w 371"/>
                <a:gd name="T17" fmla="*/ 48 h 252"/>
                <a:gd name="T18" fmla="*/ 244 w 371"/>
                <a:gd name="T19" fmla="*/ 33 h 252"/>
                <a:gd name="T20" fmla="*/ 243 w 371"/>
                <a:gd name="T21" fmla="*/ 18 h 252"/>
                <a:gd name="T22" fmla="*/ 237 w 371"/>
                <a:gd name="T23" fmla="*/ 12 h 252"/>
                <a:gd name="T24" fmla="*/ 231 w 371"/>
                <a:gd name="T25" fmla="*/ 14 h 252"/>
                <a:gd name="T26" fmla="*/ 217 w 371"/>
                <a:gd name="T27" fmla="*/ 14 h 252"/>
                <a:gd name="T28" fmla="*/ 207 w 371"/>
                <a:gd name="T29" fmla="*/ 15 h 252"/>
                <a:gd name="T30" fmla="*/ 196 w 371"/>
                <a:gd name="T31" fmla="*/ 15 h 252"/>
                <a:gd name="T32" fmla="*/ 180 w 371"/>
                <a:gd name="T33" fmla="*/ 21 h 252"/>
                <a:gd name="T34" fmla="*/ 171 w 371"/>
                <a:gd name="T35" fmla="*/ 22 h 252"/>
                <a:gd name="T36" fmla="*/ 164 w 371"/>
                <a:gd name="T37" fmla="*/ 23 h 252"/>
                <a:gd name="T38" fmla="*/ 159 w 371"/>
                <a:gd name="T39" fmla="*/ 9 h 252"/>
                <a:gd name="T40" fmla="*/ 132 w 371"/>
                <a:gd name="T41" fmla="*/ 5 h 252"/>
                <a:gd name="T42" fmla="*/ 119 w 371"/>
                <a:gd name="T43" fmla="*/ 4 h 252"/>
                <a:gd name="T44" fmla="*/ 110 w 371"/>
                <a:gd name="T45" fmla="*/ 0 h 252"/>
                <a:gd name="T46" fmla="*/ 102 w 371"/>
                <a:gd name="T47" fmla="*/ 3 h 252"/>
                <a:gd name="T48" fmla="*/ 100 w 371"/>
                <a:gd name="T49" fmla="*/ 3 h 252"/>
                <a:gd name="T50" fmla="*/ 87 w 371"/>
                <a:gd name="T51" fmla="*/ 10 h 252"/>
                <a:gd name="T52" fmla="*/ 76 w 371"/>
                <a:gd name="T53" fmla="*/ 23 h 252"/>
                <a:gd name="T54" fmla="*/ 54 w 371"/>
                <a:gd name="T55" fmla="*/ 51 h 252"/>
                <a:gd name="T56" fmla="*/ 44 w 371"/>
                <a:gd name="T57" fmla="*/ 76 h 252"/>
                <a:gd name="T58" fmla="*/ 15 w 371"/>
                <a:gd name="T59" fmla="*/ 110 h 252"/>
                <a:gd name="T60" fmla="*/ 3 w 371"/>
                <a:gd name="T61" fmla="*/ 123 h 252"/>
                <a:gd name="T62" fmla="*/ 19 w 371"/>
                <a:gd name="T63" fmla="*/ 123 h 252"/>
                <a:gd name="T64" fmla="*/ 31 w 371"/>
                <a:gd name="T65" fmla="*/ 125 h 252"/>
                <a:gd name="T66" fmla="*/ 51 w 371"/>
                <a:gd name="T67" fmla="*/ 127 h 252"/>
                <a:gd name="T68" fmla="*/ 68 w 371"/>
                <a:gd name="T69" fmla="*/ 129 h 252"/>
                <a:gd name="T70" fmla="*/ 105 w 371"/>
                <a:gd name="T71" fmla="*/ 142 h 252"/>
                <a:gd name="T72" fmla="*/ 124 w 371"/>
                <a:gd name="T73" fmla="*/ 142 h 252"/>
                <a:gd name="T74" fmla="*/ 142 w 371"/>
                <a:gd name="T75" fmla="*/ 175 h 252"/>
                <a:gd name="T76" fmla="*/ 151 w 371"/>
                <a:gd name="T77" fmla="*/ 201 h 252"/>
                <a:gd name="T78" fmla="*/ 151 w 371"/>
                <a:gd name="T79" fmla="*/ 219 h 252"/>
                <a:gd name="T80" fmla="*/ 185 w 371"/>
                <a:gd name="T81" fmla="*/ 226 h 252"/>
                <a:gd name="T82" fmla="*/ 193 w 371"/>
                <a:gd name="T83" fmla="*/ 240 h 252"/>
                <a:gd name="T84" fmla="*/ 204 w 371"/>
                <a:gd name="T85" fmla="*/ 251 h 252"/>
                <a:gd name="T86" fmla="*/ 210 w 371"/>
                <a:gd name="T87" fmla="*/ 239 h 252"/>
                <a:gd name="T88" fmla="*/ 231 w 371"/>
                <a:gd name="T89" fmla="*/ 227 h 252"/>
                <a:gd name="T90" fmla="*/ 250 w 371"/>
                <a:gd name="T91" fmla="*/ 213 h 252"/>
                <a:gd name="T92" fmla="*/ 263 w 371"/>
                <a:gd name="T93" fmla="*/ 210 h 252"/>
                <a:gd name="T94" fmla="*/ 277 w 371"/>
                <a:gd name="T95" fmla="*/ 197 h 252"/>
                <a:gd name="T96" fmla="*/ 286 w 371"/>
                <a:gd name="T97" fmla="*/ 192 h 252"/>
                <a:gd name="T98" fmla="*/ 307 w 371"/>
                <a:gd name="T99" fmla="*/ 191 h 252"/>
                <a:gd name="T100" fmla="*/ 316 w 371"/>
                <a:gd name="T101" fmla="*/ 186 h 252"/>
                <a:gd name="T102" fmla="*/ 328 w 371"/>
                <a:gd name="T103" fmla="*/ 178 h 252"/>
                <a:gd name="T104" fmla="*/ 343 w 371"/>
                <a:gd name="T105" fmla="*/ 173 h 252"/>
                <a:gd name="T106" fmla="*/ 343 w 371"/>
                <a:gd name="T107" fmla="*/ 166 h 252"/>
                <a:gd name="T108" fmla="*/ 368 w 371"/>
                <a:gd name="T109" fmla="*/ 14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71" h="252">
                  <a:moveTo>
                    <a:pt x="370" y="135"/>
                  </a:moveTo>
                  <a:cubicBezTo>
                    <a:pt x="369" y="133"/>
                    <a:pt x="367" y="132"/>
                    <a:pt x="364" y="132"/>
                  </a:cubicBezTo>
                  <a:cubicBezTo>
                    <a:pt x="364" y="132"/>
                    <a:pt x="363" y="132"/>
                    <a:pt x="362" y="133"/>
                  </a:cubicBezTo>
                  <a:cubicBezTo>
                    <a:pt x="361" y="133"/>
                    <a:pt x="361" y="133"/>
                    <a:pt x="360" y="133"/>
                  </a:cubicBezTo>
                  <a:cubicBezTo>
                    <a:pt x="358" y="134"/>
                    <a:pt x="356" y="135"/>
                    <a:pt x="354" y="135"/>
                  </a:cubicBezTo>
                  <a:cubicBezTo>
                    <a:pt x="353" y="135"/>
                    <a:pt x="352" y="135"/>
                    <a:pt x="351" y="134"/>
                  </a:cubicBezTo>
                  <a:cubicBezTo>
                    <a:pt x="349" y="133"/>
                    <a:pt x="347" y="131"/>
                    <a:pt x="346" y="127"/>
                  </a:cubicBezTo>
                  <a:cubicBezTo>
                    <a:pt x="346" y="125"/>
                    <a:pt x="346" y="125"/>
                    <a:pt x="346" y="125"/>
                  </a:cubicBezTo>
                  <a:cubicBezTo>
                    <a:pt x="340" y="127"/>
                    <a:pt x="340" y="127"/>
                    <a:pt x="340" y="127"/>
                  </a:cubicBezTo>
                  <a:cubicBezTo>
                    <a:pt x="334" y="129"/>
                    <a:pt x="329" y="131"/>
                    <a:pt x="323" y="132"/>
                  </a:cubicBezTo>
                  <a:cubicBezTo>
                    <a:pt x="321" y="133"/>
                    <a:pt x="319" y="133"/>
                    <a:pt x="317" y="133"/>
                  </a:cubicBezTo>
                  <a:cubicBezTo>
                    <a:pt x="315" y="133"/>
                    <a:pt x="313" y="133"/>
                    <a:pt x="310" y="134"/>
                  </a:cubicBezTo>
                  <a:cubicBezTo>
                    <a:pt x="308" y="135"/>
                    <a:pt x="307" y="136"/>
                    <a:pt x="305" y="138"/>
                  </a:cubicBezTo>
                  <a:cubicBezTo>
                    <a:pt x="304" y="140"/>
                    <a:pt x="303" y="141"/>
                    <a:pt x="302" y="142"/>
                  </a:cubicBezTo>
                  <a:cubicBezTo>
                    <a:pt x="300" y="143"/>
                    <a:pt x="296" y="144"/>
                    <a:pt x="292" y="144"/>
                  </a:cubicBezTo>
                  <a:cubicBezTo>
                    <a:pt x="291" y="144"/>
                    <a:pt x="289" y="144"/>
                    <a:pt x="288" y="144"/>
                  </a:cubicBezTo>
                  <a:cubicBezTo>
                    <a:pt x="284" y="144"/>
                    <a:pt x="281" y="142"/>
                    <a:pt x="279" y="140"/>
                  </a:cubicBezTo>
                  <a:cubicBezTo>
                    <a:pt x="277" y="138"/>
                    <a:pt x="277" y="136"/>
                    <a:pt x="277" y="133"/>
                  </a:cubicBezTo>
                  <a:cubicBezTo>
                    <a:pt x="277" y="131"/>
                    <a:pt x="277" y="129"/>
                    <a:pt x="276" y="128"/>
                  </a:cubicBezTo>
                  <a:cubicBezTo>
                    <a:pt x="275" y="126"/>
                    <a:pt x="274" y="125"/>
                    <a:pt x="272" y="125"/>
                  </a:cubicBezTo>
                  <a:cubicBezTo>
                    <a:pt x="270" y="124"/>
                    <a:pt x="268" y="123"/>
                    <a:pt x="267" y="121"/>
                  </a:cubicBezTo>
                  <a:cubicBezTo>
                    <a:pt x="266" y="119"/>
                    <a:pt x="267" y="116"/>
                    <a:pt x="267" y="113"/>
                  </a:cubicBezTo>
                  <a:cubicBezTo>
                    <a:pt x="268" y="111"/>
                    <a:pt x="268" y="110"/>
                    <a:pt x="268" y="108"/>
                  </a:cubicBezTo>
                  <a:cubicBezTo>
                    <a:pt x="268" y="108"/>
                    <a:pt x="268" y="107"/>
                    <a:pt x="268" y="106"/>
                  </a:cubicBezTo>
                  <a:cubicBezTo>
                    <a:pt x="268" y="99"/>
                    <a:pt x="269" y="90"/>
                    <a:pt x="272" y="86"/>
                  </a:cubicBezTo>
                  <a:cubicBezTo>
                    <a:pt x="273" y="85"/>
                    <a:pt x="273" y="85"/>
                    <a:pt x="274" y="84"/>
                  </a:cubicBezTo>
                  <a:cubicBezTo>
                    <a:pt x="276" y="82"/>
                    <a:pt x="276" y="81"/>
                    <a:pt x="275" y="78"/>
                  </a:cubicBezTo>
                  <a:cubicBezTo>
                    <a:pt x="273" y="76"/>
                    <a:pt x="272" y="75"/>
                    <a:pt x="269" y="75"/>
                  </a:cubicBezTo>
                  <a:cubicBezTo>
                    <a:pt x="268" y="75"/>
                    <a:pt x="266" y="75"/>
                    <a:pt x="265" y="75"/>
                  </a:cubicBezTo>
                  <a:cubicBezTo>
                    <a:pt x="263" y="75"/>
                    <a:pt x="262" y="76"/>
                    <a:pt x="261" y="76"/>
                  </a:cubicBezTo>
                  <a:cubicBezTo>
                    <a:pt x="259" y="76"/>
                    <a:pt x="258" y="75"/>
                    <a:pt x="257" y="75"/>
                  </a:cubicBezTo>
                  <a:cubicBezTo>
                    <a:pt x="255" y="74"/>
                    <a:pt x="253" y="70"/>
                    <a:pt x="251" y="65"/>
                  </a:cubicBezTo>
                  <a:cubicBezTo>
                    <a:pt x="251" y="65"/>
                    <a:pt x="251" y="65"/>
                    <a:pt x="251" y="65"/>
                  </a:cubicBezTo>
                  <a:cubicBezTo>
                    <a:pt x="251" y="64"/>
                    <a:pt x="250" y="63"/>
                    <a:pt x="250" y="62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47" y="57"/>
                    <a:pt x="244" y="52"/>
                    <a:pt x="246" y="48"/>
                  </a:cubicBezTo>
                  <a:cubicBezTo>
                    <a:pt x="247" y="47"/>
                    <a:pt x="248" y="46"/>
                    <a:pt x="249" y="46"/>
                  </a:cubicBezTo>
                  <a:cubicBezTo>
                    <a:pt x="250" y="44"/>
                    <a:pt x="251" y="44"/>
                    <a:pt x="251" y="41"/>
                  </a:cubicBezTo>
                  <a:cubicBezTo>
                    <a:pt x="250" y="39"/>
                    <a:pt x="249" y="38"/>
                    <a:pt x="247" y="36"/>
                  </a:cubicBezTo>
                  <a:cubicBezTo>
                    <a:pt x="246" y="35"/>
                    <a:pt x="245" y="34"/>
                    <a:pt x="244" y="33"/>
                  </a:cubicBezTo>
                  <a:cubicBezTo>
                    <a:pt x="243" y="31"/>
                    <a:pt x="244" y="29"/>
                    <a:pt x="244" y="26"/>
                  </a:cubicBezTo>
                  <a:cubicBezTo>
                    <a:pt x="245" y="25"/>
                    <a:pt x="245" y="23"/>
                    <a:pt x="245" y="21"/>
                  </a:cubicBezTo>
                  <a:cubicBezTo>
                    <a:pt x="244" y="20"/>
                    <a:pt x="244" y="19"/>
                    <a:pt x="244" y="19"/>
                  </a:cubicBezTo>
                  <a:cubicBezTo>
                    <a:pt x="243" y="18"/>
                    <a:pt x="243" y="18"/>
                    <a:pt x="243" y="18"/>
                  </a:cubicBezTo>
                  <a:cubicBezTo>
                    <a:pt x="242" y="18"/>
                    <a:pt x="242" y="18"/>
                    <a:pt x="242" y="18"/>
                  </a:cubicBezTo>
                  <a:cubicBezTo>
                    <a:pt x="242" y="18"/>
                    <a:pt x="241" y="18"/>
                    <a:pt x="240" y="17"/>
                  </a:cubicBezTo>
                  <a:cubicBezTo>
                    <a:pt x="239" y="16"/>
                    <a:pt x="239" y="15"/>
                    <a:pt x="239" y="14"/>
                  </a:cubicBezTo>
                  <a:cubicBezTo>
                    <a:pt x="238" y="13"/>
                    <a:pt x="238" y="12"/>
                    <a:pt x="237" y="12"/>
                  </a:cubicBezTo>
                  <a:cubicBezTo>
                    <a:pt x="236" y="12"/>
                    <a:pt x="236" y="12"/>
                    <a:pt x="236" y="12"/>
                  </a:cubicBezTo>
                  <a:cubicBezTo>
                    <a:pt x="236" y="12"/>
                    <a:pt x="236" y="12"/>
                    <a:pt x="236" y="12"/>
                  </a:cubicBezTo>
                  <a:cubicBezTo>
                    <a:pt x="235" y="12"/>
                    <a:pt x="234" y="12"/>
                    <a:pt x="233" y="13"/>
                  </a:cubicBezTo>
                  <a:cubicBezTo>
                    <a:pt x="233" y="13"/>
                    <a:pt x="232" y="14"/>
                    <a:pt x="231" y="14"/>
                  </a:cubicBezTo>
                  <a:cubicBezTo>
                    <a:pt x="230" y="14"/>
                    <a:pt x="229" y="14"/>
                    <a:pt x="228" y="14"/>
                  </a:cubicBezTo>
                  <a:cubicBezTo>
                    <a:pt x="227" y="14"/>
                    <a:pt x="226" y="14"/>
                    <a:pt x="225" y="14"/>
                  </a:cubicBezTo>
                  <a:cubicBezTo>
                    <a:pt x="224" y="14"/>
                    <a:pt x="223" y="14"/>
                    <a:pt x="222" y="14"/>
                  </a:cubicBezTo>
                  <a:cubicBezTo>
                    <a:pt x="220" y="14"/>
                    <a:pt x="219" y="14"/>
                    <a:pt x="217" y="14"/>
                  </a:cubicBezTo>
                  <a:cubicBezTo>
                    <a:pt x="217" y="15"/>
                    <a:pt x="217" y="15"/>
                    <a:pt x="216" y="15"/>
                  </a:cubicBezTo>
                  <a:cubicBezTo>
                    <a:pt x="214" y="16"/>
                    <a:pt x="212" y="17"/>
                    <a:pt x="210" y="17"/>
                  </a:cubicBezTo>
                  <a:cubicBezTo>
                    <a:pt x="210" y="17"/>
                    <a:pt x="209" y="17"/>
                    <a:pt x="209" y="17"/>
                  </a:cubicBezTo>
                  <a:cubicBezTo>
                    <a:pt x="208" y="16"/>
                    <a:pt x="207" y="16"/>
                    <a:pt x="207" y="15"/>
                  </a:cubicBezTo>
                  <a:cubicBezTo>
                    <a:pt x="206" y="14"/>
                    <a:pt x="206" y="14"/>
                    <a:pt x="206" y="14"/>
                  </a:cubicBezTo>
                  <a:cubicBezTo>
                    <a:pt x="205" y="14"/>
                    <a:pt x="205" y="14"/>
                    <a:pt x="205" y="14"/>
                  </a:cubicBezTo>
                  <a:cubicBezTo>
                    <a:pt x="203" y="14"/>
                    <a:pt x="201" y="14"/>
                    <a:pt x="199" y="15"/>
                  </a:cubicBezTo>
                  <a:cubicBezTo>
                    <a:pt x="198" y="15"/>
                    <a:pt x="197" y="15"/>
                    <a:pt x="196" y="15"/>
                  </a:cubicBezTo>
                  <a:cubicBezTo>
                    <a:pt x="194" y="15"/>
                    <a:pt x="192" y="16"/>
                    <a:pt x="191" y="16"/>
                  </a:cubicBezTo>
                  <a:cubicBezTo>
                    <a:pt x="189" y="17"/>
                    <a:pt x="188" y="17"/>
                    <a:pt x="187" y="1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182" y="18"/>
                    <a:pt x="182" y="18"/>
                    <a:pt x="180" y="21"/>
                  </a:cubicBezTo>
                  <a:cubicBezTo>
                    <a:pt x="179" y="21"/>
                    <a:pt x="179" y="21"/>
                    <a:pt x="179" y="21"/>
                  </a:cubicBezTo>
                  <a:cubicBezTo>
                    <a:pt x="177" y="23"/>
                    <a:pt x="176" y="25"/>
                    <a:pt x="173" y="25"/>
                  </a:cubicBezTo>
                  <a:cubicBezTo>
                    <a:pt x="173" y="25"/>
                    <a:pt x="172" y="25"/>
                    <a:pt x="172" y="25"/>
                  </a:cubicBezTo>
                  <a:cubicBezTo>
                    <a:pt x="171" y="24"/>
                    <a:pt x="171" y="23"/>
                    <a:pt x="171" y="22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8" y="21"/>
                    <a:pt x="168" y="21"/>
                    <a:pt x="168" y="21"/>
                  </a:cubicBezTo>
                  <a:cubicBezTo>
                    <a:pt x="167" y="21"/>
                    <a:pt x="167" y="21"/>
                    <a:pt x="166" y="22"/>
                  </a:cubicBezTo>
                  <a:cubicBezTo>
                    <a:pt x="166" y="22"/>
                    <a:pt x="165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3" y="23"/>
                    <a:pt x="162" y="22"/>
                    <a:pt x="162" y="21"/>
                  </a:cubicBezTo>
                  <a:cubicBezTo>
                    <a:pt x="160" y="19"/>
                    <a:pt x="160" y="17"/>
                    <a:pt x="160" y="14"/>
                  </a:cubicBezTo>
                  <a:cubicBezTo>
                    <a:pt x="160" y="12"/>
                    <a:pt x="160" y="11"/>
                    <a:pt x="159" y="9"/>
                  </a:cubicBezTo>
                  <a:cubicBezTo>
                    <a:pt x="158" y="7"/>
                    <a:pt x="155" y="6"/>
                    <a:pt x="147" y="6"/>
                  </a:cubicBezTo>
                  <a:cubicBezTo>
                    <a:pt x="145" y="6"/>
                    <a:pt x="143" y="6"/>
                    <a:pt x="142" y="6"/>
                  </a:cubicBezTo>
                  <a:cubicBezTo>
                    <a:pt x="141" y="6"/>
                    <a:pt x="139" y="6"/>
                    <a:pt x="139" y="6"/>
                  </a:cubicBezTo>
                  <a:cubicBezTo>
                    <a:pt x="136" y="6"/>
                    <a:pt x="134" y="5"/>
                    <a:pt x="132" y="5"/>
                  </a:cubicBezTo>
                  <a:cubicBezTo>
                    <a:pt x="131" y="4"/>
                    <a:pt x="130" y="4"/>
                    <a:pt x="129" y="4"/>
                  </a:cubicBezTo>
                  <a:cubicBezTo>
                    <a:pt x="128" y="3"/>
                    <a:pt x="127" y="3"/>
                    <a:pt x="125" y="3"/>
                  </a:cubicBezTo>
                  <a:cubicBezTo>
                    <a:pt x="124" y="3"/>
                    <a:pt x="123" y="3"/>
                    <a:pt x="122" y="3"/>
                  </a:cubicBezTo>
                  <a:cubicBezTo>
                    <a:pt x="121" y="3"/>
                    <a:pt x="120" y="4"/>
                    <a:pt x="119" y="4"/>
                  </a:cubicBezTo>
                  <a:cubicBezTo>
                    <a:pt x="118" y="4"/>
                    <a:pt x="118" y="4"/>
                    <a:pt x="118" y="4"/>
                  </a:cubicBezTo>
                  <a:cubicBezTo>
                    <a:pt x="116" y="3"/>
                    <a:pt x="115" y="3"/>
                    <a:pt x="114" y="2"/>
                  </a:cubicBezTo>
                  <a:cubicBezTo>
                    <a:pt x="113" y="1"/>
                    <a:pt x="112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7" y="0"/>
                    <a:pt x="103" y="3"/>
                    <a:pt x="102" y="3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2" y="4"/>
                    <a:pt x="101" y="4"/>
                    <a:pt x="101" y="4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98" y="3"/>
                    <a:pt x="89" y="5"/>
                    <a:pt x="87" y="8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1"/>
                    <a:pt x="87" y="12"/>
                    <a:pt x="88" y="13"/>
                  </a:cubicBezTo>
                  <a:cubicBezTo>
                    <a:pt x="89" y="14"/>
                    <a:pt x="90" y="16"/>
                    <a:pt x="89" y="17"/>
                  </a:cubicBezTo>
                  <a:cubicBezTo>
                    <a:pt x="88" y="19"/>
                    <a:pt x="84" y="21"/>
                    <a:pt x="79" y="22"/>
                  </a:cubicBezTo>
                  <a:cubicBezTo>
                    <a:pt x="78" y="22"/>
                    <a:pt x="77" y="23"/>
                    <a:pt x="76" y="23"/>
                  </a:cubicBezTo>
                  <a:cubicBezTo>
                    <a:pt x="71" y="25"/>
                    <a:pt x="67" y="27"/>
                    <a:pt x="64" y="31"/>
                  </a:cubicBezTo>
                  <a:cubicBezTo>
                    <a:pt x="62" y="34"/>
                    <a:pt x="61" y="37"/>
                    <a:pt x="60" y="40"/>
                  </a:cubicBezTo>
                  <a:cubicBezTo>
                    <a:pt x="59" y="42"/>
                    <a:pt x="59" y="43"/>
                    <a:pt x="58" y="45"/>
                  </a:cubicBezTo>
                  <a:cubicBezTo>
                    <a:pt x="58" y="47"/>
                    <a:pt x="56" y="49"/>
                    <a:pt x="54" y="51"/>
                  </a:cubicBezTo>
                  <a:cubicBezTo>
                    <a:pt x="53" y="53"/>
                    <a:pt x="52" y="54"/>
                    <a:pt x="51" y="56"/>
                  </a:cubicBezTo>
                  <a:cubicBezTo>
                    <a:pt x="50" y="58"/>
                    <a:pt x="50" y="61"/>
                    <a:pt x="50" y="63"/>
                  </a:cubicBezTo>
                  <a:cubicBezTo>
                    <a:pt x="49" y="65"/>
                    <a:pt x="49" y="68"/>
                    <a:pt x="47" y="70"/>
                  </a:cubicBezTo>
                  <a:cubicBezTo>
                    <a:pt x="46" y="72"/>
                    <a:pt x="45" y="74"/>
                    <a:pt x="44" y="76"/>
                  </a:cubicBezTo>
                  <a:cubicBezTo>
                    <a:pt x="43" y="78"/>
                    <a:pt x="41" y="80"/>
                    <a:pt x="40" y="82"/>
                  </a:cubicBezTo>
                  <a:cubicBezTo>
                    <a:pt x="37" y="85"/>
                    <a:pt x="35" y="89"/>
                    <a:pt x="33" y="92"/>
                  </a:cubicBezTo>
                  <a:cubicBezTo>
                    <a:pt x="30" y="98"/>
                    <a:pt x="26" y="104"/>
                    <a:pt x="21" y="107"/>
                  </a:cubicBezTo>
                  <a:cubicBezTo>
                    <a:pt x="20" y="108"/>
                    <a:pt x="17" y="109"/>
                    <a:pt x="15" y="110"/>
                  </a:cubicBezTo>
                  <a:cubicBezTo>
                    <a:pt x="13" y="111"/>
                    <a:pt x="11" y="112"/>
                    <a:pt x="9" y="114"/>
                  </a:cubicBezTo>
                  <a:cubicBezTo>
                    <a:pt x="6" y="115"/>
                    <a:pt x="4" y="117"/>
                    <a:pt x="2" y="12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4" y="124"/>
                    <a:pt x="7" y="125"/>
                    <a:pt x="9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2" y="125"/>
                    <a:pt x="13" y="124"/>
                    <a:pt x="14" y="124"/>
                  </a:cubicBezTo>
                  <a:cubicBezTo>
                    <a:pt x="16" y="124"/>
                    <a:pt x="17" y="123"/>
                    <a:pt x="19" y="123"/>
                  </a:cubicBezTo>
                  <a:cubicBezTo>
                    <a:pt x="20" y="123"/>
                    <a:pt x="21" y="124"/>
                    <a:pt x="22" y="124"/>
                  </a:cubicBezTo>
                  <a:cubicBezTo>
                    <a:pt x="23" y="124"/>
                    <a:pt x="24" y="124"/>
                    <a:pt x="25" y="125"/>
                  </a:cubicBezTo>
                  <a:cubicBezTo>
                    <a:pt x="26" y="125"/>
                    <a:pt x="27" y="126"/>
                    <a:pt x="28" y="126"/>
                  </a:cubicBezTo>
                  <a:cubicBezTo>
                    <a:pt x="29" y="126"/>
                    <a:pt x="30" y="125"/>
                    <a:pt x="31" y="125"/>
                  </a:cubicBezTo>
                  <a:cubicBezTo>
                    <a:pt x="31" y="124"/>
                    <a:pt x="32" y="124"/>
                    <a:pt x="33" y="124"/>
                  </a:cubicBezTo>
                  <a:cubicBezTo>
                    <a:pt x="34" y="123"/>
                    <a:pt x="36" y="123"/>
                    <a:pt x="38" y="123"/>
                  </a:cubicBezTo>
                  <a:cubicBezTo>
                    <a:pt x="40" y="123"/>
                    <a:pt x="43" y="124"/>
                    <a:pt x="44" y="124"/>
                  </a:cubicBezTo>
                  <a:cubicBezTo>
                    <a:pt x="47" y="125"/>
                    <a:pt x="49" y="126"/>
                    <a:pt x="51" y="127"/>
                  </a:cubicBezTo>
                  <a:cubicBezTo>
                    <a:pt x="53" y="128"/>
                    <a:pt x="56" y="129"/>
                    <a:pt x="58" y="129"/>
                  </a:cubicBezTo>
                  <a:cubicBezTo>
                    <a:pt x="59" y="130"/>
                    <a:pt x="60" y="130"/>
                    <a:pt x="61" y="130"/>
                  </a:cubicBezTo>
                  <a:cubicBezTo>
                    <a:pt x="62" y="130"/>
                    <a:pt x="63" y="130"/>
                    <a:pt x="64" y="129"/>
                  </a:cubicBezTo>
                  <a:cubicBezTo>
                    <a:pt x="66" y="129"/>
                    <a:pt x="67" y="129"/>
                    <a:pt x="68" y="129"/>
                  </a:cubicBezTo>
                  <a:cubicBezTo>
                    <a:pt x="70" y="129"/>
                    <a:pt x="72" y="130"/>
                    <a:pt x="73" y="130"/>
                  </a:cubicBezTo>
                  <a:cubicBezTo>
                    <a:pt x="76" y="132"/>
                    <a:pt x="76" y="132"/>
                    <a:pt x="76" y="132"/>
                  </a:cubicBezTo>
                  <a:cubicBezTo>
                    <a:pt x="80" y="134"/>
                    <a:pt x="84" y="137"/>
                    <a:pt x="88" y="138"/>
                  </a:cubicBezTo>
                  <a:cubicBezTo>
                    <a:pt x="93" y="140"/>
                    <a:pt x="100" y="142"/>
                    <a:pt x="105" y="142"/>
                  </a:cubicBezTo>
                  <a:cubicBezTo>
                    <a:pt x="106" y="142"/>
                    <a:pt x="107" y="142"/>
                    <a:pt x="108" y="142"/>
                  </a:cubicBezTo>
                  <a:cubicBezTo>
                    <a:pt x="110" y="142"/>
                    <a:pt x="112" y="142"/>
                    <a:pt x="114" y="142"/>
                  </a:cubicBezTo>
                  <a:cubicBezTo>
                    <a:pt x="115" y="142"/>
                    <a:pt x="117" y="142"/>
                    <a:pt x="119" y="142"/>
                  </a:cubicBezTo>
                  <a:cubicBezTo>
                    <a:pt x="121" y="142"/>
                    <a:pt x="123" y="142"/>
                    <a:pt x="124" y="142"/>
                  </a:cubicBezTo>
                  <a:cubicBezTo>
                    <a:pt x="127" y="143"/>
                    <a:pt x="131" y="147"/>
                    <a:pt x="134" y="149"/>
                  </a:cubicBezTo>
                  <a:cubicBezTo>
                    <a:pt x="135" y="150"/>
                    <a:pt x="135" y="150"/>
                    <a:pt x="135" y="150"/>
                  </a:cubicBezTo>
                  <a:cubicBezTo>
                    <a:pt x="139" y="154"/>
                    <a:pt x="140" y="161"/>
                    <a:pt x="140" y="167"/>
                  </a:cubicBezTo>
                  <a:cubicBezTo>
                    <a:pt x="140" y="170"/>
                    <a:pt x="141" y="172"/>
                    <a:pt x="142" y="175"/>
                  </a:cubicBezTo>
                  <a:cubicBezTo>
                    <a:pt x="142" y="178"/>
                    <a:pt x="142" y="179"/>
                    <a:pt x="141" y="181"/>
                  </a:cubicBezTo>
                  <a:cubicBezTo>
                    <a:pt x="141" y="182"/>
                    <a:pt x="140" y="183"/>
                    <a:pt x="140" y="184"/>
                  </a:cubicBezTo>
                  <a:cubicBezTo>
                    <a:pt x="140" y="188"/>
                    <a:pt x="147" y="197"/>
                    <a:pt x="150" y="200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2" y="202"/>
                    <a:pt x="154" y="204"/>
                    <a:pt x="155" y="206"/>
                  </a:cubicBezTo>
                  <a:cubicBezTo>
                    <a:pt x="155" y="209"/>
                    <a:pt x="154" y="210"/>
                    <a:pt x="153" y="211"/>
                  </a:cubicBezTo>
                  <a:cubicBezTo>
                    <a:pt x="152" y="212"/>
                    <a:pt x="152" y="212"/>
                    <a:pt x="151" y="213"/>
                  </a:cubicBezTo>
                  <a:cubicBezTo>
                    <a:pt x="150" y="215"/>
                    <a:pt x="150" y="217"/>
                    <a:pt x="151" y="219"/>
                  </a:cubicBezTo>
                  <a:cubicBezTo>
                    <a:pt x="152" y="221"/>
                    <a:pt x="155" y="223"/>
                    <a:pt x="166" y="223"/>
                  </a:cubicBezTo>
                  <a:cubicBezTo>
                    <a:pt x="168" y="223"/>
                    <a:pt x="170" y="223"/>
                    <a:pt x="173" y="223"/>
                  </a:cubicBezTo>
                  <a:cubicBezTo>
                    <a:pt x="174" y="223"/>
                    <a:pt x="175" y="223"/>
                    <a:pt x="176" y="223"/>
                  </a:cubicBezTo>
                  <a:cubicBezTo>
                    <a:pt x="179" y="223"/>
                    <a:pt x="181" y="223"/>
                    <a:pt x="185" y="226"/>
                  </a:cubicBezTo>
                  <a:cubicBezTo>
                    <a:pt x="185" y="227"/>
                    <a:pt x="185" y="229"/>
                    <a:pt x="184" y="231"/>
                  </a:cubicBezTo>
                  <a:cubicBezTo>
                    <a:pt x="183" y="233"/>
                    <a:pt x="182" y="235"/>
                    <a:pt x="183" y="237"/>
                  </a:cubicBezTo>
                  <a:cubicBezTo>
                    <a:pt x="184" y="239"/>
                    <a:pt x="187" y="239"/>
                    <a:pt x="189" y="239"/>
                  </a:cubicBezTo>
                  <a:cubicBezTo>
                    <a:pt x="191" y="239"/>
                    <a:pt x="192" y="239"/>
                    <a:pt x="193" y="240"/>
                  </a:cubicBezTo>
                  <a:cubicBezTo>
                    <a:pt x="195" y="241"/>
                    <a:pt x="196" y="243"/>
                    <a:pt x="197" y="244"/>
                  </a:cubicBezTo>
                  <a:cubicBezTo>
                    <a:pt x="198" y="246"/>
                    <a:pt x="199" y="247"/>
                    <a:pt x="200" y="248"/>
                  </a:cubicBezTo>
                  <a:cubicBezTo>
                    <a:pt x="201" y="249"/>
                    <a:pt x="201" y="249"/>
                    <a:pt x="202" y="250"/>
                  </a:cubicBezTo>
                  <a:cubicBezTo>
                    <a:pt x="203" y="250"/>
                    <a:pt x="203" y="250"/>
                    <a:pt x="204" y="251"/>
                  </a:cubicBezTo>
                  <a:cubicBezTo>
                    <a:pt x="206" y="252"/>
                    <a:pt x="206" y="252"/>
                    <a:pt x="206" y="252"/>
                  </a:cubicBezTo>
                  <a:cubicBezTo>
                    <a:pt x="207" y="250"/>
                    <a:pt x="207" y="250"/>
                    <a:pt x="207" y="250"/>
                  </a:cubicBezTo>
                  <a:cubicBezTo>
                    <a:pt x="207" y="249"/>
                    <a:pt x="207" y="247"/>
                    <a:pt x="208" y="246"/>
                  </a:cubicBezTo>
                  <a:cubicBezTo>
                    <a:pt x="208" y="244"/>
                    <a:pt x="209" y="241"/>
                    <a:pt x="210" y="239"/>
                  </a:cubicBezTo>
                  <a:cubicBezTo>
                    <a:pt x="211" y="238"/>
                    <a:pt x="211" y="238"/>
                    <a:pt x="211" y="238"/>
                  </a:cubicBezTo>
                  <a:cubicBezTo>
                    <a:pt x="213" y="236"/>
                    <a:pt x="215" y="234"/>
                    <a:pt x="217" y="233"/>
                  </a:cubicBezTo>
                  <a:cubicBezTo>
                    <a:pt x="220" y="231"/>
                    <a:pt x="223" y="230"/>
                    <a:pt x="226" y="229"/>
                  </a:cubicBezTo>
                  <a:cubicBezTo>
                    <a:pt x="227" y="228"/>
                    <a:pt x="229" y="227"/>
                    <a:pt x="231" y="227"/>
                  </a:cubicBezTo>
                  <a:cubicBezTo>
                    <a:pt x="233" y="226"/>
                    <a:pt x="235" y="224"/>
                    <a:pt x="237" y="223"/>
                  </a:cubicBezTo>
                  <a:cubicBezTo>
                    <a:pt x="238" y="223"/>
                    <a:pt x="239" y="222"/>
                    <a:pt x="240" y="221"/>
                  </a:cubicBezTo>
                  <a:cubicBezTo>
                    <a:pt x="241" y="220"/>
                    <a:pt x="242" y="220"/>
                    <a:pt x="243" y="219"/>
                  </a:cubicBezTo>
                  <a:cubicBezTo>
                    <a:pt x="246" y="217"/>
                    <a:pt x="248" y="216"/>
                    <a:pt x="250" y="213"/>
                  </a:cubicBezTo>
                  <a:cubicBezTo>
                    <a:pt x="252" y="212"/>
                    <a:pt x="252" y="212"/>
                    <a:pt x="255" y="212"/>
                  </a:cubicBezTo>
                  <a:cubicBezTo>
                    <a:pt x="256" y="212"/>
                    <a:pt x="258" y="211"/>
                    <a:pt x="259" y="211"/>
                  </a:cubicBezTo>
                  <a:cubicBezTo>
                    <a:pt x="260" y="211"/>
                    <a:pt x="261" y="211"/>
                    <a:pt x="261" y="210"/>
                  </a:cubicBezTo>
                  <a:cubicBezTo>
                    <a:pt x="262" y="210"/>
                    <a:pt x="263" y="210"/>
                    <a:pt x="263" y="210"/>
                  </a:cubicBezTo>
                  <a:cubicBezTo>
                    <a:pt x="265" y="210"/>
                    <a:pt x="266" y="210"/>
                    <a:pt x="268" y="209"/>
                  </a:cubicBezTo>
                  <a:cubicBezTo>
                    <a:pt x="271" y="207"/>
                    <a:pt x="273" y="204"/>
                    <a:pt x="275" y="201"/>
                  </a:cubicBezTo>
                  <a:cubicBezTo>
                    <a:pt x="275" y="200"/>
                    <a:pt x="275" y="200"/>
                    <a:pt x="276" y="199"/>
                  </a:cubicBezTo>
                  <a:cubicBezTo>
                    <a:pt x="276" y="198"/>
                    <a:pt x="276" y="197"/>
                    <a:pt x="277" y="197"/>
                  </a:cubicBezTo>
                  <a:cubicBezTo>
                    <a:pt x="277" y="196"/>
                    <a:pt x="278" y="196"/>
                    <a:pt x="279" y="196"/>
                  </a:cubicBezTo>
                  <a:cubicBezTo>
                    <a:pt x="279" y="195"/>
                    <a:pt x="280" y="195"/>
                    <a:pt x="280" y="195"/>
                  </a:cubicBezTo>
                  <a:cubicBezTo>
                    <a:pt x="281" y="195"/>
                    <a:pt x="282" y="194"/>
                    <a:pt x="283" y="193"/>
                  </a:cubicBezTo>
                  <a:cubicBezTo>
                    <a:pt x="284" y="192"/>
                    <a:pt x="285" y="192"/>
                    <a:pt x="286" y="192"/>
                  </a:cubicBezTo>
                  <a:cubicBezTo>
                    <a:pt x="288" y="192"/>
                    <a:pt x="289" y="191"/>
                    <a:pt x="291" y="190"/>
                  </a:cubicBezTo>
                  <a:cubicBezTo>
                    <a:pt x="292" y="190"/>
                    <a:pt x="294" y="189"/>
                    <a:pt x="295" y="189"/>
                  </a:cubicBezTo>
                  <a:cubicBezTo>
                    <a:pt x="296" y="189"/>
                    <a:pt x="296" y="189"/>
                    <a:pt x="296" y="189"/>
                  </a:cubicBezTo>
                  <a:cubicBezTo>
                    <a:pt x="307" y="191"/>
                    <a:pt x="307" y="191"/>
                    <a:pt x="307" y="191"/>
                  </a:cubicBezTo>
                  <a:cubicBezTo>
                    <a:pt x="307" y="191"/>
                    <a:pt x="308" y="191"/>
                    <a:pt x="308" y="191"/>
                  </a:cubicBezTo>
                  <a:cubicBezTo>
                    <a:pt x="309" y="191"/>
                    <a:pt x="311" y="192"/>
                    <a:pt x="312" y="192"/>
                  </a:cubicBezTo>
                  <a:cubicBezTo>
                    <a:pt x="313" y="192"/>
                    <a:pt x="314" y="191"/>
                    <a:pt x="315" y="190"/>
                  </a:cubicBezTo>
                  <a:cubicBezTo>
                    <a:pt x="316" y="189"/>
                    <a:pt x="316" y="187"/>
                    <a:pt x="316" y="186"/>
                  </a:cubicBezTo>
                  <a:cubicBezTo>
                    <a:pt x="316" y="186"/>
                    <a:pt x="316" y="186"/>
                    <a:pt x="316" y="186"/>
                  </a:cubicBezTo>
                  <a:cubicBezTo>
                    <a:pt x="316" y="186"/>
                    <a:pt x="316" y="186"/>
                    <a:pt x="316" y="185"/>
                  </a:cubicBezTo>
                  <a:cubicBezTo>
                    <a:pt x="318" y="184"/>
                    <a:pt x="319" y="183"/>
                    <a:pt x="321" y="182"/>
                  </a:cubicBezTo>
                  <a:cubicBezTo>
                    <a:pt x="324" y="181"/>
                    <a:pt x="326" y="179"/>
                    <a:pt x="328" y="178"/>
                  </a:cubicBezTo>
                  <a:cubicBezTo>
                    <a:pt x="330" y="176"/>
                    <a:pt x="332" y="175"/>
                    <a:pt x="334" y="174"/>
                  </a:cubicBezTo>
                  <a:cubicBezTo>
                    <a:pt x="335" y="173"/>
                    <a:pt x="337" y="173"/>
                    <a:pt x="339" y="173"/>
                  </a:cubicBezTo>
                  <a:cubicBezTo>
                    <a:pt x="339" y="173"/>
                    <a:pt x="339" y="173"/>
                    <a:pt x="339" y="173"/>
                  </a:cubicBezTo>
                  <a:cubicBezTo>
                    <a:pt x="341" y="173"/>
                    <a:pt x="342" y="173"/>
                    <a:pt x="343" y="173"/>
                  </a:cubicBezTo>
                  <a:cubicBezTo>
                    <a:pt x="347" y="173"/>
                    <a:pt x="347" y="173"/>
                    <a:pt x="347" y="173"/>
                  </a:cubicBezTo>
                  <a:cubicBezTo>
                    <a:pt x="346" y="170"/>
                    <a:pt x="346" y="170"/>
                    <a:pt x="346" y="170"/>
                  </a:cubicBezTo>
                  <a:cubicBezTo>
                    <a:pt x="346" y="170"/>
                    <a:pt x="345" y="169"/>
                    <a:pt x="345" y="168"/>
                  </a:cubicBezTo>
                  <a:cubicBezTo>
                    <a:pt x="345" y="168"/>
                    <a:pt x="344" y="167"/>
                    <a:pt x="343" y="166"/>
                  </a:cubicBezTo>
                  <a:cubicBezTo>
                    <a:pt x="342" y="164"/>
                    <a:pt x="341" y="162"/>
                    <a:pt x="340" y="160"/>
                  </a:cubicBezTo>
                  <a:cubicBezTo>
                    <a:pt x="340" y="155"/>
                    <a:pt x="346" y="150"/>
                    <a:pt x="351" y="148"/>
                  </a:cubicBezTo>
                  <a:cubicBezTo>
                    <a:pt x="353" y="147"/>
                    <a:pt x="355" y="146"/>
                    <a:pt x="357" y="146"/>
                  </a:cubicBezTo>
                  <a:cubicBezTo>
                    <a:pt x="361" y="145"/>
                    <a:pt x="365" y="144"/>
                    <a:pt x="368" y="142"/>
                  </a:cubicBezTo>
                  <a:cubicBezTo>
                    <a:pt x="371" y="139"/>
                    <a:pt x="370" y="136"/>
                    <a:pt x="370" y="135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217CBC3-A76B-FD5A-8FCF-691D218CE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1433"/>
              <a:ext cx="823" cy="432"/>
            </a:xfrm>
            <a:custGeom>
              <a:avLst/>
              <a:gdLst>
                <a:gd name="T0" fmla="*/ 172 w 337"/>
                <a:gd name="T1" fmla="*/ 42 h 177"/>
                <a:gd name="T2" fmla="*/ 172 w 337"/>
                <a:gd name="T3" fmla="*/ 41 h 177"/>
                <a:gd name="T4" fmla="*/ 12 w 337"/>
                <a:gd name="T5" fmla="*/ 2 h 177"/>
                <a:gd name="T6" fmla="*/ 10 w 337"/>
                <a:gd name="T7" fmla="*/ 6 h 177"/>
                <a:gd name="T8" fmla="*/ 10 w 337"/>
                <a:gd name="T9" fmla="*/ 11 h 177"/>
                <a:gd name="T10" fmla="*/ 0 w 337"/>
                <a:gd name="T11" fmla="*/ 21 h 177"/>
                <a:gd name="T12" fmla="*/ 6 w 337"/>
                <a:gd name="T13" fmla="*/ 29 h 177"/>
                <a:gd name="T14" fmla="*/ 12 w 337"/>
                <a:gd name="T15" fmla="*/ 37 h 177"/>
                <a:gd name="T16" fmla="*/ 16 w 337"/>
                <a:gd name="T17" fmla="*/ 45 h 177"/>
                <a:gd name="T18" fmla="*/ 18 w 337"/>
                <a:gd name="T19" fmla="*/ 47 h 177"/>
                <a:gd name="T20" fmla="*/ 21 w 337"/>
                <a:gd name="T21" fmla="*/ 55 h 177"/>
                <a:gd name="T22" fmla="*/ 27 w 337"/>
                <a:gd name="T23" fmla="*/ 61 h 177"/>
                <a:gd name="T24" fmla="*/ 30 w 337"/>
                <a:gd name="T25" fmla="*/ 67 h 177"/>
                <a:gd name="T26" fmla="*/ 36 w 337"/>
                <a:gd name="T27" fmla="*/ 73 h 177"/>
                <a:gd name="T28" fmla="*/ 45 w 337"/>
                <a:gd name="T29" fmla="*/ 81 h 177"/>
                <a:gd name="T30" fmla="*/ 48 w 337"/>
                <a:gd name="T31" fmla="*/ 85 h 177"/>
                <a:gd name="T32" fmla="*/ 49 w 337"/>
                <a:gd name="T33" fmla="*/ 92 h 177"/>
                <a:gd name="T34" fmla="*/ 46 w 337"/>
                <a:gd name="T35" fmla="*/ 98 h 177"/>
                <a:gd name="T36" fmla="*/ 42 w 337"/>
                <a:gd name="T37" fmla="*/ 105 h 177"/>
                <a:gd name="T38" fmla="*/ 45 w 337"/>
                <a:gd name="T39" fmla="*/ 106 h 177"/>
                <a:gd name="T40" fmla="*/ 59 w 337"/>
                <a:gd name="T41" fmla="*/ 108 h 177"/>
                <a:gd name="T42" fmla="*/ 69 w 337"/>
                <a:gd name="T43" fmla="*/ 108 h 177"/>
                <a:gd name="T44" fmla="*/ 74 w 337"/>
                <a:gd name="T45" fmla="*/ 108 h 177"/>
                <a:gd name="T46" fmla="*/ 81 w 337"/>
                <a:gd name="T47" fmla="*/ 114 h 177"/>
                <a:gd name="T48" fmla="*/ 83 w 337"/>
                <a:gd name="T49" fmla="*/ 120 h 177"/>
                <a:gd name="T50" fmla="*/ 93 w 337"/>
                <a:gd name="T51" fmla="*/ 131 h 177"/>
                <a:gd name="T52" fmla="*/ 99 w 337"/>
                <a:gd name="T53" fmla="*/ 130 h 177"/>
                <a:gd name="T54" fmla="*/ 107 w 337"/>
                <a:gd name="T55" fmla="*/ 131 h 177"/>
                <a:gd name="T56" fmla="*/ 144 w 337"/>
                <a:gd name="T57" fmla="*/ 116 h 177"/>
                <a:gd name="T58" fmla="*/ 149 w 337"/>
                <a:gd name="T59" fmla="*/ 111 h 177"/>
                <a:gd name="T60" fmla="*/ 155 w 337"/>
                <a:gd name="T61" fmla="*/ 105 h 177"/>
                <a:gd name="T62" fmla="*/ 157 w 337"/>
                <a:gd name="T63" fmla="*/ 104 h 177"/>
                <a:gd name="T64" fmla="*/ 158 w 337"/>
                <a:gd name="T65" fmla="*/ 108 h 177"/>
                <a:gd name="T66" fmla="*/ 157 w 337"/>
                <a:gd name="T67" fmla="*/ 114 h 177"/>
                <a:gd name="T68" fmla="*/ 154 w 337"/>
                <a:gd name="T69" fmla="*/ 124 h 177"/>
                <a:gd name="T70" fmla="*/ 156 w 337"/>
                <a:gd name="T71" fmla="*/ 136 h 177"/>
                <a:gd name="T72" fmla="*/ 157 w 337"/>
                <a:gd name="T73" fmla="*/ 147 h 177"/>
                <a:gd name="T74" fmla="*/ 158 w 337"/>
                <a:gd name="T75" fmla="*/ 159 h 177"/>
                <a:gd name="T76" fmla="*/ 158 w 337"/>
                <a:gd name="T77" fmla="*/ 167 h 177"/>
                <a:gd name="T78" fmla="*/ 162 w 337"/>
                <a:gd name="T79" fmla="*/ 170 h 177"/>
                <a:gd name="T80" fmla="*/ 167 w 337"/>
                <a:gd name="T81" fmla="*/ 174 h 177"/>
                <a:gd name="T82" fmla="*/ 176 w 337"/>
                <a:gd name="T83" fmla="*/ 176 h 177"/>
                <a:gd name="T84" fmla="*/ 192 w 337"/>
                <a:gd name="T85" fmla="*/ 167 h 177"/>
                <a:gd name="T86" fmla="*/ 198 w 337"/>
                <a:gd name="T87" fmla="*/ 168 h 177"/>
                <a:gd name="T88" fmla="*/ 201 w 337"/>
                <a:gd name="T89" fmla="*/ 168 h 177"/>
                <a:gd name="T90" fmla="*/ 208 w 337"/>
                <a:gd name="T91" fmla="*/ 167 h 177"/>
                <a:gd name="T92" fmla="*/ 215 w 337"/>
                <a:gd name="T93" fmla="*/ 169 h 177"/>
                <a:gd name="T94" fmla="*/ 223 w 337"/>
                <a:gd name="T95" fmla="*/ 170 h 177"/>
                <a:gd name="T96" fmla="*/ 233 w 337"/>
                <a:gd name="T97" fmla="*/ 169 h 177"/>
                <a:gd name="T98" fmla="*/ 236 w 337"/>
                <a:gd name="T99" fmla="*/ 169 h 177"/>
                <a:gd name="T100" fmla="*/ 241 w 337"/>
                <a:gd name="T101" fmla="*/ 173 h 177"/>
                <a:gd name="T102" fmla="*/ 242 w 337"/>
                <a:gd name="T103" fmla="*/ 177 h 177"/>
                <a:gd name="T104" fmla="*/ 256 w 337"/>
                <a:gd name="T105" fmla="*/ 172 h 177"/>
                <a:gd name="T106" fmla="*/ 262 w 337"/>
                <a:gd name="T107" fmla="*/ 169 h 177"/>
                <a:gd name="T108" fmla="*/ 271 w 337"/>
                <a:gd name="T109" fmla="*/ 158 h 177"/>
                <a:gd name="T110" fmla="*/ 278 w 337"/>
                <a:gd name="T111" fmla="*/ 151 h 177"/>
                <a:gd name="T112" fmla="*/ 285 w 337"/>
                <a:gd name="T113" fmla="*/ 152 h 177"/>
                <a:gd name="T114" fmla="*/ 297 w 337"/>
                <a:gd name="T115" fmla="*/ 143 h 177"/>
                <a:gd name="T116" fmla="*/ 318 w 337"/>
                <a:gd name="T117" fmla="*/ 129 h 177"/>
                <a:gd name="T118" fmla="*/ 328 w 337"/>
                <a:gd name="T119" fmla="*/ 120 h 177"/>
                <a:gd name="T120" fmla="*/ 337 w 337"/>
                <a:gd name="T121" fmla="*/ 113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" h="177">
                  <a:moveTo>
                    <a:pt x="245" y="78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72" y="41"/>
                    <a:pt x="172" y="41"/>
                    <a:pt x="172" y="41"/>
                  </a:cubicBezTo>
                  <a:cubicBezTo>
                    <a:pt x="166" y="38"/>
                    <a:pt x="66" y="22"/>
                    <a:pt x="65" y="2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7"/>
                    <a:pt x="11" y="7"/>
                    <a:pt x="11" y="9"/>
                  </a:cubicBezTo>
                  <a:cubicBezTo>
                    <a:pt x="11" y="10"/>
                    <a:pt x="11" y="10"/>
                    <a:pt x="10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3" y="15"/>
                    <a:pt x="0" y="17"/>
                    <a:pt x="0" y="21"/>
                  </a:cubicBezTo>
                  <a:cubicBezTo>
                    <a:pt x="0" y="23"/>
                    <a:pt x="1" y="25"/>
                    <a:pt x="3" y="27"/>
                  </a:cubicBezTo>
                  <a:cubicBezTo>
                    <a:pt x="4" y="28"/>
                    <a:pt x="5" y="28"/>
                    <a:pt x="6" y="29"/>
                  </a:cubicBezTo>
                  <a:cubicBezTo>
                    <a:pt x="8" y="31"/>
                    <a:pt x="13" y="34"/>
                    <a:pt x="13" y="35"/>
                  </a:cubicBezTo>
                  <a:cubicBezTo>
                    <a:pt x="13" y="35"/>
                    <a:pt x="13" y="36"/>
                    <a:pt x="12" y="37"/>
                  </a:cubicBezTo>
                  <a:cubicBezTo>
                    <a:pt x="11" y="38"/>
                    <a:pt x="10" y="40"/>
                    <a:pt x="12" y="43"/>
                  </a:cubicBezTo>
                  <a:cubicBezTo>
                    <a:pt x="13" y="44"/>
                    <a:pt x="15" y="44"/>
                    <a:pt x="16" y="45"/>
                  </a:cubicBezTo>
                  <a:cubicBezTo>
                    <a:pt x="16" y="45"/>
                    <a:pt x="17" y="45"/>
                    <a:pt x="17" y="45"/>
                  </a:cubicBezTo>
                  <a:cubicBezTo>
                    <a:pt x="18" y="45"/>
                    <a:pt x="18" y="46"/>
                    <a:pt x="18" y="47"/>
                  </a:cubicBezTo>
                  <a:cubicBezTo>
                    <a:pt x="18" y="47"/>
                    <a:pt x="18" y="47"/>
                    <a:pt x="19" y="48"/>
                  </a:cubicBezTo>
                  <a:cubicBezTo>
                    <a:pt x="20" y="50"/>
                    <a:pt x="20" y="52"/>
                    <a:pt x="21" y="55"/>
                  </a:cubicBezTo>
                  <a:cubicBezTo>
                    <a:pt x="22" y="57"/>
                    <a:pt x="24" y="59"/>
                    <a:pt x="25" y="60"/>
                  </a:cubicBezTo>
                  <a:cubicBezTo>
                    <a:pt x="26" y="60"/>
                    <a:pt x="26" y="60"/>
                    <a:pt x="27" y="61"/>
                  </a:cubicBezTo>
                  <a:cubicBezTo>
                    <a:pt x="28" y="62"/>
                    <a:pt x="29" y="63"/>
                    <a:pt x="29" y="64"/>
                  </a:cubicBezTo>
                  <a:cubicBezTo>
                    <a:pt x="29" y="65"/>
                    <a:pt x="30" y="66"/>
                    <a:pt x="30" y="67"/>
                  </a:cubicBezTo>
                  <a:cubicBezTo>
                    <a:pt x="31" y="69"/>
                    <a:pt x="33" y="70"/>
                    <a:pt x="34" y="71"/>
                  </a:cubicBezTo>
                  <a:cubicBezTo>
                    <a:pt x="35" y="71"/>
                    <a:pt x="36" y="72"/>
                    <a:pt x="36" y="73"/>
                  </a:cubicBezTo>
                  <a:cubicBezTo>
                    <a:pt x="38" y="75"/>
                    <a:pt x="40" y="76"/>
                    <a:pt x="42" y="78"/>
                  </a:cubicBezTo>
                  <a:cubicBezTo>
                    <a:pt x="43" y="79"/>
                    <a:pt x="44" y="80"/>
                    <a:pt x="45" y="81"/>
                  </a:cubicBezTo>
                  <a:cubicBezTo>
                    <a:pt x="46" y="82"/>
                    <a:pt x="46" y="83"/>
                    <a:pt x="47" y="84"/>
                  </a:cubicBezTo>
                  <a:cubicBezTo>
                    <a:pt x="47" y="84"/>
                    <a:pt x="48" y="84"/>
                    <a:pt x="48" y="85"/>
                  </a:cubicBezTo>
                  <a:cubicBezTo>
                    <a:pt x="49" y="85"/>
                    <a:pt x="50" y="87"/>
                    <a:pt x="51" y="88"/>
                  </a:cubicBezTo>
                  <a:cubicBezTo>
                    <a:pt x="51" y="89"/>
                    <a:pt x="50" y="91"/>
                    <a:pt x="49" y="92"/>
                  </a:cubicBezTo>
                  <a:cubicBezTo>
                    <a:pt x="49" y="93"/>
                    <a:pt x="49" y="93"/>
                    <a:pt x="49" y="93"/>
                  </a:cubicBezTo>
                  <a:cubicBezTo>
                    <a:pt x="49" y="94"/>
                    <a:pt x="48" y="96"/>
                    <a:pt x="46" y="98"/>
                  </a:cubicBezTo>
                  <a:cubicBezTo>
                    <a:pt x="46" y="98"/>
                    <a:pt x="46" y="99"/>
                    <a:pt x="45" y="99"/>
                  </a:cubicBezTo>
                  <a:cubicBezTo>
                    <a:pt x="44" y="100"/>
                    <a:pt x="42" y="102"/>
                    <a:pt x="42" y="105"/>
                  </a:cubicBezTo>
                  <a:cubicBezTo>
                    <a:pt x="42" y="106"/>
                    <a:pt x="42" y="106"/>
                    <a:pt x="42" y="106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49" y="106"/>
                    <a:pt x="53" y="107"/>
                    <a:pt x="57" y="107"/>
                  </a:cubicBezTo>
                  <a:cubicBezTo>
                    <a:pt x="58" y="107"/>
                    <a:pt x="59" y="108"/>
                    <a:pt x="59" y="108"/>
                  </a:cubicBezTo>
                  <a:cubicBezTo>
                    <a:pt x="62" y="108"/>
                    <a:pt x="64" y="108"/>
                    <a:pt x="67" y="108"/>
                  </a:cubicBezTo>
                  <a:cubicBezTo>
                    <a:pt x="67" y="108"/>
                    <a:pt x="68" y="108"/>
                    <a:pt x="69" y="108"/>
                  </a:cubicBezTo>
                  <a:cubicBezTo>
                    <a:pt x="69" y="108"/>
                    <a:pt x="70" y="108"/>
                    <a:pt x="71" y="108"/>
                  </a:cubicBezTo>
                  <a:cubicBezTo>
                    <a:pt x="72" y="108"/>
                    <a:pt x="73" y="108"/>
                    <a:pt x="74" y="108"/>
                  </a:cubicBezTo>
                  <a:cubicBezTo>
                    <a:pt x="76" y="108"/>
                    <a:pt x="77" y="108"/>
                    <a:pt x="78" y="109"/>
                  </a:cubicBezTo>
                  <a:cubicBezTo>
                    <a:pt x="80" y="110"/>
                    <a:pt x="80" y="112"/>
                    <a:pt x="81" y="114"/>
                  </a:cubicBezTo>
                  <a:cubicBezTo>
                    <a:pt x="82" y="115"/>
                    <a:pt x="82" y="116"/>
                    <a:pt x="82" y="117"/>
                  </a:cubicBezTo>
                  <a:cubicBezTo>
                    <a:pt x="83" y="118"/>
                    <a:pt x="83" y="119"/>
                    <a:pt x="83" y="120"/>
                  </a:cubicBezTo>
                  <a:cubicBezTo>
                    <a:pt x="85" y="125"/>
                    <a:pt x="87" y="129"/>
                    <a:pt x="90" y="130"/>
                  </a:cubicBezTo>
                  <a:cubicBezTo>
                    <a:pt x="91" y="131"/>
                    <a:pt x="92" y="131"/>
                    <a:pt x="93" y="131"/>
                  </a:cubicBezTo>
                  <a:cubicBezTo>
                    <a:pt x="94" y="131"/>
                    <a:pt x="95" y="131"/>
                    <a:pt x="97" y="131"/>
                  </a:cubicBezTo>
                  <a:cubicBezTo>
                    <a:pt x="97" y="131"/>
                    <a:pt x="98" y="130"/>
                    <a:pt x="99" y="130"/>
                  </a:cubicBezTo>
                  <a:cubicBezTo>
                    <a:pt x="101" y="130"/>
                    <a:pt x="101" y="130"/>
                    <a:pt x="101" y="130"/>
                  </a:cubicBezTo>
                  <a:cubicBezTo>
                    <a:pt x="107" y="131"/>
                    <a:pt x="107" y="131"/>
                    <a:pt x="107" y="131"/>
                  </a:cubicBezTo>
                  <a:cubicBezTo>
                    <a:pt x="117" y="131"/>
                    <a:pt x="127" y="130"/>
                    <a:pt x="135" y="125"/>
                  </a:cubicBezTo>
                  <a:cubicBezTo>
                    <a:pt x="138" y="122"/>
                    <a:pt x="141" y="119"/>
                    <a:pt x="144" y="116"/>
                  </a:cubicBezTo>
                  <a:cubicBezTo>
                    <a:pt x="145" y="115"/>
                    <a:pt x="146" y="114"/>
                    <a:pt x="147" y="113"/>
                  </a:cubicBezTo>
                  <a:cubicBezTo>
                    <a:pt x="148" y="113"/>
                    <a:pt x="148" y="112"/>
                    <a:pt x="149" y="111"/>
                  </a:cubicBezTo>
                  <a:cubicBezTo>
                    <a:pt x="151" y="110"/>
                    <a:pt x="153" y="108"/>
                    <a:pt x="154" y="106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6" y="104"/>
                    <a:pt x="156" y="103"/>
                    <a:pt x="157" y="102"/>
                  </a:cubicBezTo>
                  <a:cubicBezTo>
                    <a:pt x="157" y="103"/>
                    <a:pt x="157" y="104"/>
                    <a:pt x="157" y="104"/>
                  </a:cubicBezTo>
                  <a:cubicBezTo>
                    <a:pt x="157" y="105"/>
                    <a:pt x="158" y="106"/>
                    <a:pt x="158" y="107"/>
                  </a:cubicBezTo>
                  <a:cubicBezTo>
                    <a:pt x="158" y="108"/>
                    <a:pt x="158" y="108"/>
                    <a:pt x="158" y="108"/>
                  </a:cubicBezTo>
                  <a:cubicBezTo>
                    <a:pt x="159" y="110"/>
                    <a:pt x="160" y="111"/>
                    <a:pt x="159" y="113"/>
                  </a:cubicBezTo>
                  <a:cubicBezTo>
                    <a:pt x="159" y="113"/>
                    <a:pt x="158" y="114"/>
                    <a:pt x="157" y="114"/>
                  </a:cubicBezTo>
                  <a:cubicBezTo>
                    <a:pt x="156" y="115"/>
                    <a:pt x="155" y="116"/>
                    <a:pt x="154" y="117"/>
                  </a:cubicBezTo>
                  <a:cubicBezTo>
                    <a:pt x="154" y="119"/>
                    <a:pt x="154" y="121"/>
                    <a:pt x="154" y="124"/>
                  </a:cubicBezTo>
                  <a:cubicBezTo>
                    <a:pt x="154" y="124"/>
                    <a:pt x="154" y="125"/>
                    <a:pt x="155" y="125"/>
                  </a:cubicBezTo>
                  <a:cubicBezTo>
                    <a:pt x="155" y="129"/>
                    <a:pt x="156" y="133"/>
                    <a:pt x="156" y="136"/>
                  </a:cubicBezTo>
                  <a:cubicBezTo>
                    <a:pt x="157" y="138"/>
                    <a:pt x="157" y="138"/>
                    <a:pt x="157" y="138"/>
                  </a:cubicBezTo>
                  <a:cubicBezTo>
                    <a:pt x="157" y="141"/>
                    <a:pt x="157" y="144"/>
                    <a:pt x="157" y="147"/>
                  </a:cubicBezTo>
                  <a:cubicBezTo>
                    <a:pt x="157" y="149"/>
                    <a:pt x="157" y="150"/>
                    <a:pt x="157" y="152"/>
                  </a:cubicBezTo>
                  <a:cubicBezTo>
                    <a:pt x="157" y="154"/>
                    <a:pt x="158" y="157"/>
                    <a:pt x="158" y="159"/>
                  </a:cubicBezTo>
                  <a:cubicBezTo>
                    <a:pt x="158" y="161"/>
                    <a:pt x="159" y="164"/>
                    <a:pt x="159" y="166"/>
                  </a:cubicBezTo>
                  <a:cubicBezTo>
                    <a:pt x="158" y="167"/>
                    <a:pt x="158" y="167"/>
                    <a:pt x="158" y="167"/>
                  </a:cubicBezTo>
                  <a:cubicBezTo>
                    <a:pt x="159" y="168"/>
                    <a:pt x="159" y="168"/>
                    <a:pt x="159" y="168"/>
                  </a:cubicBezTo>
                  <a:cubicBezTo>
                    <a:pt x="160" y="169"/>
                    <a:pt x="161" y="169"/>
                    <a:pt x="162" y="170"/>
                  </a:cubicBezTo>
                  <a:cubicBezTo>
                    <a:pt x="163" y="172"/>
                    <a:pt x="165" y="173"/>
                    <a:pt x="166" y="174"/>
                  </a:cubicBezTo>
                  <a:cubicBezTo>
                    <a:pt x="167" y="174"/>
                    <a:pt x="167" y="174"/>
                    <a:pt x="167" y="174"/>
                  </a:cubicBezTo>
                  <a:cubicBezTo>
                    <a:pt x="169" y="175"/>
                    <a:pt x="171" y="176"/>
                    <a:pt x="173" y="176"/>
                  </a:cubicBezTo>
                  <a:cubicBezTo>
                    <a:pt x="174" y="176"/>
                    <a:pt x="175" y="176"/>
                    <a:pt x="176" y="176"/>
                  </a:cubicBezTo>
                  <a:cubicBezTo>
                    <a:pt x="179" y="175"/>
                    <a:pt x="181" y="173"/>
                    <a:pt x="183" y="172"/>
                  </a:cubicBezTo>
                  <a:cubicBezTo>
                    <a:pt x="186" y="170"/>
                    <a:pt x="189" y="168"/>
                    <a:pt x="192" y="167"/>
                  </a:cubicBezTo>
                  <a:cubicBezTo>
                    <a:pt x="193" y="167"/>
                    <a:pt x="193" y="167"/>
                    <a:pt x="194" y="167"/>
                  </a:cubicBezTo>
                  <a:cubicBezTo>
                    <a:pt x="195" y="167"/>
                    <a:pt x="196" y="167"/>
                    <a:pt x="198" y="168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00" y="168"/>
                    <a:pt x="200" y="168"/>
                    <a:pt x="201" y="168"/>
                  </a:cubicBezTo>
                  <a:cubicBezTo>
                    <a:pt x="202" y="168"/>
                    <a:pt x="204" y="168"/>
                    <a:pt x="205" y="168"/>
                  </a:cubicBezTo>
                  <a:cubicBezTo>
                    <a:pt x="206" y="167"/>
                    <a:pt x="207" y="167"/>
                    <a:pt x="208" y="167"/>
                  </a:cubicBezTo>
                  <a:cubicBezTo>
                    <a:pt x="208" y="167"/>
                    <a:pt x="208" y="167"/>
                    <a:pt x="208" y="167"/>
                  </a:cubicBezTo>
                  <a:cubicBezTo>
                    <a:pt x="210" y="167"/>
                    <a:pt x="212" y="168"/>
                    <a:pt x="215" y="169"/>
                  </a:cubicBezTo>
                  <a:cubicBezTo>
                    <a:pt x="217" y="169"/>
                    <a:pt x="219" y="170"/>
                    <a:pt x="222" y="170"/>
                  </a:cubicBezTo>
                  <a:cubicBezTo>
                    <a:pt x="222" y="170"/>
                    <a:pt x="223" y="170"/>
                    <a:pt x="223" y="170"/>
                  </a:cubicBezTo>
                  <a:cubicBezTo>
                    <a:pt x="225" y="170"/>
                    <a:pt x="226" y="170"/>
                    <a:pt x="228" y="170"/>
                  </a:cubicBezTo>
                  <a:cubicBezTo>
                    <a:pt x="229" y="169"/>
                    <a:pt x="231" y="169"/>
                    <a:pt x="233" y="169"/>
                  </a:cubicBezTo>
                  <a:cubicBezTo>
                    <a:pt x="234" y="169"/>
                    <a:pt x="234" y="169"/>
                    <a:pt x="235" y="169"/>
                  </a:cubicBezTo>
                  <a:cubicBezTo>
                    <a:pt x="236" y="169"/>
                    <a:pt x="236" y="169"/>
                    <a:pt x="236" y="169"/>
                  </a:cubicBezTo>
                  <a:cubicBezTo>
                    <a:pt x="238" y="169"/>
                    <a:pt x="240" y="170"/>
                    <a:pt x="241" y="170"/>
                  </a:cubicBezTo>
                  <a:cubicBezTo>
                    <a:pt x="241" y="171"/>
                    <a:pt x="241" y="172"/>
                    <a:pt x="241" y="173"/>
                  </a:cubicBezTo>
                  <a:cubicBezTo>
                    <a:pt x="242" y="173"/>
                    <a:pt x="242" y="174"/>
                    <a:pt x="242" y="175"/>
                  </a:cubicBezTo>
                  <a:cubicBezTo>
                    <a:pt x="242" y="177"/>
                    <a:pt x="242" y="177"/>
                    <a:pt x="242" y="177"/>
                  </a:cubicBezTo>
                  <a:cubicBezTo>
                    <a:pt x="244" y="177"/>
                    <a:pt x="244" y="177"/>
                    <a:pt x="244" y="177"/>
                  </a:cubicBezTo>
                  <a:cubicBezTo>
                    <a:pt x="247" y="176"/>
                    <a:pt x="251" y="175"/>
                    <a:pt x="256" y="172"/>
                  </a:cubicBezTo>
                  <a:cubicBezTo>
                    <a:pt x="257" y="172"/>
                    <a:pt x="257" y="172"/>
                    <a:pt x="258" y="171"/>
                  </a:cubicBezTo>
                  <a:cubicBezTo>
                    <a:pt x="259" y="171"/>
                    <a:pt x="261" y="170"/>
                    <a:pt x="262" y="169"/>
                  </a:cubicBezTo>
                  <a:cubicBezTo>
                    <a:pt x="266" y="165"/>
                    <a:pt x="269" y="162"/>
                    <a:pt x="270" y="159"/>
                  </a:cubicBezTo>
                  <a:cubicBezTo>
                    <a:pt x="271" y="158"/>
                    <a:pt x="271" y="158"/>
                    <a:pt x="271" y="158"/>
                  </a:cubicBezTo>
                  <a:cubicBezTo>
                    <a:pt x="272" y="155"/>
                    <a:pt x="273" y="152"/>
                    <a:pt x="276" y="151"/>
                  </a:cubicBezTo>
                  <a:cubicBezTo>
                    <a:pt x="277" y="151"/>
                    <a:pt x="277" y="151"/>
                    <a:pt x="278" y="151"/>
                  </a:cubicBezTo>
                  <a:cubicBezTo>
                    <a:pt x="279" y="151"/>
                    <a:pt x="280" y="151"/>
                    <a:pt x="281" y="151"/>
                  </a:cubicBezTo>
                  <a:cubicBezTo>
                    <a:pt x="282" y="151"/>
                    <a:pt x="283" y="152"/>
                    <a:pt x="285" y="152"/>
                  </a:cubicBezTo>
                  <a:cubicBezTo>
                    <a:pt x="287" y="152"/>
                    <a:pt x="289" y="151"/>
                    <a:pt x="290" y="150"/>
                  </a:cubicBezTo>
                  <a:cubicBezTo>
                    <a:pt x="293" y="148"/>
                    <a:pt x="295" y="146"/>
                    <a:pt x="297" y="143"/>
                  </a:cubicBezTo>
                  <a:cubicBezTo>
                    <a:pt x="302" y="139"/>
                    <a:pt x="305" y="135"/>
                    <a:pt x="311" y="134"/>
                  </a:cubicBezTo>
                  <a:cubicBezTo>
                    <a:pt x="314" y="133"/>
                    <a:pt x="316" y="131"/>
                    <a:pt x="318" y="129"/>
                  </a:cubicBezTo>
                  <a:cubicBezTo>
                    <a:pt x="319" y="128"/>
                    <a:pt x="320" y="127"/>
                    <a:pt x="321" y="126"/>
                  </a:cubicBezTo>
                  <a:cubicBezTo>
                    <a:pt x="324" y="125"/>
                    <a:pt x="326" y="123"/>
                    <a:pt x="328" y="120"/>
                  </a:cubicBezTo>
                  <a:cubicBezTo>
                    <a:pt x="330" y="119"/>
                    <a:pt x="331" y="118"/>
                    <a:pt x="333" y="116"/>
                  </a:cubicBezTo>
                  <a:cubicBezTo>
                    <a:pt x="333" y="116"/>
                    <a:pt x="337" y="113"/>
                    <a:pt x="337" y="113"/>
                  </a:cubicBezTo>
                  <a:lnTo>
                    <a:pt x="245" y="78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E6D019B-8A8D-1CF3-B5E7-A889651AC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1389"/>
              <a:ext cx="1247" cy="1188"/>
            </a:xfrm>
            <a:custGeom>
              <a:avLst/>
              <a:gdLst>
                <a:gd name="T0" fmla="*/ 221 w 511"/>
                <a:gd name="T1" fmla="*/ 96 h 487"/>
                <a:gd name="T2" fmla="*/ 202 w 511"/>
                <a:gd name="T3" fmla="*/ 82 h 487"/>
                <a:gd name="T4" fmla="*/ 175 w 511"/>
                <a:gd name="T5" fmla="*/ 39 h 487"/>
                <a:gd name="T6" fmla="*/ 157 w 511"/>
                <a:gd name="T7" fmla="*/ 4 h 487"/>
                <a:gd name="T8" fmla="*/ 151 w 511"/>
                <a:gd name="T9" fmla="*/ 13 h 487"/>
                <a:gd name="T10" fmla="*/ 145 w 511"/>
                <a:gd name="T11" fmla="*/ 31 h 487"/>
                <a:gd name="T12" fmla="*/ 146 w 511"/>
                <a:gd name="T13" fmla="*/ 40 h 487"/>
                <a:gd name="T14" fmla="*/ 141 w 511"/>
                <a:gd name="T15" fmla="*/ 61 h 487"/>
                <a:gd name="T16" fmla="*/ 2 w 511"/>
                <a:gd name="T17" fmla="*/ 86 h 487"/>
                <a:gd name="T18" fmla="*/ 2 w 511"/>
                <a:gd name="T19" fmla="*/ 112 h 487"/>
                <a:gd name="T20" fmla="*/ 5 w 511"/>
                <a:gd name="T21" fmla="*/ 142 h 487"/>
                <a:gd name="T22" fmla="*/ 6 w 511"/>
                <a:gd name="T23" fmla="*/ 166 h 487"/>
                <a:gd name="T24" fmla="*/ 38 w 511"/>
                <a:gd name="T25" fmla="*/ 170 h 487"/>
                <a:gd name="T26" fmla="*/ 49 w 511"/>
                <a:gd name="T27" fmla="*/ 170 h 487"/>
                <a:gd name="T28" fmla="*/ 65 w 511"/>
                <a:gd name="T29" fmla="*/ 174 h 487"/>
                <a:gd name="T30" fmla="*/ 74 w 511"/>
                <a:gd name="T31" fmla="*/ 193 h 487"/>
                <a:gd name="T32" fmla="*/ 79 w 511"/>
                <a:gd name="T33" fmla="*/ 223 h 487"/>
                <a:gd name="T34" fmla="*/ 78 w 511"/>
                <a:gd name="T35" fmla="*/ 241 h 487"/>
                <a:gd name="T36" fmla="*/ 72 w 511"/>
                <a:gd name="T37" fmla="*/ 254 h 487"/>
                <a:gd name="T38" fmla="*/ 56 w 511"/>
                <a:gd name="T39" fmla="*/ 282 h 487"/>
                <a:gd name="T40" fmla="*/ 42 w 511"/>
                <a:gd name="T41" fmla="*/ 296 h 487"/>
                <a:gd name="T42" fmla="*/ 53 w 511"/>
                <a:gd name="T43" fmla="*/ 314 h 487"/>
                <a:gd name="T44" fmla="*/ 63 w 511"/>
                <a:gd name="T45" fmla="*/ 355 h 487"/>
                <a:gd name="T46" fmla="*/ 49 w 511"/>
                <a:gd name="T47" fmla="*/ 359 h 487"/>
                <a:gd name="T48" fmla="*/ 66 w 511"/>
                <a:gd name="T49" fmla="*/ 384 h 487"/>
                <a:gd name="T50" fmla="*/ 75 w 511"/>
                <a:gd name="T51" fmla="*/ 412 h 487"/>
                <a:gd name="T52" fmla="*/ 122 w 511"/>
                <a:gd name="T53" fmla="*/ 412 h 487"/>
                <a:gd name="T54" fmla="*/ 144 w 511"/>
                <a:gd name="T55" fmla="*/ 423 h 487"/>
                <a:gd name="T56" fmla="*/ 172 w 511"/>
                <a:gd name="T57" fmla="*/ 469 h 487"/>
                <a:gd name="T58" fmla="*/ 186 w 511"/>
                <a:gd name="T59" fmla="*/ 477 h 487"/>
                <a:gd name="T60" fmla="*/ 210 w 511"/>
                <a:gd name="T61" fmla="*/ 472 h 487"/>
                <a:gd name="T62" fmla="*/ 213 w 511"/>
                <a:gd name="T63" fmla="*/ 467 h 487"/>
                <a:gd name="T64" fmla="*/ 229 w 511"/>
                <a:gd name="T65" fmla="*/ 454 h 487"/>
                <a:gd name="T66" fmla="*/ 242 w 511"/>
                <a:gd name="T67" fmla="*/ 451 h 487"/>
                <a:gd name="T68" fmla="*/ 261 w 511"/>
                <a:gd name="T69" fmla="*/ 454 h 487"/>
                <a:gd name="T70" fmla="*/ 286 w 511"/>
                <a:gd name="T71" fmla="*/ 469 h 487"/>
                <a:gd name="T72" fmla="*/ 316 w 511"/>
                <a:gd name="T73" fmla="*/ 463 h 487"/>
                <a:gd name="T74" fmla="*/ 348 w 511"/>
                <a:gd name="T75" fmla="*/ 456 h 487"/>
                <a:gd name="T76" fmla="*/ 353 w 511"/>
                <a:gd name="T77" fmla="*/ 466 h 487"/>
                <a:gd name="T78" fmla="*/ 345 w 511"/>
                <a:gd name="T79" fmla="*/ 483 h 487"/>
                <a:gd name="T80" fmla="*/ 355 w 511"/>
                <a:gd name="T81" fmla="*/ 486 h 487"/>
                <a:gd name="T82" fmla="*/ 366 w 511"/>
                <a:gd name="T83" fmla="*/ 486 h 487"/>
                <a:gd name="T84" fmla="*/ 378 w 511"/>
                <a:gd name="T85" fmla="*/ 482 h 487"/>
                <a:gd name="T86" fmla="*/ 375 w 511"/>
                <a:gd name="T87" fmla="*/ 452 h 487"/>
                <a:gd name="T88" fmla="*/ 395 w 511"/>
                <a:gd name="T89" fmla="*/ 428 h 487"/>
                <a:gd name="T90" fmla="*/ 417 w 511"/>
                <a:gd name="T91" fmla="*/ 393 h 487"/>
                <a:gd name="T92" fmla="*/ 439 w 511"/>
                <a:gd name="T93" fmla="*/ 378 h 487"/>
                <a:gd name="T94" fmla="*/ 458 w 511"/>
                <a:gd name="T95" fmla="*/ 352 h 487"/>
                <a:gd name="T96" fmla="*/ 475 w 511"/>
                <a:gd name="T97" fmla="*/ 329 h 487"/>
                <a:gd name="T98" fmla="*/ 480 w 511"/>
                <a:gd name="T99" fmla="*/ 304 h 487"/>
                <a:gd name="T100" fmla="*/ 488 w 511"/>
                <a:gd name="T101" fmla="*/ 282 h 487"/>
                <a:gd name="T102" fmla="*/ 496 w 511"/>
                <a:gd name="T103" fmla="*/ 260 h 487"/>
                <a:gd name="T104" fmla="*/ 491 w 511"/>
                <a:gd name="T105" fmla="*/ 230 h 487"/>
                <a:gd name="T106" fmla="*/ 490 w 511"/>
                <a:gd name="T107" fmla="*/ 207 h 487"/>
                <a:gd name="T108" fmla="*/ 488 w 511"/>
                <a:gd name="T109" fmla="*/ 193 h 487"/>
                <a:gd name="T110" fmla="*/ 493 w 511"/>
                <a:gd name="T111" fmla="*/ 170 h 487"/>
                <a:gd name="T112" fmla="*/ 501 w 511"/>
                <a:gd name="T113" fmla="*/ 142 h 487"/>
                <a:gd name="T114" fmla="*/ 511 w 511"/>
                <a:gd name="T115" fmla="*/ 116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11" h="487">
                  <a:moveTo>
                    <a:pt x="235" y="99"/>
                  </a:moveTo>
                  <a:cubicBezTo>
                    <a:pt x="233" y="98"/>
                    <a:pt x="232" y="98"/>
                    <a:pt x="231" y="97"/>
                  </a:cubicBezTo>
                  <a:cubicBezTo>
                    <a:pt x="229" y="96"/>
                    <a:pt x="227" y="95"/>
                    <a:pt x="225" y="95"/>
                  </a:cubicBezTo>
                  <a:cubicBezTo>
                    <a:pt x="225" y="95"/>
                    <a:pt x="224" y="95"/>
                    <a:pt x="224" y="95"/>
                  </a:cubicBezTo>
                  <a:cubicBezTo>
                    <a:pt x="223" y="95"/>
                    <a:pt x="222" y="95"/>
                    <a:pt x="221" y="96"/>
                  </a:cubicBezTo>
                  <a:cubicBezTo>
                    <a:pt x="221" y="96"/>
                    <a:pt x="220" y="96"/>
                    <a:pt x="219" y="96"/>
                  </a:cubicBezTo>
                  <a:cubicBezTo>
                    <a:pt x="218" y="96"/>
                    <a:pt x="217" y="96"/>
                    <a:pt x="215" y="92"/>
                  </a:cubicBezTo>
                  <a:cubicBezTo>
                    <a:pt x="213" y="89"/>
                    <a:pt x="212" y="89"/>
                    <a:pt x="210" y="88"/>
                  </a:cubicBezTo>
                  <a:cubicBezTo>
                    <a:pt x="209" y="88"/>
                    <a:pt x="208" y="87"/>
                    <a:pt x="207" y="87"/>
                  </a:cubicBezTo>
                  <a:cubicBezTo>
                    <a:pt x="205" y="86"/>
                    <a:pt x="203" y="84"/>
                    <a:pt x="202" y="82"/>
                  </a:cubicBezTo>
                  <a:cubicBezTo>
                    <a:pt x="201" y="81"/>
                    <a:pt x="200" y="80"/>
                    <a:pt x="200" y="80"/>
                  </a:cubicBezTo>
                  <a:cubicBezTo>
                    <a:pt x="195" y="75"/>
                    <a:pt x="191" y="71"/>
                    <a:pt x="185" y="68"/>
                  </a:cubicBezTo>
                  <a:cubicBezTo>
                    <a:pt x="178" y="65"/>
                    <a:pt x="175" y="58"/>
                    <a:pt x="176" y="50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7" y="45"/>
                    <a:pt x="177" y="43"/>
                    <a:pt x="175" y="39"/>
                  </a:cubicBezTo>
                  <a:cubicBezTo>
                    <a:pt x="171" y="32"/>
                    <a:pt x="167" y="24"/>
                    <a:pt x="165" y="15"/>
                  </a:cubicBezTo>
                  <a:cubicBezTo>
                    <a:pt x="164" y="12"/>
                    <a:pt x="162" y="10"/>
                    <a:pt x="160" y="8"/>
                  </a:cubicBezTo>
                  <a:cubicBezTo>
                    <a:pt x="159" y="7"/>
                    <a:pt x="158" y="6"/>
                    <a:pt x="157" y="5"/>
                  </a:cubicBezTo>
                  <a:cubicBezTo>
                    <a:pt x="157" y="5"/>
                    <a:pt x="157" y="4"/>
                    <a:pt x="157" y="4"/>
                  </a:cubicBezTo>
                  <a:cubicBezTo>
                    <a:pt x="157" y="4"/>
                    <a:pt x="157" y="4"/>
                    <a:pt x="157" y="4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5"/>
                    <a:pt x="152" y="6"/>
                    <a:pt x="152" y="7"/>
                  </a:cubicBezTo>
                  <a:cubicBezTo>
                    <a:pt x="151" y="8"/>
                    <a:pt x="151" y="9"/>
                    <a:pt x="151" y="10"/>
                  </a:cubicBezTo>
                  <a:cubicBezTo>
                    <a:pt x="151" y="11"/>
                    <a:pt x="151" y="12"/>
                    <a:pt x="151" y="13"/>
                  </a:cubicBezTo>
                  <a:cubicBezTo>
                    <a:pt x="150" y="15"/>
                    <a:pt x="149" y="17"/>
                    <a:pt x="148" y="18"/>
                  </a:cubicBezTo>
                  <a:cubicBezTo>
                    <a:pt x="146" y="21"/>
                    <a:pt x="145" y="23"/>
                    <a:pt x="144" y="25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7"/>
                    <a:pt x="144" y="28"/>
                    <a:pt x="144" y="29"/>
                  </a:cubicBezTo>
                  <a:cubicBezTo>
                    <a:pt x="145" y="30"/>
                    <a:pt x="145" y="30"/>
                    <a:pt x="145" y="31"/>
                  </a:cubicBezTo>
                  <a:cubicBezTo>
                    <a:pt x="146" y="31"/>
                    <a:pt x="146" y="32"/>
                    <a:pt x="146" y="33"/>
                  </a:cubicBezTo>
                  <a:cubicBezTo>
                    <a:pt x="146" y="34"/>
                    <a:pt x="146" y="34"/>
                    <a:pt x="146" y="35"/>
                  </a:cubicBezTo>
                  <a:cubicBezTo>
                    <a:pt x="146" y="36"/>
                    <a:pt x="146" y="36"/>
                    <a:pt x="145" y="36"/>
                  </a:cubicBezTo>
                  <a:cubicBezTo>
                    <a:pt x="145" y="37"/>
                    <a:pt x="145" y="38"/>
                    <a:pt x="146" y="39"/>
                  </a:cubicBezTo>
                  <a:cubicBezTo>
                    <a:pt x="146" y="39"/>
                    <a:pt x="146" y="39"/>
                    <a:pt x="146" y="40"/>
                  </a:cubicBezTo>
                  <a:cubicBezTo>
                    <a:pt x="146" y="43"/>
                    <a:pt x="145" y="44"/>
                    <a:pt x="144" y="46"/>
                  </a:cubicBezTo>
                  <a:cubicBezTo>
                    <a:pt x="143" y="48"/>
                    <a:pt x="143" y="49"/>
                    <a:pt x="142" y="51"/>
                  </a:cubicBezTo>
                  <a:cubicBezTo>
                    <a:pt x="142" y="52"/>
                    <a:pt x="142" y="52"/>
                    <a:pt x="142" y="53"/>
                  </a:cubicBezTo>
                  <a:cubicBezTo>
                    <a:pt x="142" y="54"/>
                    <a:pt x="142" y="56"/>
                    <a:pt x="142" y="57"/>
                  </a:cubicBezTo>
                  <a:cubicBezTo>
                    <a:pt x="142" y="58"/>
                    <a:pt x="142" y="60"/>
                    <a:pt x="141" y="61"/>
                  </a:cubicBezTo>
                  <a:cubicBezTo>
                    <a:pt x="141" y="64"/>
                    <a:pt x="139" y="66"/>
                    <a:pt x="137" y="68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4" y="77"/>
                    <a:pt x="3" y="79"/>
                    <a:pt x="3" y="82"/>
                  </a:cubicBezTo>
                  <a:cubicBezTo>
                    <a:pt x="2" y="83"/>
                    <a:pt x="2" y="85"/>
                    <a:pt x="2" y="86"/>
                  </a:cubicBezTo>
                  <a:cubicBezTo>
                    <a:pt x="1" y="87"/>
                    <a:pt x="1" y="88"/>
                    <a:pt x="1" y="89"/>
                  </a:cubicBezTo>
                  <a:cubicBezTo>
                    <a:pt x="0" y="91"/>
                    <a:pt x="0" y="93"/>
                    <a:pt x="0" y="96"/>
                  </a:cubicBezTo>
                  <a:cubicBezTo>
                    <a:pt x="0" y="97"/>
                    <a:pt x="1" y="99"/>
                    <a:pt x="1" y="100"/>
                  </a:cubicBezTo>
                  <a:cubicBezTo>
                    <a:pt x="2" y="102"/>
                    <a:pt x="3" y="104"/>
                    <a:pt x="3" y="106"/>
                  </a:cubicBezTo>
                  <a:cubicBezTo>
                    <a:pt x="3" y="108"/>
                    <a:pt x="3" y="110"/>
                    <a:pt x="2" y="112"/>
                  </a:cubicBezTo>
                  <a:cubicBezTo>
                    <a:pt x="2" y="114"/>
                    <a:pt x="2" y="116"/>
                    <a:pt x="2" y="119"/>
                  </a:cubicBezTo>
                  <a:cubicBezTo>
                    <a:pt x="3" y="121"/>
                    <a:pt x="2" y="124"/>
                    <a:pt x="2" y="127"/>
                  </a:cubicBezTo>
                  <a:cubicBezTo>
                    <a:pt x="1" y="129"/>
                    <a:pt x="1" y="132"/>
                    <a:pt x="1" y="134"/>
                  </a:cubicBezTo>
                  <a:cubicBezTo>
                    <a:pt x="2" y="136"/>
                    <a:pt x="2" y="138"/>
                    <a:pt x="4" y="139"/>
                  </a:cubicBezTo>
                  <a:cubicBezTo>
                    <a:pt x="4" y="140"/>
                    <a:pt x="5" y="141"/>
                    <a:pt x="5" y="142"/>
                  </a:cubicBezTo>
                  <a:cubicBezTo>
                    <a:pt x="6" y="144"/>
                    <a:pt x="7" y="146"/>
                    <a:pt x="7" y="149"/>
                  </a:cubicBezTo>
                  <a:cubicBezTo>
                    <a:pt x="6" y="150"/>
                    <a:pt x="6" y="151"/>
                    <a:pt x="6" y="152"/>
                  </a:cubicBezTo>
                  <a:cubicBezTo>
                    <a:pt x="6" y="154"/>
                    <a:pt x="5" y="155"/>
                    <a:pt x="5" y="157"/>
                  </a:cubicBezTo>
                  <a:cubicBezTo>
                    <a:pt x="6" y="159"/>
                    <a:pt x="6" y="161"/>
                    <a:pt x="6" y="164"/>
                  </a:cubicBezTo>
                  <a:cubicBezTo>
                    <a:pt x="6" y="166"/>
                    <a:pt x="6" y="166"/>
                    <a:pt x="6" y="166"/>
                  </a:cubicBezTo>
                  <a:cubicBezTo>
                    <a:pt x="6" y="170"/>
                    <a:pt x="10" y="171"/>
                    <a:pt x="13" y="171"/>
                  </a:cubicBezTo>
                  <a:cubicBezTo>
                    <a:pt x="14" y="171"/>
                    <a:pt x="14" y="170"/>
                    <a:pt x="15" y="170"/>
                  </a:cubicBezTo>
                  <a:cubicBezTo>
                    <a:pt x="19" y="170"/>
                    <a:pt x="24" y="170"/>
                    <a:pt x="30" y="170"/>
                  </a:cubicBezTo>
                  <a:cubicBezTo>
                    <a:pt x="31" y="170"/>
                    <a:pt x="33" y="170"/>
                    <a:pt x="34" y="170"/>
                  </a:cubicBezTo>
                  <a:cubicBezTo>
                    <a:pt x="35" y="170"/>
                    <a:pt x="37" y="170"/>
                    <a:pt x="38" y="170"/>
                  </a:cubicBezTo>
                  <a:cubicBezTo>
                    <a:pt x="39" y="170"/>
                    <a:pt x="39" y="170"/>
                    <a:pt x="40" y="170"/>
                  </a:cubicBezTo>
                  <a:cubicBezTo>
                    <a:pt x="41" y="170"/>
                    <a:pt x="42" y="170"/>
                    <a:pt x="43" y="170"/>
                  </a:cubicBezTo>
                  <a:cubicBezTo>
                    <a:pt x="44" y="170"/>
                    <a:pt x="44" y="170"/>
                    <a:pt x="44" y="170"/>
                  </a:cubicBezTo>
                  <a:cubicBezTo>
                    <a:pt x="45" y="170"/>
                    <a:pt x="47" y="170"/>
                    <a:pt x="49" y="170"/>
                  </a:cubicBezTo>
                  <a:cubicBezTo>
                    <a:pt x="49" y="170"/>
                    <a:pt x="49" y="170"/>
                    <a:pt x="49" y="170"/>
                  </a:cubicBezTo>
                  <a:cubicBezTo>
                    <a:pt x="52" y="170"/>
                    <a:pt x="53" y="171"/>
                    <a:pt x="54" y="172"/>
                  </a:cubicBezTo>
                  <a:cubicBezTo>
                    <a:pt x="54" y="172"/>
                    <a:pt x="55" y="173"/>
                    <a:pt x="56" y="174"/>
                  </a:cubicBezTo>
                  <a:cubicBezTo>
                    <a:pt x="57" y="174"/>
                    <a:pt x="58" y="174"/>
                    <a:pt x="59" y="174"/>
                  </a:cubicBezTo>
                  <a:cubicBezTo>
                    <a:pt x="60" y="174"/>
                    <a:pt x="61" y="174"/>
                    <a:pt x="62" y="174"/>
                  </a:cubicBezTo>
                  <a:cubicBezTo>
                    <a:pt x="63" y="174"/>
                    <a:pt x="64" y="174"/>
                    <a:pt x="65" y="174"/>
                  </a:cubicBezTo>
                  <a:cubicBezTo>
                    <a:pt x="66" y="174"/>
                    <a:pt x="67" y="174"/>
                    <a:pt x="67" y="174"/>
                  </a:cubicBezTo>
                  <a:cubicBezTo>
                    <a:pt x="70" y="174"/>
                    <a:pt x="74" y="177"/>
                    <a:pt x="75" y="180"/>
                  </a:cubicBezTo>
                  <a:cubicBezTo>
                    <a:pt x="76" y="181"/>
                    <a:pt x="76" y="181"/>
                    <a:pt x="76" y="181"/>
                  </a:cubicBezTo>
                  <a:cubicBezTo>
                    <a:pt x="77" y="184"/>
                    <a:pt x="78" y="187"/>
                    <a:pt x="77" y="189"/>
                  </a:cubicBezTo>
                  <a:cubicBezTo>
                    <a:pt x="77" y="191"/>
                    <a:pt x="75" y="192"/>
                    <a:pt x="74" y="193"/>
                  </a:cubicBezTo>
                  <a:cubicBezTo>
                    <a:pt x="73" y="194"/>
                    <a:pt x="72" y="195"/>
                    <a:pt x="71" y="195"/>
                  </a:cubicBezTo>
                  <a:cubicBezTo>
                    <a:pt x="69" y="198"/>
                    <a:pt x="69" y="201"/>
                    <a:pt x="69" y="204"/>
                  </a:cubicBezTo>
                  <a:cubicBezTo>
                    <a:pt x="70" y="206"/>
                    <a:pt x="71" y="208"/>
                    <a:pt x="73" y="209"/>
                  </a:cubicBezTo>
                  <a:cubicBezTo>
                    <a:pt x="74" y="211"/>
                    <a:pt x="75" y="212"/>
                    <a:pt x="76" y="213"/>
                  </a:cubicBezTo>
                  <a:cubicBezTo>
                    <a:pt x="77" y="216"/>
                    <a:pt x="78" y="220"/>
                    <a:pt x="79" y="223"/>
                  </a:cubicBezTo>
                  <a:cubicBezTo>
                    <a:pt x="79" y="224"/>
                    <a:pt x="79" y="226"/>
                    <a:pt x="80" y="227"/>
                  </a:cubicBezTo>
                  <a:cubicBezTo>
                    <a:pt x="80" y="228"/>
                    <a:pt x="80" y="229"/>
                    <a:pt x="81" y="230"/>
                  </a:cubicBezTo>
                  <a:cubicBezTo>
                    <a:pt x="81" y="231"/>
                    <a:pt x="82" y="233"/>
                    <a:pt x="82" y="235"/>
                  </a:cubicBezTo>
                  <a:cubicBezTo>
                    <a:pt x="82" y="236"/>
                    <a:pt x="81" y="238"/>
                    <a:pt x="80" y="239"/>
                  </a:cubicBezTo>
                  <a:cubicBezTo>
                    <a:pt x="79" y="240"/>
                    <a:pt x="79" y="241"/>
                    <a:pt x="78" y="241"/>
                  </a:cubicBezTo>
                  <a:cubicBezTo>
                    <a:pt x="78" y="242"/>
                    <a:pt x="77" y="243"/>
                    <a:pt x="77" y="245"/>
                  </a:cubicBezTo>
                  <a:cubicBezTo>
                    <a:pt x="77" y="246"/>
                    <a:pt x="76" y="247"/>
                    <a:pt x="75" y="248"/>
                  </a:cubicBezTo>
                  <a:cubicBezTo>
                    <a:pt x="75" y="249"/>
                    <a:pt x="75" y="250"/>
                    <a:pt x="74" y="250"/>
                  </a:cubicBezTo>
                  <a:cubicBezTo>
                    <a:pt x="73" y="251"/>
                    <a:pt x="73" y="252"/>
                    <a:pt x="72" y="254"/>
                  </a:cubicBezTo>
                  <a:cubicBezTo>
                    <a:pt x="72" y="254"/>
                    <a:pt x="72" y="254"/>
                    <a:pt x="72" y="254"/>
                  </a:cubicBezTo>
                  <a:cubicBezTo>
                    <a:pt x="72" y="257"/>
                    <a:pt x="72" y="259"/>
                    <a:pt x="69" y="260"/>
                  </a:cubicBezTo>
                  <a:cubicBezTo>
                    <a:pt x="68" y="261"/>
                    <a:pt x="68" y="261"/>
                    <a:pt x="68" y="261"/>
                  </a:cubicBezTo>
                  <a:cubicBezTo>
                    <a:pt x="66" y="262"/>
                    <a:pt x="65" y="262"/>
                    <a:pt x="64" y="265"/>
                  </a:cubicBezTo>
                  <a:cubicBezTo>
                    <a:pt x="61" y="270"/>
                    <a:pt x="59" y="276"/>
                    <a:pt x="58" y="280"/>
                  </a:cubicBezTo>
                  <a:cubicBezTo>
                    <a:pt x="57" y="280"/>
                    <a:pt x="57" y="281"/>
                    <a:pt x="56" y="282"/>
                  </a:cubicBezTo>
                  <a:cubicBezTo>
                    <a:pt x="55" y="283"/>
                    <a:pt x="55" y="284"/>
                    <a:pt x="54" y="284"/>
                  </a:cubicBezTo>
                  <a:cubicBezTo>
                    <a:pt x="53" y="284"/>
                    <a:pt x="53" y="285"/>
                    <a:pt x="52" y="285"/>
                  </a:cubicBezTo>
                  <a:cubicBezTo>
                    <a:pt x="51" y="286"/>
                    <a:pt x="50" y="286"/>
                    <a:pt x="49" y="288"/>
                  </a:cubicBezTo>
                  <a:cubicBezTo>
                    <a:pt x="47" y="289"/>
                    <a:pt x="45" y="292"/>
                    <a:pt x="43" y="294"/>
                  </a:cubicBezTo>
                  <a:cubicBezTo>
                    <a:pt x="42" y="296"/>
                    <a:pt x="42" y="296"/>
                    <a:pt x="42" y="296"/>
                  </a:cubicBezTo>
                  <a:cubicBezTo>
                    <a:pt x="44" y="297"/>
                    <a:pt x="44" y="297"/>
                    <a:pt x="44" y="297"/>
                  </a:cubicBezTo>
                  <a:cubicBezTo>
                    <a:pt x="46" y="298"/>
                    <a:pt x="48" y="299"/>
                    <a:pt x="51" y="301"/>
                  </a:cubicBezTo>
                  <a:cubicBezTo>
                    <a:pt x="52" y="302"/>
                    <a:pt x="54" y="304"/>
                    <a:pt x="55" y="306"/>
                  </a:cubicBezTo>
                  <a:cubicBezTo>
                    <a:pt x="55" y="307"/>
                    <a:pt x="54" y="309"/>
                    <a:pt x="54" y="311"/>
                  </a:cubicBezTo>
                  <a:cubicBezTo>
                    <a:pt x="53" y="312"/>
                    <a:pt x="53" y="313"/>
                    <a:pt x="53" y="314"/>
                  </a:cubicBezTo>
                  <a:cubicBezTo>
                    <a:pt x="52" y="318"/>
                    <a:pt x="54" y="321"/>
                    <a:pt x="55" y="324"/>
                  </a:cubicBezTo>
                  <a:cubicBezTo>
                    <a:pt x="56" y="324"/>
                    <a:pt x="56" y="325"/>
                    <a:pt x="56" y="325"/>
                  </a:cubicBezTo>
                  <a:cubicBezTo>
                    <a:pt x="57" y="326"/>
                    <a:pt x="57" y="327"/>
                    <a:pt x="58" y="328"/>
                  </a:cubicBezTo>
                  <a:cubicBezTo>
                    <a:pt x="59" y="331"/>
                    <a:pt x="60" y="333"/>
                    <a:pt x="61" y="336"/>
                  </a:cubicBezTo>
                  <a:cubicBezTo>
                    <a:pt x="63" y="341"/>
                    <a:pt x="64" y="348"/>
                    <a:pt x="63" y="355"/>
                  </a:cubicBezTo>
                  <a:cubicBezTo>
                    <a:pt x="62" y="355"/>
                    <a:pt x="61" y="355"/>
                    <a:pt x="60" y="355"/>
                  </a:cubicBezTo>
                  <a:cubicBezTo>
                    <a:pt x="59" y="355"/>
                    <a:pt x="58" y="355"/>
                    <a:pt x="56" y="355"/>
                  </a:cubicBezTo>
                  <a:cubicBezTo>
                    <a:pt x="54" y="355"/>
                    <a:pt x="52" y="355"/>
                    <a:pt x="50" y="356"/>
                  </a:cubicBezTo>
                  <a:cubicBezTo>
                    <a:pt x="49" y="357"/>
                    <a:pt x="49" y="357"/>
                    <a:pt x="49" y="357"/>
                  </a:cubicBezTo>
                  <a:cubicBezTo>
                    <a:pt x="49" y="359"/>
                    <a:pt x="49" y="359"/>
                    <a:pt x="49" y="359"/>
                  </a:cubicBezTo>
                  <a:cubicBezTo>
                    <a:pt x="51" y="362"/>
                    <a:pt x="54" y="364"/>
                    <a:pt x="56" y="367"/>
                  </a:cubicBezTo>
                  <a:cubicBezTo>
                    <a:pt x="57" y="367"/>
                    <a:pt x="57" y="368"/>
                    <a:pt x="58" y="368"/>
                  </a:cubicBezTo>
                  <a:cubicBezTo>
                    <a:pt x="59" y="369"/>
                    <a:pt x="59" y="370"/>
                    <a:pt x="60" y="370"/>
                  </a:cubicBezTo>
                  <a:cubicBezTo>
                    <a:pt x="62" y="372"/>
                    <a:pt x="64" y="373"/>
                    <a:pt x="64" y="375"/>
                  </a:cubicBezTo>
                  <a:cubicBezTo>
                    <a:pt x="65" y="378"/>
                    <a:pt x="66" y="381"/>
                    <a:pt x="66" y="384"/>
                  </a:cubicBezTo>
                  <a:cubicBezTo>
                    <a:pt x="66" y="386"/>
                    <a:pt x="66" y="386"/>
                    <a:pt x="66" y="386"/>
                  </a:cubicBezTo>
                  <a:cubicBezTo>
                    <a:pt x="67" y="390"/>
                    <a:pt x="67" y="394"/>
                    <a:pt x="67" y="398"/>
                  </a:cubicBezTo>
                  <a:cubicBezTo>
                    <a:pt x="67" y="399"/>
                    <a:pt x="67" y="399"/>
                    <a:pt x="67" y="400"/>
                  </a:cubicBezTo>
                  <a:cubicBezTo>
                    <a:pt x="67" y="404"/>
                    <a:pt x="66" y="410"/>
                    <a:pt x="72" y="411"/>
                  </a:cubicBezTo>
                  <a:cubicBezTo>
                    <a:pt x="73" y="412"/>
                    <a:pt x="74" y="412"/>
                    <a:pt x="75" y="412"/>
                  </a:cubicBezTo>
                  <a:cubicBezTo>
                    <a:pt x="75" y="412"/>
                    <a:pt x="76" y="412"/>
                    <a:pt x="77" y="412"/>
                  </a:cubicBezTo>
                  <a:cubicBezTo>
                    <a:pt x="78" y="412"/>
                    <a:pt x="78" y="411"/>
                    <a:pt x="79" y="411"/>
                  </a:cubicBezTo>
                  <a:cubicBezTo>
                    <a:pt x="79" y="411"/>
                    <a:pt x="79" y="411"/>
                    <a:pt x="79" y="411"/>
                  </a:cubicBezTo>
                  <a:cubicBezTo>
                    <a:pt x="86" y="412"/>
                    <a:pt x="92" y="412"/>
                    <a:pt x="99" y="412"/>
                  </a:cubicBezTo>
                  <a:cubicBezTo>
                    <a:pt x="106" y="412"/>
                    <a:pt x="114" y="412"/>
                    <a:pt x="122" y="412"/>
                  </a:cubicBezTo>
                  <a:cubicBezTo>
                    <a:pt x="128" y="413"/>
                    <a:pt x="135" y="413"/>
                    <a:pt x="141" y="413"/>
                  </a:cubicBezTo>
                  <a:cubicBezTo>
                    <a:pt x="147" y="413"/>
                    <a:pt x="147" y="413"/>
                    <a:pt x="147" y="413"/>
                  </a:cubicBezTo>
                  <a:cubicBezTo>
                    <a:pt x="147" y="415"/>
                    <a:pt x="147" y="416"/>
                    <a:pt x="146" y="418"/>
                  </a:cubicBezTo>
                  <a:cubicBezTo>
                    <a:pt x="146" y="420"/>
                    <a:pt x="146" y="420"/>
                    <a:pt x="145" y="421"/>
                  </a:cubicBezTo>
                  <a:cubicBezTo>
                    <a:pt x="144" y="422"/>
                    <a:pt x="144" y="422"/>
                    <a:pt x="144" y="423"/>
                  </a:cubicBezTo>
                  <a:cubicBezTo>
                    <a:pt x="138" y="430"/>
                    <a:pt x="144" y="445"/>
                    <a:pt x="146" y="450"/>
                  </a:cubicBezTo>
                  <a:cubicBezTo>
                    <a:pt x="149" y="456"/>
                    <a:pt x="154" y="459"/>
                    <a:pt x="158" y="462"/>
                  </a:cubicBezTo>
                  <a:cubicBezTo>
                    <a:pt x="160" y="463"/>
                    <a:pt x="163" y="464"/>
                    <a:pt x="165" y="465"/>
                  </a:cubicBezTo>
                  <a:cubicBezTo>
                    <a:pt x="167" y="465"/>
                    <a:pt x="168" y="466"/>
                    <a:pt x="170" y="466"/>
                  </a:cubicBezTo>
                  <a:cubicBezTo>
                    <a:pt x="171" y="467"/>
                    <a:pt x="172" y="468"/>
                    <a:pt x="172" y="469"/>
                  </a:cubicBezTo>
                  <a:cubicBezTo>
                    <a:pt x="173" y="470"/>
                    <a:pt x="173" y="470"/>
                    <a:pt x="173" y="470"/>
                  </a:cubicBezTo>
                  <a:cubicBezTo>
                    <a:pt x="173" y="470"/>
                    <a:pt x="173" y="470"/>
                    <a:pt x="173" y="470"/>
                  </a:cubicBezTo>
                  <a:cubicBezTo>
                    <a:pt x="174" y="471"/>
                    <a:pt x="175" y="471"/>
                    <a:pt x="176" y="471"/>
                  </a:cubicBezTo>
                  <a:cubicBezTo>
                    <a:pt x="179" y="472"/>
                    <a:pt x="181" y="473"/>
                    <a:pt x="183" y="475"/>
                  </a:cubicBezTo>
                  <a:cubicBezTo>
                    <a:pt x="184" y="475"/>
                    <a:pt x="185" y="476"/>
                    <a:pt x="186" y="477"/>
                  </a:cubicBezTo>
                  <a:cubicBezTo>
                    <a:pt x="187" y="479"/>
                    <a:pt x="189" y="481"/>
                    <a:pt x="191" y="481"/>
                  </a:cubicBezTo>
                  <a:cubicBezTo>
                    <a:pt x="191" y="481"/>
                    <a:pt x="192" y="481"/>
                    <a:pt x="193" y="480"/>
                  </a:cubicBezTo>
                  <a:cubicBezTo>
                    <a:pt x="194" y="480"/>
                    <a:pt x="196" y="480"/>
                    <a:pt x="198" y="479"/>
                  </a:cubicBezTo>
                  <a:cubicBezTo>
                    <a:pt x="201" y="479"/>
                    <a:pt x="204" y="478"/>
                    <a:pt x="207" y="476"/>
                  </a:cubicBezTo>
                  <a:cubicBezTo>
                    <a:pt x="208" y="475"/>
                    <a:pt x="209" y="473"/>
                    <a:pt x="210" y="472"/>
                  </a:cubicBezTo>
                  <a:cubicBezTo>
                    <a:pt x="210" y="471"/>
                    <a:pt x="211" y="471"/>
                    <a:pt x="211" y="470"/>
                  </a:cubicBezTo>
                  <a:cubicBezTo>
                    <a:pt x="212" y="469"/>
                    <a:pt x="212" y="468"/>
                    <a:pt x="213" y="467"/>
                  </a:cubicBezTo>
                  <a:cubicBezTo>
                    <a:pt x="212" y="466"/>
                    <a:pt x="212" y="466"/>
                    <a:pt x="212" y="466"/>
                  </a:cubicBezTo>
                  <a:cubicBezTo>
                    <a:pt x="212" y="466"/>
                    <a:pt x="212" y="466"/>
                    <a:pt x="212" y="466"/>
                  </a:cubicBezTo>
                  <a:cubicBezTo>
                    <a:pt x="213" y="467"/>
                    <a:pt x="213" y="467"/>
                    <a:pt x="213" y="467"/>
                  </a:cubicBezTo>
                  <a:cubicBezTo>
                    <a:pt x="214" y="466"/>
                    <a:pt x="215" y="464"/>
                    <a:pt x="216" y="463"/>
                  </a:cubicBezTo>
                  <a:cubicBezTo>
                    <a:pt x="217" y="462"/>
                    <a:pt x="217" y="461"/>
                    <a:pt x="218" y="460"/>
                  </a:cubicBezTo>
                  <a:cubicBezTo>
                    <a:pt x="219" y="458"/>
                    <a:pt x="220" y="456"/>
                    <a:pt x="221" y="456"/>
                  </a:cubicBezTo>
                  <a:cubicBezTo>
                    <a:pt x="222" y="455"/>
                    <a:pt x="224" y="455"/>
                    <a:pt x="227" y="454"/>
                  </a:cubicBezTo>
                  <a:cubicBezTo>
                    <a:pt x="228" y="454"/>
                    <a:pt x="229" y="454"/>
                    <a:pt x="229" y="454"/>
                  </a:cubicBezTo>
                  <a:cubicBezTo>
                    <a:pt x="230" y="454"/>
                    <a:pt x="230" y="454"/>
                    <a:pt x="231" y="454"/>
                  </a:cubicBezTo>
                  <a:cubicBezTo>
                    <a:pt x="231" y="454"/>
                    <a:pt x="232" y="454"/>
                    <a:pt x="233" y="454"/>
                  </a:cubicBezTo>
                  <a:cubicBezTo>
                    <a:pt x="233" y="454"/>
                    <a:pt x="234" y="454"/>
                    <a:pt x="234" y="454"/>
                  </a:cubicBezTo>
                  <a:cubicBezTo>
                    <a:pt x="235" y="454"/>
                    <a:pt x="236" y="454"/>
                    <a:pt x="237" y="454"/>
                  </a:cubicBezTo>
                  <a:cubicBezTo>
                    <a:pt x="239" y="453"/>
                    <a:pt x="240" y="452"/>
                    <a:pt x="242" y="451"/>
                  </a:cubicBezTo>
                  <a:cubicBezTo>
                    <a:pt x="243" y="449"/>
                    <a:pt x="245" y="448"/>
                    <a:pt x="248" y="448"/>
                  </a:cubicBezTo>
                  <a:cubicBezTo>
                    <a:pt x="248" y="448"/>
                    <a:pt x="248" y="448"/>
                    <a:pt x="248" y="448"/>
                  </a:cubicBezTo>
                  <a:cubicBezTo>
                    <a:pt x="251" y="448"/>
                    <a:pt x="253" y="449"/>
                    <a:pt x="255" y="451"/>
                  </a:cubicBezTo>
                  <a:cubicBezTo>
                    <a:pt x="256" y="452"/>
                    <a:pt x="258" y="453"/>
                    <a:pt x="259" y="454"/>
                  </a:cubicBezTo>
                  <a:cubicBezTo>
                    <a:pt x="260" y="454"/>
                    <a:pt x="260" y="454"/>
                    <a:pt x="261" y="454"/>
                  </a:cubicBezTo>
                  <a:cubicBezTo>
                    <a:pt x="263" y="454"/>
                    <a:pt x="264" y="454"/>
                    <a:pt x="266" y="456"/>
                  </a:cubicBezTo>
                  <a:cubicBezTo>
                    <a:pt x="267" y="456"/>
                    <a:pt x="268" y="457"/>
                    <a:pt x="268" y="458"/>
                  </a:cubicBezTo>
                  <a:cubicBezTo>
                    <a:pt x="269" y="458"/>
                    <a:pt x="270" y="459"/>
                    <a:pt x="272" y="460"/>
                  </a:cubicBezTo>
                  <a:cubicBezTo>
                    <a:pt x="274" y="461"/>
                    <a:pt x="276" y="463"/>
                    <a:pt x="277" y="464"/>
                  </a:cubicBezTo>
                  <a:cubicBezTo>
                    <a:pt x="280" y="466"/>
                    <a:pt x="283" y="468"/>
                    <a:pt x="286" y="469"/>
                  </a:cubicBezTo>
                  <a:cubicBezTo>
                    <a:pt x="288" y="470"/>
                    <a:pt x="290" y="471"/>
                    <a:pt x="292" y="471"/>
                  </a:cubicBezTo>
                  <a:cubicBezTo>
                    <a:pt x="298" y="471"/>
                    <a:pt x="303" y="468"/>
                    <a:pt x="307" y="466"/>
                  </a:cubicBezTo>
                  <a:cubicBezTo>
                    <a:pt x="307" y="466"/>
                    <a:pt x="308" y="466"/>
                    <a:pt x="309" y="465"/>
                  </a:cubicBezTo>
                  <a:cubicBezTo>
                    <a:pt x="310" y="464"/>
                    <a:pt x="312" y="463"/>
                    <a:pt x="314" y="463"/>
                  </a:cubicBezTo>
                  <a:cubicBezTo>
                    <a:pt x="315" y="463"/>
                    <a:pt x="315" y="463"/>
                    <a:pt x="316" y="463"/>
                  </a:cubicBezTo>
                  <a:cubicBezTo>
                    <a:pt x="318" y="464"/>
                    <a:pt x="320" y="465"/>
                    <a:pt x="322" y="467"/>
                  </a:cubicBezTo>
                  <a:cubicBezTo>
                    <a:pt x="323" y="467"/>
                    <a:pt x="323" y="468"/>
                    <a:pt x="324" y="468"/>
                  </a:cubicBezTo>
                  <a:cubicBezTo>
                    <a:pt x="326" y="469"/>
                    <a:pt x="328" y="469"/>
                    <a:pt x="329" y="469"/>
                  </a:cubicBezTo>
                  <a:cubicBezTo>
                    <a:pt x="334" y="469"/>
                    <a:pt x="339" y="466"/>
                    <a:pt x="346" y="459"/>
                  </a:cubicBezTo>
                  <a:cubicBezTo>
                    <a:pt x="346" y="459"/>
                    <a:pt x="347" y="458"/>
                    <a:pt x="348" y="456"/>
                  </a:cubicBezTo>
                  <a:cubicBezTo>
                    <a:pt x="350" y="454"/>
                    <a:pt x="351" y="451"/>
                    <a:pt x="354" y="451"/>
                  </a:cubicBezTo>
                  <a:cubicBezTo>
                    <a:pt x="354" y="451"/>
                    <a:pt x="355" y="451"/>
                    <a:pt x="355" y="451"/>
                  </a:cubicBezTo>
                  <a:cubicBezTo>
                    <a:pt x="355" y="452"/>
                    <a:pt x="356" y="455"/>
                    <a:pt x="355" y="460"/>
                  </a:cubicBezTo>
                  <a:cubicBezTo>
                    <a:pt x="355" y="462"/>
                    <a:pt x="354" y="463"/>
                    <a:pt x="353" y="465"/>
                  </a:cubicBezTo>
                  <a:cubicBezTo>
                    <a:pt x="353" y="466"/>
                    <a:pt x="353" y="466"/>
                    <a:pt x="353" y="466"/>
                  </a:cubicBezTo>
                  <a:cubicBezTo>
                    <a:pt x="352" y="468"/>
                    <a:pt x="350" y="470"/>
                    <a:pt x="349" y="472"/>
                  </a:cubicBezTo>
                  <a:cubicBezTo>
                    <a:pt x="347" y="475"/>
                    <a:pt x="346" y="477"/>
                    <a:pt x="344" y="479"/>
                  </a:cubicBezTo>
                  <a:cubicBezTo>
                    <a:pt x="344" y="480"/>
                    <a:pt x="344" y="480"/>
                    <a:pt x="344" y="480"/>
                  </a:cubicBezTo>
                  <a:cubicBezTo>
                    <a:pt x="343" y="483"/>
                    <a:pt x="343" y="483"/>
                    <a:pt x="343" y="483"/>
                  </a:cubicBezTo>
                  <a:cubicBezTo>
                    <a:pt x="345" y="483"/>
                    <a:pt x="345" y="483"/>
                    <a:pt x="345" y="483"/>
                  </a:cubicBezTo>
                  <a:cubicBezTo>
                    <a:pt x="345" y="483"/>
                    <a:pt x="345" y="483"/>
                    <a:pt x="345" y="483"/>
                  </a:cubicBezTo>
                  <a:cubicBezTo>
                    <a:pt x="346" y="484"/>
                    <a:pt x="348" y="485"/>
                    <a:pt x="349" y="486"/>
                  </a:cubicBezTo>
                  <a:cubicBezTo>
                    <a:pt x="350" y="487"/>
                    <a:pt x="350" y="487"/>
                    <a:pt x="351" y="487"/>
                  </a:cubicBezTo>
                  <a:cubicBezTo>
                    <a:pt x="352" y="487"/>
                    <a:pt x="352" y="486"/>
                    <a:pt x="353" y="486"/>
                  </a:cubicBezTo>
                  <a:cubicBezTo>
                    <a:pt x="354" y="486"/>
                    <a:pt x="354" y="486"/>
                    <a:pt x="355" y="486"/>
                  </a:cubicBezTo>
                  <a:cubicBezTo>
                    <a:pt x="355" y="486"/>
                    <a:pt x="356" y="486"/>
                    <a:pt x="356" y="486"/>
                  </a:cubicBezTo>
                  <a:cubicBezTo>
                    <a:pt x="357" y="486"/>
                    <a:pt x="357" y="486"/>
                    <a:pt x="358" y="486"/>
                  </a:cubicBezTo>
                  <a:cubicBezTo>
                    <a:pt x="358" y="486"/>
                    <a:pt x="359" y="486"/>
                    <a:pt x="359" y="486"/>
                  </a:cubicBezTo>
                  <a:cubicBezTo>
                    <a:pt x="360" y="486"/>
                    <a:pt x="361" y="487"/>
                    <a:pt x="361" y="487"/>
                  </a:cubicBezTo>
                  <a:cubicBezTo>
                    <a:pt x="363" y="487"/>
                    <a:pt x="364" y="486"/>
                    <a:pt x="366" y="486"/>
                  </a:cubicBezTo>
                  <a:cubicBezTo>
                    <a:pt x="367" y="485"/>
                    <a:pt x="369" y="485"/>
                    <a:pt x="371" y="485"/>
                  </a:cubicBezTo>
                  <a:cubicBezTo>
                    <a:pt x="371" y="485"/>
                    <a:pt x="372" y="485"/>
                    <a:pt x="372" y="485"/>
                  </a:cubicBezTo>
                  <a:cubicBezTo>
                    <a:pt x="373" y="485"/>
                    <a:pt x="374" y="485"/>
                    <a:pt x="375" y="485"/>
                  </a:cubicBezTo>
                  <a:cubicBezTo>
                    <a:pt x="378" y="485"/>
                    <a:pt x="378" y="485"/>
                    <a:pt x="378" y="485"/>
                  </a:cubicBezTo>
                  <a:cubicBezTo>
                    <a:pt x="378" y="482"/>
                    <a:pt x="378" y="482"/>
                    <a:pt x="378" y="482"/>
                  </a:cubicBezTo>
                  <a:cubicBezTo>
                    <a:pt x="378" y="481"/>
                    <a:pt x="378" y="480"/>
                    <a:pt x="378" y="478"/>
                  </a:cubicBezTo>
                  <a:cubicBezTo>
                    <a:pt x="377" y="477"/>
                    <a:pt x="377" y="476"/>
                    <a:pt x="376" y="475"/>
                  </a:cubicBezTo>
                  <a:cubicBezTo>
                    <a:pt x="376" y="473"/>
                    <a:pt x="375" y="472"/>
                    <a:pt x="375" y="470"/>
                  </a:cubicBezTo>
                  <a:cubicBezTo>
                    <a:pt x="375" y="469"/>
                    <a:pt x="375" y="468"/>
                    <a:pt x="375" y="466"/>
                  </a:cubicBezTo>
                  <a:cubicBezTo>
                    <a:pt x="374" y="462"/>
                    <a:pt x="374" y="457"/>
                    <a:pt x="375" y="452"/>
                  </a:cubicBezTo>
                  <a:cubicBezTo>
                    <a:pt x="376" y="450"/>
                    <a:pt x="378" y="447"/>
                    <a:pt x="379" y="445"/>
                  </a:cubicBezTo>
                  <a:cubicBezTo>
                    <a:pt x="380" y="443"/>
                    <a:pt x="381" y="442"/>
                    <a:pt x="382" y="440"/>
                  </a:cubicBezTo>
                  <a:cubicBezTo>
                    <a:pt x="383" y="439"/>
                    <a:pt x="383" y="438"/>
                    <a:pt x="384" y="437"/>
                  </a:cubicBezTo>
                  <a:cubicBezTo>
                    <a:pt x="385" y="435"/>
                    <a:pt x="388" y="433"/>
                    <a:pt x="390" y="432"/>
                  </a:cubicBezTo>
                  <a:cubicBezTo>
                    <a:pt x="392" y="431"/>
                    <a:pt x="394" y="430"/>
                    <a:pt x="395" y="428"/>
                  </a:cubicBezTo>
                  <a:cubicBezTo>
                    <a:pt x="399" y="424"/>
                    <a:pt x="401" y="421"/>
                    <a:pt x="401" y="416"/>
                  </a:cubicBezTo>
                  <a:cubicBezTo>
                    <a:pt x="400" y="410"/>
                    <a:pt x="405" y="405"/>
                    <a:pt x="410" y="401"/>
                  </a:cubicBezTo>
                  <a:cubicBezTo>
                    <a:pt x="411" y="400"/>
                    <a:pt x="411" y="400"/>
                    <a:pt x="412" y="399"/>
                  </a:cubicBezTo>
                  <a:cubicBezTo>
                    <a:pt x="413" y="398"/>
                    <a:pt x="414" y="397"/>
                    <a:pt x="414" y="396"/>
                  </a:cubicBezTo>
                  <a:cubicBezTo>
                    <a:pt x="415" y="395"/>
                    <a:pt x="416" y="394"/>
                    <a:pt x="417" y="393"/>
                  </a:cubicBezTo>
                  <a:cubicBezTo>
                    <a:pt x="419" y="392"/>
                    <a:pt x="421" y="391"/>
                    <a:pt x="424" y="390"/>
                  </a:cubicBezTo>
                  <a:cubicBezTo>
                    <a:pt x="425" y="389"/>
                    <a:pt x="427" y="389"/>
                    <a:pt x="428" y="389"/>
                  </a:cubicBezTo>
                  <a:cubicBezTo>
                    <a:pt x="429" y="389"/>
                    <a:pt x="431" y="389"/>
                    <a:pt x="432" y="389"/>
                  </a:cubicBezTo>
                  <a:cubicBezTo>
                    <a:pt x="435" y="388"/>
                    <a:pt x="436" y="384"/>
                    <a:pt x="438" y="381"/>
                  </a:cubicBezTo>
                  <a:cubicBezTo>
                    <a:pt x="438" y="380"/>
                    <a:pt x="439" y="379"/>
                    <a:pt x="439" y="378"/>
                  </a:cubicBezTo>
                  <a:cubicBezTo>
                    <a:pt x="441" y="375"/>
                    <a:pt x="442" y="371"/>
                    <a:pt x="443" y="367"/>
                  </a:cubicBezTo>
                  <a:cubicBezTo>
                    <a:pt x="444" y="361"/>
                    <a:pt x="446" y="358"/>
                    <a:pt x="451" y="355"/>
                  </a:cubicBezTo>
                  <a:cubicBezTo>
                    <a:pt x="451" y="354"/>
                    <a:pt x="451" y="354"/>
                    <a:pt x="451" y="354"/>
                  </a:cubicBezTo>
                  <a:cubicBezTo>
                    <a:pt x="453" y="353"/>
                    <a:pt x="455" y="352"/>
                    <a:pt x="457" y="352"/>
                  </a:cubicBezTo>
                  <a:cubicBezTo>
                    <a:pt x="458" y="352"/>
                    <a:pt x="458" y="352"/>
                    <a:pt x="458" y="352"/>
                  </a:cubicBezTo>
                  <a:cubicBezTo>
                    <a:pt x="458" y="352"/>
                    <a:pt x="460" y="352"/>
                    <a:pt x="460" y="352"/>
                  </a:cubicBezTo>
                  <a:cubicBezTo>
                    <a:pt x="461" y="352"/>
                    <a:pt x="463" y="352"/>
                    <a:pt x="464" y="351"/>
                  </a:cubicBezTo>
                  <a:cubicBezTo>
                    <a:pt x="467" y="348"/>
                    <a:pt x="469" y="345"/>
                    <a:pt x="470" y="341"/>
                  </a:cubicBezTo>
                  <a:cubicBezTo>
                    <a:pt x="471" y="340"/>
                    <a:pt x="472" y="339"/>
                    <a:pt x="472" y="337"/>
                  </a:cubicBezTo>
                  <a:cubicBezTo>
                    <a:pt x="474" y="335"/>
                    <a:pt x="475" y="332"/>
                    <a:pt x="475" y="329"/>
                  </a:cubicBezTo>
                  <a:cubicBezTo>
                    <a:pt x="475" y="327"/>
                    <a:pt x="475" y="326"/>
                    <a:pt x="475" y="325"/>
                  </a:cubicBezTo>
                  <a:cubicBezTo>
                    <a:pt x="475" y="321"/>
                    <a:pt x="474" y="318"/>
                    <a:pt x="476" y="315"/>
                  </a:cubicBezTo>
                  <a:cubicBezTo>
                    <a:pt x="477" y="314"/>
                    <a:pt x="477" y="313"/>
                    <a:pt x="478" y="312"/>
                  </a:cubicBezTo>
                  <a:cubicBezTo>
                    <a:pt x="479" y="312"/>
                    <a:pt x="480" y="311"/>
                    <a:pt x="480" y="310"/>
                  </a:cubicBezTo>
                  <a:cubicBezTo>
                    <a:pt x="481" y="309"/>
                    <a:pt x="481" y="306"/>
                    <a:pt x="480" y="304"/>
                  </a:cubicBezTo>
                  <a:cubicBezTo>
                    <a:pt x="480" y="303"/>
                    <a:pt x="480" y="301"/>
                    <a:pt x="480" y="300"/>
                  </a:cubicBezTo>
                  <a:cubicBezTo>
                    <a:pt x="481" y="296"/>
                    <a:pt x="482" y="293"/>
                    <a:pt x="484" y="290"/>
                  </a:cubicBezTo>
                  <a:cubicBezTo>
                    <a:pt x="484" y="289"/>
                    <a:pt x="485" y="288"/>
                    <a:pt x="485" y="287"/>
                  </a:cubicBezTo>
                  <a:cubicBezTo>
                    <a:pt x="485" y="286"/>
                    <a:pt x="486" y="285"/>
                    <a:pt x="487" y="284"/>
                  </a:cubicBezTo>
                  <a:cubicBezTo>
                    <a:pt x="487" y="284"/>
                    <a:pt x="488" y="283"/>
                    <a:pt x="488" y="282"/>
                  </a:cubicBezTo>
                  <a:cubicBezTo>
                    <a:pt x="489" y="282"/>
                    <a:pt x="490" y="281"/>
                    <a:pt x="490" y="280"/>
                  </a:cubicBezTo>
                  <a:cubicBezTo>
                    <a:pt x="492" y="276"/>
                    <a:pt x="493" y="271"/>
                    <a:pt x="493" y="267"/>
                  </a:cubicBezTo>
                  <a:cubicBezTo>
                    <a:pt x="493" y="267"/>
                    <a:pt x="493" y="266"/>
                    <a:pt x="493" y="266"/>
                  </a:cubicBezTo>
                  <a:cubicBezTo>
                    <a:pt x="493" y="264"/>
                    <a:pt x="493" y="263"/>
                    <a:pt x="494" y="261"/>
                  </a:cubicBezTo>
                  <a:cubicBezTo>
                    <a:pt x="495" y="261"/>
                    <a:pt x="495" y="260"/>
                    <a:pt x="496" y="260"/>
                  </a:cubicBezTo>
                  <a:cubicBezTo>
                    <a:pt x="496" y="259"/>
                    <a:pt x="497" y="258"/>
                    <a:pt x="498" y="257"/>
                  </a:cubicBezTo>
                  <a:cubicBezTo>
                    <a:pt x="499" y="254"/>
                    <a:pt x="498" y="253"/>
                    <a:pt x="495" y="251"/>
                  </a:cubicBezTo>
                  <a:cubicBezTo>
                    <a:pt x="493" y="249"/>
                    <a:pt x="491" y="247"/>
                    <a:pt x="491" y="244"/>
                  </a:cubicBezTo>
                  <a:cubicBezTo>
                    <a:pt x="490" y="242"/>
                    <a:pt x="490" y="239"/>
                    <a:pt x="491" y="237"/>
                  </a:cubicBezTo>
                  <a:cubicBezTo>
                    <a:pt x="491" y="235"/>
                    <a:pt x="492" y="233"/>
                    <a:pt x="491" y="230"/>
                  </a:cubicBezTo>
                  <a:cubicBezTo>
                    <a:pt x="491" y="229"/>
                    <a:pt x="491" y="227"/>
                    <a:pt x="491" y="226"/>
                  </a:cubicBezTo>
                  <a:cubicBezTo>
                    <a:pt x="490" y="223"/>
                    <a:pt x="489" y="220"/>
                    <a:pt x="489" y="217"/>
                  </a:cubicBezTo>
                  <a:cubicBezTo>
                    <a:pt x="490" y="216"/>
                    <a:pt x="490" y="215"/>
                    <a:pt x="490" y="214"/>
                  </a:cubicBezTo>
                  <a:cubicBezTo>
                    <a:pt x="490" y="213"/>
                    <a:pt x="490" y="212"/>
                    <a:pt x="490" y="211"/>
                  </a:cubicBezTo>
                  <a:cubicBezTo>
                    <a:pt x="490" y="209"/>
                    <a:pt x="490" y="208"/>
                    <a:pt x="490" y="207"/>
                  </a:cubicBezTo>
                  <a:cubicBezTo>
                    <a:pt x="489" y="206"/>
                    <a:pt x="489" y="205"/>
                    <a:pt x="489" y="204"/>
                  </a:cubicBezTo>
                  <a:cubicBezTo>
                    <a:pt x="489" y="203"/>
                    <a:pt x="489" y="202"/>
                    <a:pt x="489" y="201"/>
                  </a:cubicBezTo>
                  <a:cubicBezTo>
                    <a:pt x="489" y="200"/>
                    <a:pt x="490" y="199"/>
                    <a:pt x="490" y="198"/>
                  </a:cubicBezTo>
                  <a:cubicBezTo>
                    <a:pt x="489" y="197"/>
                    <a:pt x="489" y="196"/>
                    <a:pt x="488" y="195"/>
                  </a:cubicBezTo>
                  <a:cubicBezTo>
                    <a:pt x="488" y="194"/>
                    <a:pt x="488" y="193"/>
                    <a:pt x="488" y="193"/>
                  </a:cubicBezTo>
                  <a:cubicBezTo>
                    <a:pt x="487" y="189"/>
                    <a:pt x="488" y="186"/>
                    <a:pt x="489" y="182"/>
                  </a:cubicBezTo>
                  <a:cubicBezTo>
                    <a:pt x="489" y="181"/>
                    <a:pt x="490" y="181"/>
                    <a:pt x="490" y="180"/>
                  </a:cubicBezTo>
                  <a:cubicBezTo>
                    <a:pt x="490" y="179"/>
                    <a:pt x="491" y="178"/>
                    <a:pt x="491" y="177"/>
                  </a:cubicBezTo>
                  <a:cubicBezTo>
                    <a:pt x="492" y="176"/>
                    <a:pt x="492" y="175"/>
                    <a:pt x="492" y="174"/>
                  </a:cubicBezTo>
                  <a:cubicBezTo>
                    <a:pt x="493" y="173"/>
                    <a:pt x="493" y="171"/>
                    <a:pt x="493" y="170"/>
                  </a:cubicBezTo>
                  <a:cubicBezTo>
                    <a:pt x="493" y="169"/>
                    <a:pt x="493" y="168"/>
                    <a:pt x="493" y="168"/>
                  </a:cubicBezTo>
                  <a:cubicBezTo>
                    <a:pt x="493" y="167"/>
                    <a:pt x="493" y="166"/>
                    <a:pt x="493" y="165"/>
                  </a:cubicBezTo>
                  <a:cubicBezTo>
                    <a:pt x="493" y="161"/>
                    <a:pt x="493" y="158"/>
                    <a:pt x="495" y="155"/>
                  </a:cubicBezTo>
                  <a:cubicBezTo>
                    <a:pt x="496" y="153"/>
                    <a:pt x="496" y="151"/>
                    <a:pt x="497" y="149"/>
                  </a:cubicBezTo>
                  <a:cubicBezTo>
                    <a:pt x="498" y="147"/>
                    <a:pt x="499" y="144"/>
                    <a:pt x="501" y="142"/>
                  </a:cubicBezTo>
                  <a:cubicBezTo>
                    <a:pt x="503" y="139"/>
                    <a:pt x="504" y="136"/>
                    <a:pt x="504" y="133"/>
                  </a:cubicBezTo>
                  <a:cubicBezTo>
                    <a:pt x="505" y="131"/>
                    <a:pt x="505" y="129"/>
                    <a:pt x="506" y="127"/>
                  </a:cubicBezTo>
                  <a:cubicBezTo>
                    <a:pt x="507" y="127"/>
                    <a:pt x="507" y="126"/>
                    <a:pt x="507" y="125"/>
                  </a:cubicBezTo>
                  <a:cubicBezTo>
                    <a:pt x="508" y="123"/>
                    <a:pt x="509" y="121"/>
                    <a:pt x="510" y="119"/>
                  </a:cubicBezTo>
                  <a:cubicBezTo>
                    <a:pt x="511" y="116"/>
                    <a:pt x="511" y="116"/>
                    <a:pt x="511" y="116"/>
                  </a:cubicBezTo>
                  <a:lnTo>
                    <a:pt x="235" y="99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  <a:effectLst>
              <a:outerShdw dist="38100" dir="54000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959EB60-03A8-580D-77BC-21AD78AEF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474"/>
              <a:ext cx="764" cy="635"/>
            </a:xfrm>
            <a:custGeom>
              <a:avLst/>
              <a:gdLst>
                <a:gd name="T0" fmla="*/ 306 w 313"/>
                <a:gd name="T1" fmla="*/ 178 h 260"/>
                <a:gd name="T2" fmla="*/ 304 w 313"/>
                <a:gd name="T3" fmla="*/ 158 h 260"/>
                <a:gd name="T4" fmla="*/ 298 w 313"/>
                <a:gd name="T5" fmla="*/ 139 h 260"/>
                <a:gd name="T6" fmla="*/ 287 w 313"/>
                <a:gd name="T7" fmla="*/ 139 h 260"/>
                <a:gd name="T8" fmla="*/ 271 w 313"/>
                <a:gd name="T9" fmla="*/ 136 h 260"/>
                <a:gd name="T10" fmla="*/ 246 w 313"/>
                <a:gd name="T11" fmla="*/ 136 h 260"/>
                <a:gd name="T12" fmla="*/ 236 w 313"/>
                <a:gd name="T13" fmla="*/ 122 h 260"/>
                <a:gd name="T14" fmla="*/ 234 w 313"/>
                <a:gd name="T15" fmla="*/ 104 h 260"/>
                <a:gd name="T16" fmla="*/ 233 w 313"/>
                <a:gd name="T17" fmla="*/ 76 h 260"/>
                <a:gd name="T18" fmla="*/ 232 w 313"/>
                <a:gd name="T19" fmla="*/ 53 h 260"/>
                <a:gd name="T20" fmla="*/ 232 w 313"/>
                <a:gd name="T21" fmla="*/ 35 h 260"/>
                <a:gd name="T22" fmla="*/ 221 w 313"/>
                <a:gd name="T23" fmla="*/ 35 h 260"/>
                <a:gd name="T24" fmla="*/ 206 w 313"/>
                <a:gd name="T25" fmla="*/ 31 h 260"/>
                <a:gd name="T26" fmla="*/ 196 w 313"/>
                <a:gd name="T27" fmla="*/ 20 h 260"/>
                <a:gd name="T28" fmla="*/ 190 w 313"/>
                <a:gd name="T29" fmla="*/ 16 h 260"/>
                <a:gd name="T30" fmla="*/ 182 w 313"/>
                <a:gd name="T31" fmla="*/ 6 h 260"/>
                <a:gd name="T32" fmla="*/ 157 w 313"/>
                <a:gd name="T33" fmla="*/ 1 h 260"/>
                <a:gd name="T34" fmla="*/ 143 w 313"/>
                <a:gd name="T35" fmla="*/ 2 h 260"/>
                <a:gd name="T36" fmla="*/ 136 w 313"/>
                <a:gd name="T37" fmla="*/ 12 h 260"/>
                <a:gd name="T38" fmla="*/ 127 w 313"/>
                <a:gd name="T39" fmla="*/ 18 h 260"/>
                <a:gd name="T40" fmla="*/ 121 w 313"/>
                <a:gd name="T41" fmla="*/ 34 h 260"/>
                <a:gd name="T42" fmla="*/ 118 w 313"/>
                <a:gd name="T43" fmla="*/ 44 h 260"/>
                <a:gd name="T44" fmla="*/ 110 w 313"/>
                <a:gd name="T45" fmla="*/ 46 h 260"/>
                <a:gd name="T46" fmla="*/ 104 w 313"/>
                <a:gd name="T47" fmla="*/ 47 h 260"/>
                <a:gd name="T48" fmla="*/ 94 w 313"/>
                <a:gd name="T49" fmla="*/ 51 h 260"/>
                <a:gd name="T50" fmla="*/ 89 w 313"/>
                <a:gd name="T51" fmla="*/ 50 h 260"/>
                <a:gd name="T52" fmla="*/ 82 w 313"/>
                <a:gd name="T53" fmla="*/ 59 h 260"/>
                <a:gd name="T54" fmla="*/ 73 w 313"/>
                <a:gd name="T55" fmla="*/ 69 h 260"/>
                <a:gd name="T56" fmla="*/ 68 w 313"/>
                <a:gd name="T57" fmla="*/ 62 h 260"/>
                <a:gd name="T58" fmla="*/ 60 w 313"/>
                <a:gd name="T59" fmla="*/ 69 h 260"/>
                <a:gd name="T60" fmla="*/ 54 w 313"/>
                <a:gd name="T61" fmla="*/ 68 h 260"/>
                <a:gd name="T62" fmla="*/ 47 w 313"/>
                <a:gd name="T63" fmla="*/ 76 h 260"/>
                <a:gd name="T64" fmla="*/ 39 w 313"/>
                <a:gd name="T65" fmla="*/ 72 h 260"/>
                <a:gd name="T66" fmla="*/ 33 w 313"/>
                <a:gd name="T67" fmla="*/ 70 h 260"/>
                <a:gd name="T68" fmla="*/ 18 w 313"/>
                <a:gd name="T69" fmla="*/ 72 h 260"/>
                <a:gd name="T70" fmla="*/ 12 w 313"/>
                <a:gd name="T71" fmla="*/ 81 h 260"/>
                <a:gd name="T72" fmla="*/ 0 w 313"/>
                <a:gd name="T73" fmla="*/ 93 h 260"/>
                <a:gd name="T74" fmla="*/ 24 w 313"/>
                <a:gd name="T75" fmla="*/ 90 h 260"/>
                <a:gd name="T76" fmla="*/ 53 w 313"/>
                <a:gd name="T77" fmla="*/ 87 h 260"/>
                <a:gd name="T78" fmla="*/ 60 w 313"/>
                <a:gd name="T79" fmla="*/ 88 h 260"/>
                <a:gd name="T80" fmla="*/ 63 w 313"/>
                <a:gd name="T81" fmla="*/ 103 h 260"/>
                <a:gd name="T82" fmla="*/ 62 w 313"/>
                <a:gd name="T83" fmla="*/ 130 h 260"/>
                <a:gd name="T84" fmla="*/ 67 w 313"/>
                <a:gd name="T85" fmla="*/ 166 h 260"/>
                <a:gd name="T86" fmla="*/ 78 w 313"/>
                <a:gd name="T87" fmla="*/ 181 h 260"/>
                <a:gd name="T88" fmla="*/ 90 w 313"/>
                <a:gd name="T89" fmla="*/ 192 h 260"/>
                <a:gd name="T90" fmla="*/ 104 w 313"/>
                <a:gd name="T91" fmla="*/ 205 h 260"/>
                <a:gd name="T92" fmla="*/ 126 w 313"/>
                <a:gd name="T93" fmla="*/ 212 h 260"/>
                <a:gd name="T94" fmla="*/ 142 w 313"/>
                <a:gd name="T95" fmla="*/ 210 h 260"/>
                <a:gd name="T96" fmla="*/ 158 w 313"/>
                <a:gd name="T97" fmla="*/ 219 h 260"/>
                <a:gd name="T98" fmla="*/ 166 w 313"/>
                <a:gd name="T99" fmla="*/ 216 h 260"/>
                <a:gd name="T100" fmla="*/ 176 w 313"/>
                <a:gd name="T101" fmla="*/ 228 h 260"/>
                <a:gd name="T102" fmla="*/ 201 w 313"/>
                <a:gd name="T103" fmla="*/ 237 h 260"/>
                <a:gd name="T104" fmla="*/ 209 w 313"/>
                <a:gd name="T105" fmla="*/ 236 h 260"/>
                <a:gd name="T106" fmla="*/ 214 w 313"/>
                <a:gd name="T107" fmla="*/ 245 h 260"/>
                <a:gd name="T108" fmla="*/ 251 w 313"/>
                <a:gd name="T109" fmla="*/ 251 h 260"/>
                <a:gd name="T110" fmla="*/ 263 w 313"/>
                <a:gd name="T111" fmla="*/ 255 h 260"/>
                <a:gd name="T112" fmla="*/ 274 w 313"/>
                <a:gd name="T113" fmla="*/ 259 h 260"/>
                <a:gd name="T114" fmla="*/ 287 w 313"/>
                <a:gd name="T115" fmla="*/ 247 h 260"/>
                <a:gd name="T116" fmla="*/ 295 w 313"/>
                <a:gd name="T117" fmla="*/ 229 h 260"/>
                <a:gd name="T118" fmla="*/ 303 w 313"/>
                <a:gd name="T119" fmla="*/ 219 h 260"/>
                <a:gd name="T120" fmla="*/ 309 w 313"/>
                <a:gd name="T121" fmla="*/ 206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3" h="260">
                  <a:moveTo>
                    <a:pt x="311" y="195"/>
                  </a:moveTo>
                  <a:cubicBezTo>
                    <a:pt x="311" y="194"/>
                    <a:pt x="310" y="193"/>
                    <a:pt x="310" y="192"/>
                  </a:cubicBezTo>
                  <a:cubicBezTo>
                    <a:pt x="310" y="191"/>
                    <a:pt x="310" y="189"/>
                    <a:pt x="309" y="188"/>
                  </a:cubicBezTo>
                  <a:cubicBezTo>
                    <a:pt x="309" y="185"/>
                    <a:pt x="308" y="181"/>
                    <a:pt x="306" y="178"/>
                  </a:cubicBezTo>
                  <a:cubicBezTo>
                    <a:pt x="306" y="177"/>
                    <a:pt x="305" y="176"/>
                    <a:pt x="303" y="175"/>
                  </a:cubicBezTo>
                  <a:cubicBezTo>
                    <a:pt x="302" y="173"/>
                    <a:pt x="301" y="171"/>
                    <a:pt x="300" y="169"/>
                  </a:cubicBezTo>
                  <a:cubicBezTo>
                    <a:pt x="299" y="166"/>
                    <a:pt x="300" y="163"/>
                    <a:pt x="302" y="160"/>
                  </a:cubicBezTo>
                  <a:cubicBezTo>
                    <a:pt x="303" y="159"/>
                    <a:pt x="303" y="159"/>
                    <a:pt x="304" y="158"/>
                  </a:cubicBezTo>
                  <a:cubicBezTo>
                    <a:pt x="306" y="157"/>
                    <a:pt x="307" y="155"/>
                    <a:pt x="308" y="154"/>
                  </a:cubicBezTo>
                  <a:cubicBezTo>
                    <a:pt x="308" y="152"/>
                    <a:pt x="307" y="149"/>
                    <a:pt x="306" y="146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5" y="143"/>
                    <a:pt x="301" y="140"/>
                    <a:pt x="298" y="139"/>
                  </a:cubicBezTo>
                  <a:cubicBezTo>
                    <a:pt x="298" y="139"/>
                    <a:pt x="297" y="139"/>
                    <a:pt x="296" y="139"/>
                  </a:cubicBezTo>
                  <a:cubicBezTo>
                    <a:pt x="295" y="139"/>
                    <a:pt x="294" y="139"/>
                    <a:pt x="293" y="139"/>
                  </a:cubicBezTo>
                  <a:cubicBezTo>
                    <a:pt x="292" y="140"/>
                    <a:pt x="291" y="140"/>
                    <a:pt x="290" y="140"/>
                  </a:cubicBezTo>
                  <a:cubicBezTo>
                    <a:pt x="289" y="140"/>
                    <a:pt x="288" y="140"/>
                    <a:pt x="287" y="139"/>
                  </a:cubicBezTo>
                  <a:cubicBezTo>
                    <a:pt x="285" y="138"/>
                    <a:pt x="285" y="138"/>
                    <a:pt x="284" y="137"/>
                  </a:cubicBezTo>
                  <a:cubicBezTo>
                    <a:pt x="283" y="136"/>
                    <a:pt x="282" y="135"/>
                    <a:pt x="280" y="135"/>
                  </a:cubicBezTo>
                  <a:cubicBezTo>
                    <a:pt x="278" y="135"/>
                    <a:pt x="276" y="135"/>
                    <a:pt x="274" y="135"/>
                  </a:cubicBezTo>
                  <a:cubicBezTo>
                    <a:pt x="273" y="136"/>
                    <a:pt x="272" y="136"/>
                    <a:pt x="271" y="136"/>
                  </a:cubicBezTo>
                  <a:cubicBezTo>
                    <a:pt x="270" y="136"/>
                    <a:pt x="270" y="136"/>
                    <a:pt x="269" y="136"/>
                  </a:cubicBezTo>
                  <a:cubicBezTo>
                    <a:pt x="268" y="136"/>
                    <a:pt x="266" y="136"/>
                    <a:pt x="265" y="136"/>
                  </a:cubicBezTo>
                  <a:cubicBezTo>
                    <a:pt x="263" y="135"/>
                    <a:pt x="262" y="135"/>
                    <a:pt x="261" y="135"/>
                  </a:cubicBezTo>
                  <a:cubicBezTo>
                    <a:pt x="256" y="135"/>
                    <a:pt x="251" y="136"/>
                    <a:pt x="246" y="136"/>
                  </a:cubicBezTo>
                  <a:cubicBezTo>
                    <a:pt x="246" y="136"/>
                    <a:pt x="245" y="136"/>
                    <a:pt x="244" y="136"/>
                  </a:cubicBezTo>
                  <a:cubicBezTo>
                    <a:pt x="238" y="136"/>
                    <a:pt x="237" y="133"/>
                    <a:pt x="237" y="131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37" y="126"/>
                    <a:pt x="236" y="124"/>
                    <a:pt x="236" y="122"/>
                  </a:cubicBezTo>
                  <a:cubicBezTo>
                    <a:pt x="236" y="120"/>
                    <a:pt x="236" y="119"/>
                    <a:pt x="237" y="117"/>
                  </a:cubicBezTo>
                  <a:cubicBezTo>
                    <a:pt x="237" y="116"/>
                    <a:pt x="237" y="115"/>
                    <a:pt x="237" y="114"/>
                  </a:cubicBezTo>
                  <a:cubicBezTo>
                    <a:pt x="237" y="112"/>
                    <a:pt x="237" y="109"/>
                    <a:pt x="236" y="107"/>
                  </a:cubicBezTo>
                  <a:cubicBezTo>
                    <a:pt x="235" y="106"/>
                    <a:pt x="235" y="105"/>
                    <a:pt x="234" y="104"/>
                  </a:cubicBezTo>
                  <a:cubicBezTo>
                    <a:pt x="233" y="103"/>
                    <a:pt x="232" y="102"/>
                    <a:pt x="232" y="100"/>
                  </a:cubicBezTo>
                  <a:cubicBezTo>
                    <a:pt x="231" y="97"/>
                    <a:pt x="232" y="94"/>
                    <a:pt x="232" y="92"/>
                  </a:cubicBezTo>
                  <a:cubicBezTo>
                    <a:pt x="233" y="89"/>
                    <a:pt x="233" y="86"/>
                    <a:pt x="233" y="84"/>
                  </a:cubicBezTo>
                  <a:cubicBezTo>
                    <a:pt x="233" y="81"/>
                    <a:pt x="233" y="79"/>
                    <a:pt x="233" y="76"/>
                  </a:cubicBezTo>
                  <a:cubicBezTo>
                    <a:pt x="233" y="75"/>
                    <a:pt x="233" y="73"/>
                    <a:pt x="233" y="71"/>
                  </a:cubicBezTo>
                  <a:cubicBezTo>
                    <a:pt x="233" y="69"/>
                    <a:pt x="233" y="67"/>
                    <a:pt x="232" y="66"/>
                  </a:cubicBezTo>
                  <a:cubicBezTo>
                    <a:pt x="231" y="64"/>
                    <a:pt x="231" y="62"/>
                    <a:pt x="231" y="61"/>
                  </a:cubicBezTo>
                  <a:cubicBezTo>
                    <a:pt x="230" y="58"/>
                    <a:pt x="231" y="56"/>
                    <a:pt x="232" y="53"/>
                  </a:cubicBezTo>
                  <a:cubicBezTo>
                    <a:pt x="232" y="53"/>
                    <a:pt x="232" y="52"/>
                    <a:pt x="232" y="51"/>
                  </a:cubicBezTo>
                  <a:cubicBezTo>
                    <a:pt x="232" y="50"/>
                    <a:pt x="233" y="48"/>
                    <a:pt x="233" y="47"/>
                  </a:cubicBezTo>
                  <a:cubicBezTo>
                    <a:pt x="234" y="43"/>
                    <a:pt x="235" y="40"/>
                    <a:pt x="233" y="36"/>
                  </a:cubicBezTo>
                  <a:cubicBezTo>
                    <a:pt x="232" y="35"/>
                    <a:pt x="232" y="35"/>
                    <a:pt x="232" y="35"/>
                  </a:cubicBezTo>
                  <a:cubicBezTo>
                    <a:pt x="231" y="33"/>
                    <a:pt x="230" y="31"/>
                    <a:pt x="227" y="31"/>
                  </a:cubicBezTo>
                  <a:cubicBezTo>
                    <a:pt x="227" y="31"/>
                    <a:pt x="227" y="31"/>
                    <a:pt x="227" y="31"/>
                  </a:cubicBezTo>
                  <a:cubicBezTo>
                    <a:pt x="225" y="31"/>
                    <a:pt x="223" y="32"/>
                    <a:pt x="222" y="33"/>
                  </a:cubicBezTo>
                  <a:cubicBezTo>
                    <a:pt x="222" y="34"/>
                    <a:pt x="221" y="34"/>
                    <a:pt x="221" y="35"/>
                  </a:cubicBezTo>
                  <a:cubicBezTo>
                    <a:pt x="219" y="36"/>
                    <a:pt x="217" y="37"/>
                    <a:pt x="215" y="37"/>
                  </a:cubicBezTo>
                  <a:cubicBezTo>
                    <a:pt x="214" y="37"/>
                    <a:pt x="214" y="37"/>
                    <a:pt x="214" y="37"/>
                  </a:cubicBezTo>
                  <a:cubicBezTo>
                    <a:pt x="211" y="37"/>
                    <a:pt x="209" y="35"/>
                    <a:pt x="207" y="33"/>
                  </a:cubicBezTo>
                  <a:cubicBezTo>
                    <a:pt x="207" y="32"/>
                    <a:pt x="207" y="32"/>
                    <a:pt x="206" y="31"/>
                  </a:cubicBezTo>
                  <a:cubicBezTo>
                    <a:pt x="205" y="29"/>
                    <a:pt x="204" y="28"/>
                    <a:pt x="202" y="27"/>
                  </a:cubicBezTo>
                  <a:cubicBezTo>
                    <a:pt x="202" y="26"/>
                    <a:pt x="201" y="26"/>
                    <a:pt x="200" y="25"/>
                  </a:cubicBezTo>
                  <a:cubicBezTo>
                    <a:pt x="199" y="25"/>
                    <a:pt x="198" y="24"/>
                    <a:pt x="197" y="23"/>
                  </a:cubicBezTo>
                  <a:cubicBezTo>
                    <a:pt x="196" y="22"/>
                    <a:pt x="196" y="21"/>
                    <a:pt x="196" y="20"/>
                  </a:cubicBezTo>
                  <a:cubicBezTo>
                    <a:pt x="195" y="19"/>
                    <a:pt x="195" y="18"/>
                    <a:pt x="194" y="17"/>
                  </a:cubicBezTo>
                  <a:cubicBezTo>
                    <a:pt x="194" y="17"/>
                    <a:pt x="194" y="17"/>
                    <a:pt x="194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16"/>
                    <a:pt x="191" y="16"/>
                    <a:pt x="190" y="16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8" y="13"/>
                    <a:pt x="186" y="11"/>
                    <a:pt x="184" y="9"/>
                  </a:cubicBezTo>
                  <a:cubicBezTo>
                    <a:pt x="184" y="8"/>
                    <a:pt x="182" y="7"/>
                    <a:pt x="182" y="6"/>
                  </a:cubicBezTo>
                  <a:cubicBezTo>
                    <a:pt x="178" y="1"/>
                    <a:pt x="172" y="1"/>
                    <a:pt x="167" y="1"/>
                  </a:cubicBezTo>
                  <a:cubicBezTo>
                    <a:pt x="165" y="1"/>
                    <a:pt x="164" y="1"/>
                    <a:pt x="163" y="1"/>
                  </a:cubicBezTo>
                  <a:cubicBezTo>
                    <a:pt x="161" y="1"/>
                    <a:pt x="161" y="1"/>
                    <a:pt x="161" y="1"/>
                  </a:cubicBezTo>
                  <a:cubicBezTo>
                    <a:pt x="160" y="1"/>
                    <a:pt x="158" y="1"/>
                    <a:pt x="157" y="1"/>
                  </a:cubicBezTo>
                  <a:cubicBezTo>
                    <a:pt x="155" y="0"/>
                    <a:pt x="154" y="0"/>
                    <a:pt x="152" y="0"/>
                  </a:cubicBezTo>
                  <a:cubicBezTo>
                    <a:pt x="151" y="0"/>
                    <a:pt x="150" y="0"/>
                    <a:pt x="149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7" y="1"/>
                    <a:pt x="144" y="1"/>
                    <a:pt x="143" y="2"/>
                  </a:cubicBezTo>
                  <a:cubicBezTo>
                    <a:pt x="141" y="3"/>
                    <a:pt x="141" y="4"/>
                    <a:pt x="141" y="6"/>
                  </a:cubicBezTo>
                  <a:cubicBezTo>
                    <a:pt x="141" y="6"/>
                    <a:pt x="140" y="7"/>
                    <a:pt x="140" y="7"/>
                  </a:cubicBezTo>
                  <a:cubicBezTo>
                    <a:pt x="140" y="10"/>
                    <a:pt x="139" y="11"/>
                    <a:pt x="137" y="11"/>
                  </a:cubicBezTo>
                  <a:cubicBezTo>
                    <a:pt x="137" y="12"/>
                    <a:pt x="136" y="12"/>
                    <a:pt x="136" y="12"/>
                  </a:cubicBezTo>
                  <a:cubicBezTo>
                    <a:pt x="135" y="12"/>
                    <a:pt x="134" y="12"/>
                    <a:pt x="133" y="13"/>
                  </a:cubicBezTo>
                  <a:cubicBezTo>
                    <a:pt x="133" y="13"/>
                    <a:pt x="132" y="14"/>
                    <a:pt x="132" y="14"/>
                  </a:cubicBezTo>
                  <a:cubicBezTo>
                    <a:pt x="132" y="15"/>
                    <a:pt x="131" y="16"/>
                    <a:pt x="131" y="16"/>
                  </a:cubicBezTo>
                  <a:cubicBezTo>
                    <a:pt x="130" y="17"/>
                    <a:pt x="129" y="17"/>
                    <a:pt x="127" y="18"/>
                  </a:cubicBezTo>
                  <a:cubicBezTo>
                    <a:pt x="125" y="19"/>
                    <a:pt x="124" y="19"/>
                    <a:pt x="123" y="21"/>
                  </a:cubicBezTo>
                  <a:cubicBezTo>
                    <a:pt x="123" y="22"/>
                    <a:pt x="123" y="24"/>
                    <a:pt x="124" y="25"/>
                  </a:cubicBezTo>
                  <a:cubicBezTo>
                    <a:pt x="125" y="27"/>
                    <a:pt x="126" y="28"/>
                    <a:pt x="125" y="30"/>
                  </a:cubicBezTo>
                  <a:cubicBezTo>
                    <a:pt x="124" y="33"/>
                    <a:pt x="123" y="33"/>
                    <a:pt x="121" y="34"/>
                  </a:cubicBezTo>
                  <a:cubicBezTo>
                    <a:pt x="121" y="34"/>
                    <a:pt x="120" y="34"/>
                    <a:pt x="120" y="35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19" y="40"/>
                    <a:pt x="119" y="43"/>
                    <a:pt x="118" y="44"/>
                  </a:cubicBezTo>
                  <a:cubicBezTo>
                    <a:pt x="117" y="45"/>
                    <a:pt x="116" y="46"/>
                    <a:pt x="114" y="46"/>
                  </a:cubicBezTo>
                  <a:cubicBezTo>
                    <a:pt x="113" y="46"/>
                    <a:pt x="113" y="46"/>
                    <a:pt x="112" y="46"/>
                  </a:cubicBezTo>
                  <a:cubicBezTo>
                    <a:pt x="111" y="46"/>
                    <a:pt x="111" y="46"/>
                    <a:pt x="110" y="46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9" y="46"/>
                    <a:pt x="108" y="46"/>
                    <a:pt x="108" y="46"/>
                  </a:cubicBezTo>
                  <a:cubicBezTo>
                    <a:pt x="107" y="47"/>
                    <a:pt x="106" y="47"/>
                    <a:pt x="106" y="47"/>
                  </a:cubicBezTo>
                  <a:cubicBezTo>
                    <a:pt x="106" y="47"/>
                    <a:pt x="105" y="47"/>
                    <a:pt x="105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3" y="47"/>
                    <a:pt x="103" y="47"/>
                    <a:pt x="102" y="47"/>
                  </a:cubicBezTo>
                  <a:cubicBezTo>
                    <a:pt x="102" y="47"/>
                    <a:pt x="102" y="47"/>
                    <a:pt x="101" y="47"/>
                  </a:cubicBezTo>
                  <a:cubicBezTo>
                    <a:pt x="100" y="47"/>
                    <a:pt x="99" y="48"/>
                    <a:pt x="98" y="49"/>
                  </a:cubicBezTo>
                  <a:cubicBezTo>
                    <a:pt x="97" y="50"/>
                    <a:pt x="96" y="51"/>
                    <a:pt x="94" y="51"/>
                  </a:cubicBezTo>
                  <a:cubicBezTo>
                    <a:pt x="94" y="51"/>
                    <a:pt x="94" y="51"/>
                    <a:pt x="93" y="51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1" y="50"/>
                    <a:pt x="90" y="50"/>
                    <a:pt x="89" y="50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4" y="50"/>
                    <a:pt x="84" y="53"/>
                    <a:pt x="83" y="56"/>
                  </a:cubicBezTo>
                  <a:cubicBezTo>
                    <a:pt x="83" y="57"/>
                    <a:pt x="83" y="58"/>
                    <a:pt x="82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1" y="62"/>
                    <a:pt x="81" y="63"/>
                    <a:pt x="79" y="64"/>
                  </a:cubicBezTo>
                  <a:cubicBezTo>
                    <a:pt x="78" y="65"/>
                    <a:pt x="78" y="65"/>
                    <a:pt x="77" y="66"/>
                  </a:cubicBezTo>
                  <a:cubicBezTo>
                    <a:pt x="76" y="68"/>
                    <a:pt x="74" y="69"/>
                    <a:pt x="73" y="6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1" y="69"/>
                    <a:pt x="70" y="68"/>
                    <a:pt x="70" y="66"/>
                  </a:cubicBezTo>
                  <a:cubicBezTo>
                    <a:pt x="69" y="65"/>
                    <a:pt x="69" y="65"/>
                    <a:pt x="69" y="65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6" y="64"/>
                    <a:pt x="66" y="64"/>
                    <a:pt x="65" y="64"/>
                  </a:cubicBezTo>
                  <a:cubicBezTo>
                    <a:pt x="63" y="65"/>
                    <a:pt x="62" y="66"/>
                    <a:pt x="61" y="67"/>
                  </a:cubicBezTo>
                  <a:cubicBezTo>
                    <a:pt x="60" y="68"/>
                    <a:pt x="60" y="68"/>
                    <a:pt x="60" y="69"/>
                  </a:cubicBezTo>
                  <a:cubicBezTo>
                    <a:pt x="59" y="70"/>
                    <a:pt x="58" y="71"/>
                    <a:pt x="57" y="71"/>
                  </a:cubicBezTo>
                  <a:cubicBezTo>
                    <a:pt x="57" y="71"/>
                    <a:pt x="56" y="71"/>
                    <a:pt x="56" y="71"/>
                  </a:cubicBezTo>
                  <a:cubicBezTo>
                    <a:pt x="56" y="71"/>
                    <a:pt x="56" y="70"/>
                    <a:pt x="55" y="70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0" y="73"/>
                    <a:pt x="48" y="75"/>
                    <a:pt x="47" y="76"/>
                  </a:cubicBezTo>
                  <a:cubicBezTo>
                    <a:pt x="46" y="76"/>
                    <a:pt x="46" y="76"/>
                    <a:pt x="45" y="76"/>
                  </a:cubicBezTo>
                  <a:cubicBezTo>
                    <a:pt x="44" y="76"/>
                    <a:pt x="43" y="75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40" y="73"/>
                    <a:pt x="39" y="72"/>
                  </a:cubicBezTo>
                  <a:cubicBezTo>
                    <a:pt x="38" y="72"/>
                    <a:pt x="38" y="72"/>
                    <a:pt x="38" y="71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0"/>
                    <a:pt x="35" y="70"/>
                    <a:pt x="33" y="70"/>
                  </a:cubicBezTo>
                  <a:cubicBezTo>
                    <a:pt x="31" y="70"/>
                    <a:pt x="30" y="70"/>
                    <a:pt x="28" y="70"/>
                  </a:cubicBezTo>
                  <a:cubicBezTo>
                    <a:pt x="27" y="70"/>
                    <a:pt x="25" y="71"/>
                    <a:pt x="24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1" y="71"/>
                    <a:pt x="20" y="71"/>
                    <a:pt x="18" y="72"/>
                  </a:cubicBezTo>
                  <a:cubicBezTo>
                    <a:pt x="16" y="72"/>
                    <a:pt x="16" y="73"/>
                    <a:pt x="16" y="74"/>
                  </a:cubicBezTo>
                  <a:cubicBezTo>
                    <a:pt x="16" y="75"/>
                    <a:pt x="15" y="76"/>
                    <a:pt x="15" y="77"/>
                  </a:cubicBezTo>
                  <a:cubicBezTo>
                    <a:pt x="14" y="78"/>
                    <a:pt x="14" y="79"/>
                    <a:pt x="13" y="80"/>
                  </a:cubicBezTo>
                  <a:cubicBezTo>
                    <a:pt x="13" y="80"/>
                    <a:pt x="12" y="81"/>
                    <a:pt x="12" y="81"/>
                  </a:cubicBezTo>
                  <a:cubicBezTo>
                    <a:pt x="11" y="83"/>
                    <a:pt x="10" y="84"/>
                    <a:pt x="8" y="84"/>
                  </a:cubicBezTo>
                  <a:cubicBezTo>
                    <a:pt x="8" y="84"/>
                    <a:pt x="8" y="85"/>
                    <a:pt x="7" y="85"/>
                  </a:cubicBezTo>
                  <a:cubicBezTo>
                    <a:pt x="5" y="86"/>
                    <a:pt x="3" y="89"/>
                    <a:pt x="2" y="9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9" y="95"/>
                    <a:pt x="9" y="95"/>
                    <a:pt x="9" y="95"/>
                  </a:cubicBezTo>
                  <a:cubicBezTo>
                    <a:pt x="11" y="94"/>
                    <a:pt x="13" y="93"/>
                    <a:pt x="16" y="93"/>
                  </a:cubicBezTo>
                  <a:cubicBezTo>
                    <a:pt x="19" y="92"/>
                    <a:pt x="21" y="91"/>
                    <a:pt x="24" y="90"/>
                  </a:cubicBezTo>
                  <a:cubicBezTo>
                    <a:pt x="26" y="90"/>
                    <a:pt x="28" y="89"/>
                    <a:pt x="31" y="88"/>
                  </a:cubicBezTo>
                  <a:cubicBezTo>
                    <a:pt x="36" y="87"/>
                    <a:pt x="41" y="87"/>
                    <a:pt x="46" y="87"/>
                  </a:cubicBezTo>
                  <a:cubicBezTo>
                    <a:pt x="47" y="87"/>
                    <a:pt x="48" y="87"/>
                    <a:pt x="49" y="87"/>
                  </a:cubicBezTo>
                  <a:cubicBezTo>
                    <a:pt x="50" y="87"/>
                    <a:pt x="51" y="87"/>
                    <a:pt x="53" y="87"/>
                  </a:cubicBezTo>
                  <a:cubicBezTo>
                    <a:pt x="54" y="88"/>
                    <a:pt x="55" y="88"/>
                    <a:pt x="56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8" y="88"/>
                    <a:pt x="58" y="88"/>
                    <a:pt x="59" y="88"/>
                  </a:cubicBezTo>
                  <a:cubicBezTo>
                    <a:pt x="59" y="88"/>
                    <a:pt x="59" y="88"/>
                    <a:pt x="60" y="88"/>
                  </a:cubicBezTo>
                  <a:cubicBezTo>
                    <a:pt x="61" y="88"/>
                    <a:pt x="61" y="88"/>
                    <a:pt x="62" y="89"/>
                  </a:cubicBezTo>
                  <a:cubicBezTo>
                    <a:pt x="62" y="90"/>
                    <a:pt x="62" y="91"/>
                    <a:pt x="62" y="93"/>
                  </a:cubicBezTo>
                  <a:cubicBezTo>
                    <a:pt x="62" y="94"/>
                    <a:pt x="62" y="95"/>
                    <a:pt x="63" y="95"/>
                  </a:cubicBezTo>
                  <a:cubicBezTo>
                    <a:pt x="63" y="98"/>
                    <a:pt x="63" y="101"/>
                    <a:pt x="63" y="103"/>
                  </a:cubicBezTo>
                  <a:cubicBezTo>
                    <a:pt x="63" y="106"/>
                    <a:pt x="63" y="107"/>
                    <a:pt x="62" y="109"/>
                  </a:cubicBezTo>
                  <a:cubicBezTo>
                    <a:pt x="61" y="111"/>
                    <a:pt x="60" y="114"/>
                    <a:pt x="59" y="116"/>
                  </a:cubicBezTo>
                  <a:cubicBezTo>
                    <a:pt x="57" y="120"/>
                    <a:pt x="59" y="123"/>
                    <a:pt x="60" y="126"/>
                  </a:cubicBezTo>
                  <a:cubicBezTo>
                    <a:pt x="61" y="127"/>
                    <a:pt x="61" y="128"/>
                    <a:pt x="62" y="130"/>
                  </a:cubicBezTo>
                  <a:cubicBezTo>
                    <a:pt x="63" y="134"/>
                    <a:pt x="64" y="138"/>
                    <a:pt x="63" y="142"/>
                  </a:cubicBezTo>
                  <a:cubicBezTo>
                    <a:pt x="63" y="143"/>
                    <a:pt x="63" y="144"/>
                    <a:pt x="62" y="145"/>
                  </a:cubicBezTo>
                  <a:cubicBezTo>
                    <a:pt x="62" y="146"/>
                    <a:pt x="61" y="147"/>
                    <a:pt x="61" y="149"/>
                  </a:cubicBezTo>
                  <a:cubicBezTo>
                    <a:pt x="60" y="156"/>
                    <a:pt x="63" y="161"/>
                    <a:pt x="67" y="166"/>
                  </a:cubicBezTo>
                  <a:cubicBezTo>
                    <a:pt x="68" y="167"/>
                    <a:pt x="68" y="169"/>
                    <a:pt x="69" y="170"/>
                  </a:cubicBezTo>
                  <a:cubicBezTo>
                    <a:pt x="70" y="172"/>
                    <a:pt x="71" y="173"/>
                    <a:pt x="72" y="175"/>
                  </a:cubicBezTo>
                  <a:cubicBezTo>
                    <a:pt x="73" y="176"/>
                    <a:pt x="74" y="177"/>
                    <a:pt x="75" y="178"/>
                  </a:cubicBezTo>
                  <a:cubicBezTo>
                    <a:pt x="76" y="179"/>
                    <a:pt x="77" y="180"/>
                    <a:pt x="78" y="181"/>
                  </a:cubicBezTo>
                  <a:cubicBezTo>
                    <a:pt x="78" y="182"/>
                    <a:pt x="78" y="182"/>
                    <a:pt x="79" y="183"/>
                  </a:cubicBezTo>
                  <a:cubicBezTo>
                    <a:pt x="80" y="185"/>
                    <a:pt x="81" y="187"/>
                    <a:pt x="83" y="188"/>
                  </a:cubicBezTo>
                  <a:cubicBezTo>
                    <a:pt x="84" y="189"/>
                    <a:pt x="85" y="189"/>
                    <a:pt x="86" y="189"/>
                  </a:cubicBezTo>
                  <a:cubicBezTo>
                    <a:pt x="87" y="190"/>
                    <a:pt x="89" y="191"/>
                    <a:pt x="90" y="192"/>
                  </a:cubicBezTo>
                  <a:cubicBezTo>
                    <a:pt x="92" y="195"/>
                    <a:pt x="94" y="196"/>
                    <a:pt x="97" y="197"/>
                  </a:cubicBezTo>
                  <a:cubicBezTo>
                    <a:pt x="97" y="197"/>
                    <a:pt x="98" y="197"/>
                    <a:pt x="99" y="198"/>
                  </a:cubicBezTo>
                  <a:cubicBezTo>
                    <a:pt x="101" y="199"/>
                    <a:pt x="101" y="200"/>
                    <a:pt x="102" y="202"/>
                  </a:cubicBezTo>
                  <a:cubicBezTo>
                    <a:pt x="102" y="202"/>
                    <a:pt x="103" y="204"/>
                    <a:pt x="104" y="205"/>
                  </a:cubicBezTo>
                  <a:cubicBezTo>
                    <a:pt x="105" y="207"/>
                    <a:pt x="108" y="208"/>
                    <a:pt x="110" y="209"/>
                  </a:cubicBezTo>
                  <a:cubicBezTo>
                    <a:pt x="111" y="209"/>
                    <a:pt x="111" y="209"/>
                    <a:pt x="112" y="209"/>
                  </a:cubicBezTo>
                  <a:cubicBezTo>
                    <a:pt x="115" y="211"/>
                    <a:pt x="121" y="212"/>
                    <a:pt x="126" y="212"/>
                  </a:cubicBezTo>
                  <a:cubicBezTo>
                    <a:pt x="126" y="212"/>
                    <a:pt x="126" y="212"/>
                    <a:pt x="126" y="212"/>
                  </a:cubicBezTo>
                  <a:cubicBezTo>
                    <a:pt x="129" y="212"/>
                    <a:pt x="130" y="211"/>
                    <a:pt x="132" y="210"/>
                  </a:cubicBezTo>
                  <a:cubicBezTo>
                    <a:pt x="133" y="210"/>
                    <a:pt x="135" y="209"/>
                    <a:pt x="136" y="209"/>
                  </a:cubicBezTo>
                  <a:cubicBezTo>
                    <a:pt x="136" y="209"/>
                    <a:pt x="137" y="209"/>
                    <a:pt x="137" y="209"/>
                  </a:cubicBezTo>
                  <a:cubicBezTo>
                    <a:pt x="139" y="209"/>
                    <a:pt x="141" y="209"/>
                    <a:pt x="142" y="210"/>
                  </a:cubicBezTo>
                  <a:cubicBezTo>
                    <a:pt x="144" y="211"/>
                    <a:pt x="144" y="211"/>
                    <a:pt x="144" y="211"/>
                  </a:cubicBezTo>
                  <a:cubicBezTo>
                    <a:pt x="147" y="211"/>
                    <a:pt x="149" y="212"/>
                    <a:pt x="151" y="214"/>
                  </a:cubicBezTo>
                  <a:cubicBezTo>
                    <a:pt x="152" y="214"/>
                    <a:pt x="152" y="215"/>
                    <a:pt x="153" y="215"/>
                  </a:cubicBezTo>
                  <a:cubicBezTo>
                    <a:pt x="154" y="217"/>
                    <a:pt x="155" y="219"/>
                    <a:pt x="158" y="219"/>
                  </a:cubicBezTo>
                  <a:cubicBezTo>
                    <a:pt x="158" y="219"/>
                    <a:pt x="159" y="219"/>
                    <a:pt x="160" y="218"/>
                  </a:cubicBezTo>
                  <a:cubicBezTo>
                    <a:pt x="161" y="218"/>
                    <a:pt x="163" y="217"/>
                    <a:pt x="163" y="216"/>
                  </a:cubicBezTo>
                  <a:cubicBezTo>
                    <a:pt x="164" y="216"/>
                    <a:pt x="164" y="216"/>
                    <a:pt x="164" y="216"/>
                  </a:cubicBezTo>
                  <a:cubicBezTo>
                    <a:pt x="164" y="216"/>
                    <a:pt x="165" y="216"/>
                    <a:pt x="166" y="216"/>
                  </a:cubicBezTo>
                  <a:cubicBezTo>
                    <a:pt x="167" y="217"/>
                    <a:pt x="169" y="219"/>
                    <a:pt x="170" y="221"/>
                  </a:cubicBezTo>
                  <a:cubicBezTo>
                    <a:pt x="170" y="221"/>
                    <a:pt x="170" y="221"/>
                    <a:pt x="170" y="221"/>
                  </a:cubicBezTo>
                  <a:cubicBezTo>
                    <a:pt x="171" y="222"/>
                    <a:pt x="172" y="223"/>
                    <a:pt x="172" y="224"/>
                  </a:cubicBezTo>
                  <a:cubicBezTo>
                    <a:pt x="173" y="225"/>
                    <a:pt x="174" y="227"/>
                    <a:pt x="176" y="228"/>
                  </a:cubicBezTo>
                  <a:cubicBezTo>
                    <a:pt x="178" y="231"/>
                    <a:pt x="181" y="231"/>
                    <a:pt x="183" y="232"/>
                  </a:cubicBezTo>
                  <a:cubicBezTo>
                    <a:pt x="186" y="232"/>
                    <a:pt x="186" y="232"/>
                    <a:pt x="186" y="232"/>
                  </a:cubicBezTo>
                  <a:cubicBezTo>
                    <a:pt x="188" y="233"/>
                    <a:pt x="191" y="234"/>
                    <a:pt x="193" y="235"/>
                  </a:cubicBezTo>
                  <a:cubicBezTo>
                    <a:pt x="195" y="236"/>
                    <a:pt x="198" y="237"/>
                    <a:pt x="201" y="237"/>
                  </a:cubicBezTo>
                  <a:cubicBezTo>
                    <a:pt x="202" y="237"/>
                    <a:pt x="202" y="237"/>
                    <a:pt x="203" y="237"/>
                  </a:cubicBezTo>
                  <a:cubicBezTo>
                    <a:pt x="204" y="237"/>
                    <a:pt x="205" y="237"/>
                    <a:pt x="206" y="236"/>
                  </a:cubicBezTo>
                  <a:cubicBezTo>
                    <a:pt x="207" y="236"/>
                    <a:pt x="207" y="236"/>
                    <a:pt x="208" y="236"/>
                  </a:cubicBezTo>
                  <a:cubicBezTo>
                    <a:pt x="208" y="236"/>
                    <a:pt x="208" y="236"/>
                    <a:pt x="209" y="236"/>
                  </a:cubicBezTo>
                  <a:cubicBezTo>
                    <a:pt x="209" y="237"/>
                    <a:pt x="209" y="237"/>
                    <a:pt x="209" y="238"/>
                  </a:cubicBezTo>
                  <a:cubicBezTo>
                    <a:pt x="210" y="239"/>
                    <a:pt x="210" y="240"/>
                    <a:pt x="210" y="241"/>
                  </a:cubicBezTo>
                  <a:cubicBezTo>
                    <a:pt x="211" y="243"/>
                    <a:pt x="212" y="244"/>
                    <a:pt x="213" y="245"/>
                  </a:cubicBezTo>
                  <a:cubicBezTo>
                    <a:pt x="214" y="245"/>
                    <a:pt x="214" y="245"/>
                    <a:pt x="214" y="245"/>
                  </a:cubicBezTo>
                  <a:cubicBezTo>
                    <a:pt x="218" y="250"/>
                    <a:pt x="223" y="254"/>
                    <a:pt x="230" y="254"/>
                  </a:cubicBezTo>
                  <a:cubicBezTo>
                    <a:pt x="230" y="254"/>
                    <a:pt x="231" y="254"/>
                    <a:pt x="232" y="254"/>
                  </a:cubicBezTo>
                  <a:cubicBezTo>
                    <a:pt x="235" y="254"/>
                    <a:pt x="235" y="254"/>
                    <a:pt x="235" y="254"/>
                  </a:cubicBezTo>
                  <a:cubicBezTo>
                    <a:pt x="241" y="253"/>
                    <a:pt x="246" y="252"/>
                    <a:pt x="251" y="251"/>
                  </a:cubicBezTo>
                  <a:cubicBezTo>
                    <a:pt x="252" y="251"/>
                    <a:pt x="252" y="251"/>
                    <a:pt x="253" y="251"/>
                  </a:cubicBezTo>
                  <a:cubicBezTo>
                    <a:pt x="254" y="251"/>
                    <a:pt x="255" y="251"/>
                    <a:pt x="256" y="252"/>
                  </a:cubicBezTo>
                  <a:cubicBezTo>
                    <a:pt x="257" y="252"/>
                    <a:pt x="258" y="252"/>
                    <a:pt x="259" y="253"/>
                  </a:cubicBezTo>
                  <a:cubicBezTo>
                    <a:pt x="261" y="253"/>
                    <a:pt x="262" y="254"/>
                    <a:pt x="263" y="255"/>
                  </a:cubicBezTo>
                  <a:cubicBezTo>
                    <a:pt x="264" y="256"/>
                    <a:pt x="265" y="256"/>
                    <a:pt x="266" y="257"/>
                  </a:cubicBezTo>
                  <a:cubicBezTo>
                    <a:pt x="268" y="258"/>
                    <a:pt x="269" y="259"/>
                    <a:pt x="271" y="260"/>
                  </a:cubicBezTo>
                  <a:cubicBezTo>
                    <a:pt x="273" y="260"/>
                    <a:pt x="273" y="260"/>
                    <a:pt x="273" y="260"/>
                  </a:cubicBezTo>
                  <a:cubicBezTo>
                    <a:pt x="274" y="259"/>
                    <a:pt x="274" y="259"/>
                    <a:pt x="274" y="259"/>
                  </a:cubicBezTo>
                  <a:cubicBezTo>
                    <a:pt x="276" y="256"/>
                    <a:pt x="278" y="253"/>
                    <a:pt x="279" y="252"/>
                  </a:cubicBezTo>
                  <a:cubicBezTo>
                    <a:pt x="280" y="251"/>
                    <a:pt x="282" y="250"/>
                    <a:pt x="283" y="249"/>
                  </a:cubicBezTo>
                  <a:cubicBezTo>
                    <a:pt x="284" y="249"/>
                    <a:pt x="284" y="249"/>
                    <a:pt x="285" y="249"/>
                  </a:cubicBezTo>
                  <a:cubicBezTo>
                    <a:pt x="285" y="248"/>
                    <a:pt x="286" y="247"/>
                    <a:pt x="287" y="247"/>
                  </a:cubicBezTo>
                  <a:cubicBezTo>
                    <a:pt x="287" y="246"/>
                    <a:pt x="288" y="245"/>
                    <a:pt x="288" y="245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89" y="244"/>
                    <a:pt x="289" y="244"/>
                    <a:pt x="289" y="244"/>
                  </a:cubicBezTo>
                  <a:cubicBezTo>
                    <a:pt x="290" y="240"/>
                    <a:pt x="292" y="235"/>
                    <a:pt x="295" y="229"/>
                  </a:cubicBezTo>
                  <a:cubicBezTo>
                    <a:pt x="296" y="227"/>
                    <a:pt x="297" y="227"/>
                    <a:pt x="298" y="226"/>
                  </a:cubicBezTo>
                  <a:cubicBezTo>
                    <a:pt x="300" y="225"/>
                    <a:pt x="300" y="225"/>
                    <a:pt x="300" y="225"/>
                  </a:cubicBezTo>
                  <a:cubicBezTo>
                    <a:pt x="302" y="223"/>
                    <a:pt x="302" y="222"/>
                    <a:pt x="303" y="219"/>
                  </a:cubicBezTo>
                  <a:cubicBezTo>
                    <a:pt x="303" y="219"/>
                    <a:pt x="303" y="219"/>
                    <a:pt x="303" y="219"/>
                  </a:cubicBezTo>
                  <a:cubicBezTo>
                    <a:pt x="303" y="217"/>
                    <a:pt x="304" y="216"/>
                    <a:pt x="305" y="215"/>
                  </a:cubicBezTo>
                  <a:cubicBezTo>
                    <a:pt x="305" y="214"/>
                    <a:pt x="306" y="214"/>
                    <a:pt x="306" y="213"/>
                  </a:cubicBezTo>
                  <a:cubicBezTo>
                    <a:pt x="307" y="212"/>
                    <a:pt x="307" y="211"/>
                    <a:pt x="308" y="209"/>
                  </a:cubicBezTo>
                  <a:cubicBezTo>
                    <a:pt x="308" y="208"/>
                    <a:pt x="308" y="207"/>
                    <a:pt x="309" y="206"/>
                  </a:cubicBezTo>
                  <a:cubicBezTo>
                    <a:pt x="309" y="205"/>
                    <a:pt x="310" y="205"/>
                    <a:pt x="310" y="204"/>
                  </a:cubicBezTo>
                  <a:cubicBezTo>
                    <a:pt x="312" y="202"/>
                    <a:pt x="313" y="201"/>
                    <a:pt x="313" y="200"/>
                  </a:cubicBezTo>
                  <a:cubicBezTo>
                    <a:pt x="313" y="198"/>
                    <a:pt x="312" y="196"/>
                    <a:pt x="311" y="195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229104E-3563-527F-8B85-41F55A155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2482"/>
              <a:ext cx="766" cy="767"/>
            </a:xfrm>
            <a:custGeom>
              <a:avLst/>
              <a:gdLst>
                <a:gd name="T0" fmla="*/ 311 w 314"/>
                <a:gd name="T1" fmla="*/ 132 h 314"/>
                <a:gd name="T2" fmla="*/ 313 w 314"/>
                <a:gd name="T3" fmla="*/ 110 h 314"/>
                <a:gd name="T4" fmla="*/ 304 w 314"/>
                <a:gd name="T5" fmla="*/ 98 h 314"/>
                <a:gd name="T6" fmla="*/ 297 w 314"/>
                <a:gd name="T7" fmla="*/ 94 h 314"/>
                <a:gd name="T8" fmla="*/ 291 w 314"/>
                <a:gd name="T9" fmla="*/ 92 h 314"/>
                <a:gd name="T10" fmla="*/ 285 w 314"/>
                <a:gd name="T11" fmla="*/ 90 h 314"/>
                <a:gd name="T12" fmla="*/ 265 w 314"/>
                <a:gd name="T13" fmla="*/ 81 h 314"/>
                <a:gd name="T14" fmla="*/ 256 w 314"/>
                <a:gd name="T15" fmla="*/ 77 h 314"/>
                <a:gd name="T16" fmla="*/ 246 w 314"/>
                <a:gd name="T17" fmla="*/ 71 h 314"/>
                <a:gd name="T18" fmla="*/ 231 w 314"/>
                <a:gd name="T19" fmla="*/ 62 h 314"/>
                <a:gd name="T20" fmla="*/ 230 w 314"/>
                <a:gd name="T21" fmla="*/ 55 h 314"/>
                <a:gd name="T22" fmla="*/ 223 w 314"/>
                <a:gd name="T23" fmla="*/ 49 h 314"/>
                <a:gd name="T24" fmla="*/ 212 w 314"/>
                <a:gd name="T25" fmla="*/ 37 h 314"/>
                <a:gd name="T26" fmla="*/ 207 w 314"/>
                <a:gd name="T27" fmla="*/ 38 h 314"/>
                <a:gd name="T28" fmla="*/ 197 w 314"/>
                <a:gd name="T29" fmla="*/ 38 h 314"/>
                <a:gd name="T30" fmla="*/ 190 w 314"/>
                <a:gd name="T31" fmla="*/ 39 h 314"/>
                <a:gd name="T32" fmla="*/ 193 w 314"/>
                <a:gd name="T33" fmla="*/ 18 h 314"/>
                <a:gd name="T34" fmla="*/ 196 w 314"/>
                <a:gd name="T35" fmla="*/ 3 h 314"/>
                <a:gd name="T36" fmla="*/ 170 w 314"/>
                <a:gd name="T37" fmla="*/ 22 h 314"/>
                <a:gd name="T38" fmla="*/ 155 w 314"/>
                <a:gd name="T39" fmla="*/ 16 h 314"/>
                <a:gd name="T40" fmla="*/ 127 w 314"/>
                <a:gd name="T41" fmla="*/ 22 h 314"/>
                <a:gd name="T42" fmla="*/ 107 w 314"/>
                <a:gd name="T43" fmla="*/ 8 h 314"/>
                <a:gd name="T44" fmla="*/ 89 w 314"/>
                <a:gd name="T45" fmla="*/ 0 h 314"/>
                <a:gd name="T46" fmla="*/ 73 w 314"/>
                <a:gd name="T47" fmla="*/ 7 h 314"/>
                <a:gd name="T48" fmla="*/ 62 w 314"/>
                <a:gd name="T49" fmla="*/ 8 h 314"/>
                <a:gd name="T50" fmla="*/ 52 w 314"/>
                <a:gd name="T51" fmla="*/ 22 h 314"/>
                <a:gd name="T52" fmla="*/ 34 w 314"/>
                <a:gd name="T53" fmla="*/ 33 h 314"/>
                <a:gd name="T54" fmla="*/ 18 w 314"/>
                <a:gd name="T55" fmla="*/ 24 h 314"/>
                <a:gd name="T56" fmla="*/ 18 w 314"/>
                <a:gd name="T57" fmla="*/ 34 h 314"/>
                <a:gd name="T58" fmla="*/ 24 w 314"/>
                <a:gd name="T59" fmla="*/ 48 h 314"/>
                <a:gd name="T60" fmla="*/ 11 w 314"/>
                <a:gd name="T61" fmla="*/ 94 h 314"/>
                <a:gd name="T62" fmla="*/ 6 w 314"/>
                <a:gd name="T63" fmla="*/ 110 h 314"/>
                <a:gd name="T64" fmla="*/ 13 w 314"/>
                <a:gd name="T65" fmla="*/ 130 h 314"/>
                <a:gd name="T66" fmla="*/ 4 w 314"/>
                <a:gd name="T67" fmla="*/ 147 h 314"/>
                <a:gd name="T68" fmla="*/ 13 w 314"/>
                <a:gd name="T69" fmla="*/ 171 h 314"/>
                <a:gd name="T70" fmla="*/ 13 w 314"/>
                <a:gd name="T71" fmla="*/ 201 h 314"/>
                <a:gd name="T72" fmla="*/ 21 w 314"/>
                <a:gd name="T73" fmla="*/ 229 h 314"/>
                <a:gd name="T74" fmla="*/ 55 w 314"/>
                <a:gd name="T75" fmla="*/ 234 h 314"/>
                <a:gd name="T76" fmla="*/ 77 w 314"/>
                <a:gd name="T77" fmla="*/ 227 h 314"/>
                <a:gd name="T78" fmla="*/ 95 w 314"/>
                <a:gd name="T79" fmla="*/ 236 h 314"/>
                <a:gd name="T80" fmla="*/ 109 w 314"/>
                <a:gd name="T81" fmla="*/ 260 h 314"/>
                <a:gd name="T82" fmla="*/ 114 w 314"/>
                <a:gd name="T83" fmla="*/ 288 h 314"/>
                <a:gd name="T84" fmla="*/ 119 w 314"/>
                <a:gd name="T85" fmla="*/ 302 h 314"/>
                <a:gd name="T86" fmla="*/ 154 w 314"/>
                <a:gd name="T87" fmla="*/ 305 h 314"/>
                <a:gd name="T88" fmla="*/ 165 w 314"/>
                <a:gd name="T89" fmla="*/ 313 h 314"/>
                <a:gd name="T90" fmla="*/ 178 w 314"/>
                <a:gd name="T91" fmla="*/ 310 h 314"/>
                <a:gd name="T92" fmla="*/ 189 w 314"/>
                <a:gd name="T93" fmla="*/ 283 h 314"/>
                <a:gd name="T94" fmla="*/ 206 w 314"/>
                <a:gd name="T95" fmla="*/ 258 h 314"/>
                <a:gd name="T96" fmla="*/ 225 w 314"/>
                <a:gd name="T97" fmla="*/ 244 h 314"/>
                <a:gd name="T98" fmla="*/ 258 w 314"/>
                <a:gd name="T99" fmla="*/ 215 h 314"/>
                <a:gd name="T100" fmla="*/ 274 w 314"/>
                <a:gd name="T101" fmla="*/ 186 h 314"/>
                <a:gd name="T102" fmla="*/ 285 w 314"/>
                <a:gd name="T103" fmla="*/ 163 h 314"/>
                <a:gd name="T104" fmla="*/ 314 w 314"/>
                <a:gd name="T105" fmla="*/ 140 h 314"/>
                <a:gd name="T106" fmla="*/ 312 w 314"/>
                <a:gd name="T107" fmla="*/ 133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14" h="314">
                  <a:moveTo>
                    <a:pt x="312" y="133"/>
                  </a:moveTo>
                  <a:cubicBezTo>
                    <a:pt x="311" y="133"/>
                    <a:pt x="311" y="133"/>
                    <a:pt x="311" y="133"/>
                  </a:cubicBezTo>
                  <a:cubicBezTo>
                    <a:pt x="311" y="132"/>
                    <a:pt x="311" y="132"/>
                    <a:pt x="311" y="132"/>
                  </a:cubicBezTo>
                  <a:cubicBezTo>
                    <a:pt x="311" y="132"/>
                    <a:pt x="311" y="132"/>
                    <a:pt x="311" y="132"/>
                  </a:cubicBezTo>
                  <a:cubicBezTo>
                    <a:pt x="311" y="131"/>
                    <a:pt x="311" y="131"/>
                    <a:pt x="311" y="131"/>
                  </a:cubicBezTo>
                  <a:cubicBezTo>
                    <a:pt x="311" y="130"/>
                    <a:pt x="311" y="129"/>
                    <a:pt x="311" y="128"/>
                  </a:cubicBezTo>
                  <a:cubicBezTo>
                    <a:pt x="311" y="127"/>
                    <a:pt x="311" y="126"/>
                    <a:pt x="311" y="125"/>
                  </a:cubicBezTo>
                  <a:cubicBezTo>
                    <a:pt x="310" y="121"/>
                    <a:pt x="310" y="115"/>
                    <a:pt x="313" y="110"/>
                  </a:cubicBezTo>
                  <a:cubicBezTo>
                    <a:pt x="314" y="108"/>
                    <a:pt x="314" y="108"/>
                    <a:pt x="314" y="108"/>
                  </a:cubicBezTo>
                  <a:cubicBezTo>
                    <a:pt x="313" y="107"/>
                    <a:pt x="313" y="107"/>
                    <a:pt x="313" y="107"/>
                  </a:cubicBezTo>
                  <a:cubicBezTo>
                    <a:pt x="311" y="104"/>
                    <a:pt x="309" y="102"/>
                    <a:pt x="306" y="99"/>
                  </a:cubicBezTo>
                  <a:cubicBezTo>
                    <a:pt x="305" y="99"/>
                    <a:pt x="305" y="99"/>
                    <a:pt x="304" y="98"/>
                  </a:cubicBezTo>
                  <a:cubicBezTo>
                    <a:pt x="304" y="98"/>
                    <a:pt x="303" y="97"/>
                    <a:pt x="303" y="97"/>
                  </a:cubicBezTo>
                  <a:cubicBezTo>
                    <a:pt x="302" y="97"/>
                    <a:pt x="302" y="97"/>
                    <a:pt x="301" y="97"/>
                  </a:cubicBezTo>
                  <a:cubicBezTo>
                    <a:pt x="300" y="97"/>
                    <a:pt x="300" y="97"/>
                    <a:pt x="299" y="96"/>
                  </a:cubicBezTo>
                  <a:cubicBezTo>
                    <a:pt x="298" y="96"/>
                    <a:pt x="298" y="95"/>
                    <a:pt x="297" y="94"/>
                  </a:cubicBezTo>
                  <a:cubicBezTo>
                    <a:pt x="296" y="94"/>
                    <a:pt x="295" y="93"/>
                    <a:pt x="295" y="93"/>
                  </a:cubicBezTo>
                  <a:cubicBezTo>
                    <a:pt x="294" y="93"/>
                    <a:pt x="293" y="92"/>
                    <a:pt x="293" y="92"/>
                  </a:cubicBezTo>
                  <a:cubicBezTo>
                    <a:pt x="292" y="92"/>
                    <a:pt x="292" y="92"/>
                    <a:pt x="292" y="92"/>
                  </a:cubicBezTo>
                  <a:cubicBezTo>
                    <a:pt x="292" y="92"/>
                    <a:pt x="291" y="92"/>
                    <a:pt x="291" y="92"/>
                  </a:cubicBezTo>
                  <a:cubicBezTo>
                    <a:pt x="291" y="92"/>
                    <a:pt x="290" y="92"/>
                    <a:pt x="290" y="92"/>
                  </a:cubicBezTo>
                  <a:cubicBezTo>
                    <a:pt x="290" y="92"/>
                    <a:pt x="289" y="92"/>
                    <a:pt x="289" y="92"/>
                  </a:cubicBezTo>
                  <a:cubicBezTo>
                    <a:pt x="289" y="92"/>
                    <a:pt x="288" y="91"/>
                    <a:pt x="288" y="91"/>
                  </a:cubicBezTo>
                  <a:cubicBezTo>
                    <a:pt x="287" y="91"/>
                    <a:pt x="286" y="91"/>
                    <a:pt x="285" y="90"/>
                  </a:cubicBezTo>
                  <a:cubicBezTo>
                    <a:pt x="283" y="90"/>
                    <a:pt x="282" y="90"/>
                    <a:pt x="281" y="89"/>
                  </a:cubicBezTo>
                  <a:cubicBezTo>
                    <a:pt x="278" y="88"/>
                    <a:pt x="276" y="87"/>
                    <a:pt x="274" y="85"/>
                  </a:cubicBezTo>
                  <a:cubicBezTo>
                    <a:pt x="272" y="84"/>
                    <a:pt x="271" y="83"/>
                    <a:pt x="269" y="82"/>
                  </a:cubicBezTo>
                  <a:cubicBezTo>
                    <a:pt x="268" y="82"/>
                    <a:pt x="267" y="81"/>
                    <a:pt x="265" y="81"/>
                  </a:cubicBezTo>
                  <a:cubicBezTo>
                    <a:pt x="264" y="80"/>
                    <a:pt x="264" y="80"/>
                    <a:pt x="263" y="79"/>
                  </a:cubicBezTo>
                  <a:cubicBezTo>
                    <a:pt x="261" y="78"/>
                    <a:pt x="260" y="77"/>
                    <a:pt x="258" y="77"/>
                  </a:cubicBezTo>
                  <a:cubicBezTo>
                    <a:pt x="258" y="77"/>
                    <a:pt x="257" y="77"/>
                    <a:pt x="257" y="77"/>
                  </a:cubicBezTo>
                  <a:cubicBezTo>
                    <a:pt x="256" y="77"/>
                    <a:pt x="256" y="77"/>
                    <a:pt x="256" y="77"/>
                  </a:cubicBezTo>
                  <a:cubicBezTo>
                    <a:pt x="255" y="77"/>
                    <a:pt x="254" y="77"/>
                    <a:pt x="254" y="76"/>
                  </a:cubicBezTo>
                  <a:cubicBezTo>
                    <a:pt x="253" y="76"/>
                    <a:pt x="252" y="75"/>
                    <a:pt x="252" y="74"/>
                  </a:cubicBezTo>
                  <a:cubicBezTo>
                    <a:pt x="252" y="73"/>
                    <a:pt x="251" y="73"/>
                    <a:pt x="251" y="72"/>
                  </a:cubicBezTo>
                  <a:cubicBezTo>
                    <a:pt x="250" y="71"/>
                    <a:pt x="248" y="71"/>
                    <a:pt x="246" y="71"/>
                  </a:cubicBezTo>
                  <a:cubicBezTo>
                    <a:pt x="245" y="71"/>
                    <a:pt x="243" y="71"/>
                    <a:pt x="241" y="71"/>
                  </a:cubicBezTo>
                  <a:cubicBezTo>
                    <a:pt x="239" y="72"/>
                    <a:pt x="237" y="72"/>
                    <a:pt x="236" y="72"/>
                  </a:cubicBezTo>
                  <a:cubicBezTo>
                    <a:pt x="234" y="72"/>
                    <a:pt x="233" y="72"/>
                    <a:pt x="232" y="71"/>
                  </a:cubicBezTo>
                  <a:cubicBezTo>
                    <a:pt x="230" y="70"/>
                    <a:pt x="230" y="66"/>
                    <a:pt x="231" y="62"/>
                  </a:cubicBezTo>
                  <a:cubicBezTo>
                    <a:pt x="231" y="61"/>
                    <a:pt x="231" y="60"/>
                    <a:pt x="231" y="60"/>
                  </a:cubicBezTo>
                  <a:cubicBezTo>
                    <a:pt x="231" y="58"/>
                    <a:pt x="231" y="57"/>
                    <a:pt x="230" y="55"/>
                  </a:cubicBezTo>
                  <a:cubicBezTo>
                    <a:pt x="230" y="55"/>
                    <a:pt x="230" y="55"/>
                    <a:pt x="230" y="55"/>
                  </a:cubicBezTo>
                  <a:cubicBezTo>
                    <a:pt x="230" y="55"/>
                    <a:pt x="230" y="55"/>
                    <a:pt x="230" y="55"/>
                  </a:cubicBezTo>
                  <a:cubicBezTo>
                    <a:pt x="229" y="54"/>
                    <a:pt x="225" y="53"/>
                    <a:pt x="224" y="53"/>
                  </a:cubicBezTo>
                  <a:cubicBezTo>
                    <a:pt x="223" y="52"/>
                    <a:pt x="223" y="52"/>
                    <a:pt x="223" y="52"/>
                  </a:cubicBezTo>
                  <a:cubicBezTo>
                    <a:pt x="223" y="52"/>
                    <a:pt x="223" y="52"/>
                    <a:pt x="223" y="52"/>
                  </a:cubicBezTo>
                  <a:cubicBezTo>
                    <a:pt x="223" y="51"/>
                    <a:pt x="223" y="50"/>
                    <a:pt x="223" y="49"/>
                  </a:cubicBezTo>
                  <a:cubicBezTo>
                    <a:pt x="223" y="45"/>
                    <a:pt x="224" y="42"/>
                    <a:pt x="223" y="39"/>
                  </a:cubicBezTo>
                  <a:cubicBezTo>
                    <a:pt x="222" y="38"/>
                    <a:pt x="220" y="37"/>
                    <a:pt x="216" y="37"/>
                  </a:cubicBezTo>
                  <a:cubicBezTo>
                    <a:pt x="215" y="37"/>
                    <a:pt x="214" y="37"/>
                    <a:pt x="213" y="37"/>
                  </a:cubicBezTo>
                  <a:cubicBezTo>
                    <a:pt x="213" y="37"/>
                    <a:pt x="212" y="37"/>
                    <a:pt x="212" y="37"/>
                  </a:cubicBezTo>
                  <a:cubicBezTo>
                    <a:pt x="212" y="39"/>
                    <a:pt x="212" y="39"/>
                    <a:pt x="212" y="39"/>
                  </a:cubicBezTo>
                  <a:cubicBezTo>
                    <a:pt x="212" y="39"/>
                    <a:pt x="212" y="39"/>
                    <a:pt x="212" y="39"/>
                  </a:cubicBezTo>
                  <a:cubicBezTo>
                    <a:pt x="211" y="37"/>
                    <a:pt x="211" y="37"/>
                    <a:pt x="211" y="37"/>
                  </a:cubicBezTo>
                  <a:cubicBezTo>
                    <a:pt x="210" y="37"/>
                    <a:pt x="209" y="38"/>
                    <a:pt x="207" y="38"/>
                  </a:cubicBezTo>
                  <a:cubicBezTo>
                    <a:pt x="206" y="39"/>
                    <a:pt x="204" y="39"/>
                    <a:pt x="202" y="39"/>
                  </a:cubicBezTo>
                  <a:cubicBezTo>
                    <a:pt x="202" y="39"/>
                    <a:pt x="201" y="39"/>
                    <a:pt x="200" y="39"/>
                  </a:cubicBezTo>
                  <a:cubicBezTo>
                    <a:pt x="200" y="39"/>
                    <a:pt x="199" y="38"/>
                    <a:pt x="199" y="38"/>
                  </a:cubicBezTo>
                  <a:cubicBezTo>
                    <a:pt x="198" y="38"/>
                    <a:pt x="198" y="38"/>
                    <a:pt x="197" y="38"/>
                  </a:cubicBezTo>
                  <a:cubicBezTo>
                    <a:pt x="197" y="38"/>
                    <a:pt x="196" y="38"/>
                    <a:pt x="196" y="38"/>
                  </a:cubicBezTo>
                  <a:cubicBezTo>
                    <a:pt x="195" y="38"/>
                    <a:pt x="195" y="38"/>
                    <a:pt x="194" y="39"/>
                  </a:cubicBezTo>
                  <a:cubicBezTo>
                    <a:pt x="193" y="39"/>
                    <a:pt x="193" y="39"/>
                    <a:pt x="192" y="39"/>
                  </a:cubicBezTo>
                  <a:cubicBezTo>
                    <a:pt x="191" y="39"/>
                    <a:pt x="191" y="39"/>
                    <a:pt x="190" y="39"/>
                  </a:cubicBezTo>
                  <a:cubicBezTo>
                    <a:pt x="189" y="38"/>
                    <a:pt x="187" y="37"/>
                    <a:pt x="186" y="35"/>
                  </a:cubicBezTo>
                  <a:cubicBezTo>
                    <a:pt x="184" y="33"/>
                    <a:pt x="184" y="33"/>
                    <a:pt x="185" y="31"/>
                  </a:cubicBezTo>
                  <a:cubicBezTo>
                    <a:pt x="186" y="29"/>
                    <a:pt x="188" y="26"/>
                    <a:pt x="189" y="24"/>
                  </a:cubicBezTo>
                  <a:cubicBezTo>
                    <a:pt x="191" y="22"/>
                    <a:pt x="192" y="20"/>
                    <a:pt x="193" y="18"/>
                  </a:cubicBezTo>
                  <a:cubicBezTo>
                    <a:pt x="194" y="17"/>
                    <a:pt x="194" y="17"/>
                    <a:pt x="194" y="17"/>
                  </a:cubicBezTo>
                  <a:cubicBezTo>
                    <a:pt x="195" y="15"/>
                    <a:pt x="196" y="13"/>
                    <a:pt x="196" y="12"/>
                  </a:cubicBezTo>
                  <a:cubicBezTo>
                    <a:pt x="196" y="11"/>
                    <a:pt x="196" y="8"/>
                    <a:pt x="196" y="6"/>
                  </a:cubicBezTo>
                  <a:cubicBezTo>
                    <a:pt x="196" y="3"/>
                    <a:pt x="196" y="3"/>
                    <a:pt x="196" y="3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2" y="5"/>
                    <a:pt x="190" y="7"/>
                    <a:pt x="189" y="9"/>
                  </a:cubicBezTo>
                  <a:cubicBezTo>
                    <a:pt x="188" y="10"/>
                    <a:pt x="188" y="11"/>
                    <a:pt x="187" y="12"/>
                  </a:cubicBezTo>
                  <a:cubicBezTo>
                    <a:pt x="184" y="14"/>
                    <a:pt x="177" y="22"/>
                    <a:pt x="170" y="22"/>
                  </a:cubicBezTo>
                  <a:cubicBezTo>
                    <a:pt x="168" y="22"/>
                    <a:pt x="167" y="21"/>
                    <a:pt x="165" y="20"/>
                  </a:cubicBezTo>
                  <a:cubicBezTo>
                    <a:pt x="164" y="20"/>
                    <a:pt x="163" y="19"/>
                    <a:pt x="162" y="19"/>
                  </a:cubicBezTo>
                  <a:cubicBezTo>
                    <a:pt x="161" y="18"/>
                    <a:pt x="159" y="16"/>
                    <a:pt x="157" y="16"/>
                  </a:cubicBezTo>
                  <a:cubicBezTo>
                    <a:pt x="156" y="16"/>
                    <a:pt x="156" y="16"/>
                    <a:pt x="155" y="16"/>
                  </a:cubicBezTo>
                  <a:cubicBezTo>
                    <a:pt x="153" y="16"/>
                    <a:pt x="152" y="17"/>
                    <a:pt x="150" y="18"/>
                  </a:cubicBezTo>
                  <a:cubicBezTo>
                    <a:pt x="149" y="18"/>
                    <a:pt x="149" y="18"/>
                    <a:pt x="148" y="19"/>
                  </a:cubicBezTo>
                  <a:cubicBezTo>
                    <a:pt x="144" y="21"/>
                    <a:pt x="139" y="23"/>
                    <a:pt x="133" y="23"/>
                  </a:cubicBezTo>
                  <a:cubicBezTo>
                    <a:pt x="131" y="23"/>
                    <a:pt x="129" y="22"/>
                    <a:pt x="127" y="22"/>
                  </a:cubicBezTo>
                  <a:cubicBezTo>
                    <a:pt x="124" y="20"/>
                    <a:pt x="121" y="18"/>
                    <a:pt x="118" y="16"/>
                  </a:cubicBezTo>
                  <a:cubicBezTo>
                    <a:pt x="116" y="15"/>
                    <a:pt x="114" y="13"/>
                    <a:pt x="112" y="12"/>
                  </a:cubicBezTo>
                  <a:cubicBezTo>
                    <a:pt x="111" y="12"/>
                    <a:pt x="110" y="11"/>
                    <a:pt x="109" y="10"/>
                  </a:cubicBezTo>
                  <a:cubicBezTo>
                    <a:pt x="108" y="9"/>
                    <a:pt x="107" y="8"/>
                    <a:pt x="107" y="8"/>
                  </a:cubicBezTo>
                  <a:cubicBezTo>
                    <a:pt x="105" y="7"/>
                    <a:pt x="104" y="7"/>
                    <a:pt x="102" y="6"/>
                  </a:cubicBezTo>
                  <a:cubicBezTo>
                    <a:pt x="101" y="6"/>
                    <a:pt x="101" y="6"/>
                    <a:pt x="100" y="6"/>
                  </a:cubicBezTo>
                  <a:cubicBezTo>
                    <a:pt x="98" y="6"/>
                    <a:pt x="97" y="4"/>
                    <a:pt x="96" y="3"/>
                  </a:cubicBezTo>
                  <a:cubicBezTo>
                    <a:pt x="94" y="2"/>
                    <a:pt x="92" y="0"/>
                    <a:pt x="89" y="0"/>
                  </a:cubicBezTo>
                  <a:cubicBezTo>
                    <a:pt x="87" y="0"/>
                    <a:pt x="85" y="2"/>
                    <a:pt x="83" y="3"/>
                  </a:cubicBezTo>
                  <a:cubicBezTo>
                    <a:pt x="81" y="5"/>
                    <a:pt x="80" y="6"/>
                    <a:pt x="78" y="6"/>
                  </a:cubicBezTo>
                  <a:cubicBezTo>
                    <a:pt x="77" y="6"/>
                    <a:pt x="76" y="7"/>
                    <a:pt x="75" y="7"/>
                  </a:cubicBezTo>
                  <a:cubicBezTo>
                    <a:pt x="75" y="7"/>
                    <a:pt x="74" y="7"/>
                    <a:pt x="73" y="7"/>
                  </a:cubicBezTo>
                  <a:cubicBezTo>
                    <a:pt x="73" y="7"/>
                    <a:pt x="72" y="6"/>
                    <a:pt x="72" y="6"/>
                  </a:cubicBezTo>
                  <a:cubicBezTo>
                    <a:pt x="71" y="6"/>
                    <a:pt x="71" y="7"/>
                    <a:pt x="70" y="7"/>
                  </a:cubicBezTo>
                  <a:cubicBezTo>
                    <a:pt x="70" y="7"/>
                    <a:pt x="69" y="7"/>
                    <a:pt x="68" y="7"/>
                  </a:cubicBezTo>
                  <a:cubicBezTo>
                    <a:pt x="64" y="7"/>
                    <a:pt x="63" y="7"/>
                    <a:pt x="62" y="8"/>
                  </a:cubicBezTo>
                  <a:cubicBezTo>
                    <a:pt x="61" y="8"/>
                    <a:pt x="60" y="10"/>
                    <a:pt x="59" y="12"/>
                  </a:cubicBezTo>
                  <a:cubicBezTo>
                    <a:pt x="59" y="14"/>
                    <a:pt x="58" y="15"/>
                    <a:pt x="58" y="15"/>
                  </a:cubicBezTo>
                  <a:cubicBezTo>
                    <a:pt x="57" y="17"/>
                    <a:pt x="56" y="18"/>
                    <a:pt x="55" y="19"/>
                  </a:cubicBezTo>
                  <a:cubicBezTo>
                    <a:pt x="54" y="20"/>
                    <a:pt x="53" y="21"/>
                    <a:pt x="52" y="22"/>
                  </a:cubicBezTo>
                  <a:cubicBezTo>
                    <a:pt x="52" y="23"/>
                    <a:pt x="51" y="23"/>
                    <a:pt x="51" y="24"/>
                  </a:cubicBezTo>
                  <a:cubicBezTo>
                    <a:pt x="50" y="26"/>
                    <a:pt x="49" y="27"/>
                    <a:pt x="48" y="28"/>
                  </a:cubicBezTo>
                  <a:cubicBezTo>
                    <a:pt x="45" y="30"/>
                    <a:pt x="42" y="31"/>
                    <a:pt x="39" y="32"/>
                  </a:cubicBezTo>
                  <a:cubicBezTo>
                    <a:pt x="37" y="32"/>
                    <a:pt x="35" y="32"/>
                    <a:pt x="34" y="33"/>
                  </a:cubicBezTo>
                  <a:cubicBezTo>
                    <a:pt x="33" y="33"/>
                    <a:pt x="32" y="33"/>
                    <a:pt x="32" y="33"/>
                  </a:cubicBezTo>
                  <a:cubicBezTo>
                    <a:pt x="30" y="33"/>
                    <a:pt x="28" y="31"/>
                    <a:pt x="26" y="30"/>
                  </a:cubicBezTo>
                  <a:cubicBezTo>
                    <a:pt x="25" y="29"/>
                    <a:pt x="25" y="28"/>
                    <a:pt x="23" y="27"/>
                  </a:cubicBezTo>
                  <a:cubicBezTo>
                    <a:pt x="22" y="26"/>
                    <a:pt x="20" y="25"/>
                    <a:pt x="18" y="24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6" y="27"/>
                    <a:pt x="16" y="28"/>
                    <a:pt x="16" y="29"/>
                  </a:cubicBezTo>
                  <a:cubicBezTo>
                    <a:pt x="17" y="30"/>
                    <a:pt x="17" y="32"/>
                    <a:pt x="18" y="34"/>
                  </a:cubicBezTo>
                  <a:cubicBezTo>
                    <a:pt x="19" y="36"/>
                    <a:pt x="19" y="37"/>
                    <a:pt x="20" y="38"/>
                  </a:cubicBezTo>
                  <a:cubicBezTo>
                    <a:pt x="20" y="39"/>
                    <a:pt x="20" y="40"/>
                    <a:pt x="21" y="41"/>
                  </a:cubicBezTo>
                  <a:cubicBezTo>
                    <a:pt x="21" y="42"/>
                    <a:pt x="22" y="43"/>
                    <a:pt x="22" y="44"/>
                  </a:cubicBezTo>
                  <a:cubicBezTo>
                    <a:pt x="23" y="46"/>
                    <a:pt x="24" y="47"/>
                    <a:pt x="24" y="48"/>
                  </a:cubicBezTo>
                  <a:cubicBezTo>
                    <a:pt x="25" y="53"/>
                    <a:pt x="22" y="60"/>
                    <a:pt x="21" y="63"/>
                  </a:cubicBezTo>
                  <a:cubicBezTo>
                    <a:pt x="20" y="67"/>
                    <a:pt x="19" y="70"/>
                    <a:pt x="18" y="73"/>
                  </a:cubicBezTo>
                  <a:cubicBezTo>
                    <a:pt x="16" y="78"/>
                    <a:pt x="14" y="83"/>
                    <a:pt x="13" y="88"/>
                  </a:cubicBezTo>
                  <a:cubicBezTo>
                    <a:pt x="12" y="90"/>
                    <a:pt x="11" y="92"/>
                    <a:pt x="11" y="94"/>
                  </a:cubicBezTo>
                  <a:cubicBezTo>
                    <a:pt x="11" y="95"/>
                    <a:pt x="10" y="96"/>
                    <a:pt x="10" y="98"/>
                  </a:cubicBezTo>
                  <a:cubicBezTo>
                    <a:pt x="10" y="99"/>
                    <a:pt x="9" y="100"/>
                    <a:pt x="8" y="102"/>
                  </a:cubicBezTo>
                  <a:cubicBezTo>
                    <a:pt x="7" y="104"/>
                    <a:pt x="6" y="106"/>
                    <a:pt x="6" y="108"/>
                  </a:cubicBezTo>
                  <a:cubicBezTo>
                    <a:pt x="6" y="109"/>
                    <a:pt x="6" y="109"/>
                    <a:pt x="6" y="110"/>
                  </a:cubicBezTo>
                  <a:cubicBezTo>
                    <a:pt x="5" y="111"/>
                    <a:pt x="5" y="112"/>
                    <a:pt x="5" y="113"/>
                  </a:cubicBezTo>
                  <a:cubicBezTo>
                    <a:pt x="4" y="115"/>
                    <a:pt x="3" y="117"/>
                    <a:pt x="5" y="120"/>
                  </a:cubicBezTo>
                  <a:cubicBezTo>
                    <a:pt x="6" y="123"/>
                    <a:pt x="10" y="126"/>
                    <a:pt x="12" y="129"/>
                  </a:cubicBezTo>
                  <a:cubicBezTo>
                    <a:pt x="13" y="129"/>
                    <a:pt x="13" y="129"/>
                    <a:pt x="13" y="130"/>
                  </a:cubicBezTo>
                  <a:cubicBezTo>
                    <a:pt x="13" y="130"/>
                    <a:pt x="11" y="131"/>
                    <a:pt x="8" y="133"/>
                  </a:cubicBezTo>
                  <a:cubicBezTo>
                    <a:pt x="7" y="133"/>
                    <a:pt x="7" y="133"/>
                    <a:pt x="7" y="133"/>
                  </a:cubicBezTo>
                  <a:cubicBezTo>
                    <a:pt x="5" y="135"/>
                    <a:pt x="0" y="138"/>
                    <a:pt x="1" y="142"/>
                  </a:cubicBezTo>
                  <a:cubicBezTo>
                    <a:pt x="2" y="144"/>
                    <a:pt x="3" y="146"/>
                    <a:pt x="4" y="147"/>
                  </a:cubicBezTo>
                  <a:cubicBezTo>
                    <a:pt x="5" y="149"/>
                    <a:pt x="5" y="150"/>
                    <a:pt x="6" y="151"/>
                  </a:cubicBezTo>
                  <a:cubicBezTo>
                    <a:pt x="6" y="154"/>
                    <a:pt x="7" y="156"/>
                    <a:pt x="8" y="158"/>
                  </a:cubicBezTo>
                  <a:cubicBezTo>
                    <a:pt x="10" y="162"/>
                    <a:pt x="12" y="166"/>
                    <a:pt x="12" y="170"/>
                  </a:cubicBezTo>
                  <a:cubicBezTo>
                    <a:pt x="13" y="171"/>
                    <a:pt x="13" y="171"/>
                    <a:pt x="13" y="171"/>
                  </a:cubicBezTo>
                  <a:cubicBezTo>
                    <a:pt x="13" y="174"/>
                    <a:pt x="14" y="176"/>
                    <a:pt x="14" y="179"/>
                  </a:cubicBezTo>
                  <a:cubicBezTo>
                    <a:pt x="14" y="181"/>
                    <a:pt x="14" y="182"/>
                    <a:pt x="14" y="184"/>
                  </a:cubicBezTo>
                  <a:cubicBezTo>
                    <a:pt x="14" y="189"/>
                    <a:pt x="14" y="194"/>
                    <a:pt x="13" y="199"/>
                  </a:cubicBezTo>
                  <a:cubicBezTo>
                    <a:pt x="13" y="201"/>
                    <a:pt x="13" y="201"/>
                    <a:pt x="13" y="201"/>
                  </a:cubicBezTo>
                  <a:cubicBezTo>
                    <a:pt x="13" y="207"/>
                    <a:pt x="12" y="213"/>
                    <a:pt x="11" y="219"/>
                  </a:cubicBezTo>
                  <a:cubicBezTo>
                    <a:pt x="10" y="223"/>
                    <a:pt x="11" y="225"/>
                    <a:pt x="12" y="227"/>
                  </a:cubicBezTo>
                  <a:cubicBezTo>
                    <a:pt x="14" y="229"/>
                    <a:pt x="16" y="229"/>
                    <a:pt x="19" y="229"/>
                  </a:cubicBezTo>
                  <a:cubicBezTo>
                    <a:pt x="20" y="229"/>
                    <a:pt x="20" y="229"/>
                    <a:pt x="21" y="229"/>
                  </a:cubicBezTo>
                  <a:cubicBezTo>
                    <a:pt x="22" y="229"/>
                    <a:pt x="23" y="229"/>
                    <a:pt x="23" y="229"/>
                  </a:cubicBezTo>
                  <a:cubicBezTo>
                    <a:pt x="25" y="229"/>
                    <a:pt x="27" y="229"/>
                    <a:pt x="29" y="230"/>
                  </a:cubicBezTo>
                  <a:cubicBezTo>
                    <a:pt x="36" y="233"/>
                    <a:pt x="42" y="233"/>
                    <a:pt x="49" y="234"/>
                  </a:cubicBezTo>
                  <a:cubicBezTo>
                    <a:pt x="51" y="234"/>
                    <a:pt x="53" y="234"/>
                    <a:pt x="55" y="234"/>
                  </a:cubicBezTo>
                  <a:cubicBezTo>
                    <a:pt x="56" y="234"/>
                    <a:pt x="57" y="234"/>
                    <a:pt x="59" y="234"/>
                  </a:cubicBezTo>
                  <a:cubicBezTo>
                    <a:pt x="62" y="234"/>
                    <a:pt x="66" y="233"/>
                    <a:pt x="69" y="232"/>
                  </a:cubicBezTo>
                  <a:cubicBezTo>
                    <a:pt x="70" y="231"/>
                    <a:pt x="71" y="230"/>
                    <a:pt x="72" y="230"/>
                  </a:cubicBezTo>
                  <a:cubicBezTo>
                    <a:pt x="74" y="228"/>
                    <a:pt x="75" y="227"/>
                    <a:pt x="77" y="227"/>
                  </a:cubicBezTo>
                  <a:cubicBezTo>
                    <a:pt x="77" y="227"/>
                    <a:pt x="77" y="227"/>
                    <a:pt x="77" y="227"/>
                  </a:cubicBezTo>
                  <a:cubicBezTo>
                    <a:pt x="79" y="227"/>
                    <a:pt x="80" y="229"/>
                    <a:pt x="81" y="230"/>
                  </a:cubicBezTo>
                  <a:cubicBezTo>
                    <a:pt x="83" y="232"/>
                    <a:pt x="84" y="234"/>
                    <a:pt x="87" y="235"/>
                  </a:cubicBezTo>
                  <a:cubicBezTo>
                    <a:pt x="89" y="236"/>
                    <a:pt x="92" y="236"/>
                    <a:pt x="95" y="236"/>
                  </a:cubicBezTo>
                  <a:cubicBezTo>
                    <a:pt x="97" y="236"/>
                    <a:pt x="100" y="236"/>
                    <a:pt x="102" y="237"/>
                  </a:cubicBezTo>
                  <a:cubicBezTo>
                    <a:pt x="104" y="238"/>
                    <a:pt x="104" y="240"/>
                    <a:pt x="105" y="242"/>
                  </a:cubicBezTo>
                  <a:cubicBezTo>
                    <a:pt x="105" y="243"/>
                    <a:pt x="106" y="244"/>
                    <a:pt x="106" y="245"/>
                  </a:cubicBezTo>
                  <a:cubicBezTo>
                    <a:pt x="109" y="250"/>
                    <a:pt x="109" y="255"/>
                    <a:pt x="109" y="260"/>
                  </a:cubicBezTo>
                  <a:cubicBezTo>
                    <a:pt x="110" y="262"/>
                    <a:pt x="110" y="264"/>
                    <a:pt x="110" y="266"/>
                  </a:cubicBezTo>
                  <a:cubicBezTo>
                    <a:pt x="110" y="270"/>
                    <a:pt x="111" y="273"/>
                    <a:pt x="112" y="276"/>
                  </a:cubicBezTo>
                  <a:cubicBezTo>
                    <a:pt x="113" y="279"/>
                    <a:pt x="113" y="282"/>
                    <a:pt x="114" y="286"/>
                  </a:cubicBezTo>
                  <a:cubicBezTo>
                    <a:pt x="114" y="287"/>
                    <a:pt x="114" y="287"/>
                    <a:pt x="114" y="288"/>
                  </a:cubicBezTo>
                  <a:cubicBezTo>
                    <a:pt x="114" y="290"/>
                    <a:pt x="114" y="292"/>
                    <a:pt x="115" y="294"/>
                  </a:cubicBezTo>
                  <a:cubicBezTo>
                    <a:pt x="115" y="296"/>
                    <a:pt x="116" y="297"/>
                    <a:pt x="117" y="298"/>
                  </a:cubicBezTo>
                  <a:cubicBezTo>
                    <a:pt x="117" y="299"/>
                    <a:pt x="118" y="300"/>
                    <a:pt x="119" y="302"/>
                  </a:cubicBezTo>
                  <a:cubicBezTo>
                    <a:pt x="119" y="302"/>
                    <a:pt x="119" y="302"/>
                    <a:pt x="119" y="302"/>
                  </a:cubicBezTo>
                  <a:cubicBezTo>
                    <a:pt x="120" y="308"/>
                    <a:pt x="122" y="312"/>
                    <a:pt x="129" y="313"/>
                  </a:cubicBezTo>
                  <a:cubicBezTo>
                    <a:pt x="130" y="314"/>
                    <a:pt x="131" y="314"/>
                    <a:pt x="132" y="314"/>
                  </a:cubicBezTo>
                  <a:cubicBezTo>
                    <a:pt x="137" y="314"/>
                    <a:pt x="141" y="311"/>
                    <a:pt x="144" y="309"/>
                  </a:cubicBezTo>
                  <a:cubicBezTo>
                    <a:pt x="148" y="307"/>
                    <a:pt x="151" y="305"/>
                    <a:pt x="154" y="305"/>
                  </a:cubicBezTo>
                  <a:cubicBezTo>
                    <a:pt x="155" y="305"/>
                    <a:pt x="155" y="305"/>
                    <a:pt x="155" y="305"/>
                  </a:cubicBezTo>
                  <a:cubicBezTo>
                    <a:pt x="159" y="305"/>
                    <a:pt x="162" y="307"/>
                    <a:pt x="163" y="312"/>
                  </a:cubicBezTo>
                  <a:cubicBezTo>
                    <a:pt x="164" y="314"/>
                    <a:pt x="164" y="314"/>
                    <a:pt x="164" y="314"/>
                  </a:cubicBezTo>
                  <a:cubicBezTo>
                    <a:pt x="165" y="313"/>
                    <a:pt x="165" y="313"/>
                    <a:pt x="165" y="313"/>
                  </a:cubicBezTo>
                  <a:cubicBezTo>
                    <a:pt x="167" y="313"/>
                    <a:pt x="168" y="313"/>
                    <a:pt x="169" y="313"/>
                  </a:cubicBezTo>
                  <a:cubicBezTo>
                    <a:pt x="171" y="312"/>
                    <a:pt x="174" y="312"/>
                    <a:pt x="176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0"/>
                    <a:pt x="178" y="310"/>
                    <a:pt x="178" y="310"/>
                  </a:cubicBezTo>
                  <a:cubicBezTo>
                    <a:pt x="179" y="308"/>
                    <a:pt x="179" y="306"/>
                    <a:pt x="179" y="303"/>
                  </a:cubicBezTo>
                  <a:cubicBezTo>
                    <a:pt x="179" y="301"/>
                    <a:pt x="179" y="299"/>
                    <a:pt x="180" y="297"/>
                  </a:cubicBezTo>
                  <a:cubicBezTo>
                    <a:pt x="181" y="292"/>
                    <a:pt x="183" y="287"/>
                    <a:pt x="185" y="285"/>
                  </a:cubicBezTo>
                  <a:cubicBezTo>
                    <a:pt x="186" y="284"/>
                    <a:pt x="188" y="283"/>
                    <a:pt x="189" y="283"/>
                  </a:cubicBezTo>
                  <a:cubicBezTo>
                    <a:pt x="191" y="281"/>
                    <a:pt x="193" y="280"/>
                    <a:pt x="195" y="277"/>
                  </a:cubicBezTo>
                  <a:cubicBezTo>
                    <a:pt x="195" y="275"/>
                    <a:pt x="196" y="273"/>
                    <a:pt x="196" y="270"/>
                  </a:cubicBezTo>
                  <a:cubicBezTo>
                    <a:pt x="196" y="268"/>
                    <a:pt x="196" y="265"/>
                    <a:pt x="198" y="263"/>
                  </a:cubicBezTo>
                  <a:cubicBezTo>
                    <a:pt x="200" y="259"/>
                    <a:pt x="203" y="258"/>
                    <a:pt x="206" y="258"/>
                  </a:cubicBezTo>
                  <a:cubicBezTo>
                    <a:pt x="207" y="257"/>
                    <a:pt x="209" y="257"/>
                    <a:pt x="210" y="256"/>
                  </a:cubicBezTo>
                  <a:cubicBezTo>
                    <a:pt x="214" y="255"/>
                    <a:pt x="217" y="252"/>
                    <a:pt x="219" y="249"/>
                  </a:cubicBezTo>
                  <a:cubicBezTo>
                    <a:pt x="221" y="248"/>
                    <a:pt x="221" y="248"/>
                    <a:pt x="221" y="248"/>
                  </a:cubicBezTo>
                  <a:cubicBezTo>
                    <a:pt x="222" y="247"/>
                    <a:pt x="224" y="245"/>
                    <a:pt x="225" y="244"/>
                  </a:cubicBezTo>
                  <a:cubicBezTo>
                    <a:pt x="228" y="241"/>
                    <a:pt x="231" y="238"/>
                    <a:pt x="234" y="236"/>
                  </a:cubicBezTo>
                  <a:cubicBezTo>
                    <a:pt x="235" y="235"/>
                    <a:pt x="238" y="234"/>
                    <a:pt x="240" y="233"/>
                  </a:cubicBezTo>
                  <a:cubicBezTo>
                    <a:pt x="242" y="232"/>
                    <a:pt x="244" y="231"/>
                    <a:pt x="246" y="230"/>
                  </a:cubicBezTo>
                  <a:cubicBezTo>
                    <a:pt x="251" y="226"/>
                    <a:pt x="254" y="221"/>
                    <a:pt x="258" y="215"/>
                  </a:cubicBezTo>
                  <a:cubicBezTo>
                    <a:pt x="260" y="211"/>
                    <a:pt x="262" y="208"/>
                    <a:pt x="264" y="205"/>
                  </a:cubicBezTo>
                  <a:cubicBezTo>
                    <a:pt x="266" y="203"/>
                    <a:pt x="267" y="201"/>
                    <a:pt x="269" y="198"/>
                  </a:cubicBezTo>
                  <a:cubicBezTo>
                    <a:pt x="270" y="197"/>
                    <a:pt x="271" y="195"/>
                    <a:pt x="272" y="193"/>
                  </a:cubicBezTo>
                  <a:cubicBezTo>
                    <a:pt x="274" y="191"/>
                    <a:pt x="274" y="188"/>
                    <a:pt x="274" y="186"/>
                  </a:cubicBezTo>
                  <a:cubicBezTo>
                    <a:pt x="274" y="184"/>
                    <a:pt x="274" y="181"/>
                    <a:pt x="276" y="179"/>
                  </a:cubicBezTo>
                  <a:cubicBezTo>
                    <a:pt x="276" y="177"/>
                    <a:pt x="278" y="176"/>
                    <a:pt x="279" y="174"/>
                  </a:cubicBezTo>
                  <a:cubicBezTo>
                    <a:pt x="281" y="172"/>
                    <a:pt x="282" y="170"/>
                    <a:pt x="283" y="167"/>
                  </a:cubicBezTo>
                  <a:cubicBezTo>
                    <a:pt x="284" y="166"/>
                    <a:pt x="284" y="164"/>
                    <a:pt x="285" y="163"/>
                  </a:cubicBezTo>
                  <a:cubicBezTo>
                    <a:pt x="285" y="160"/>
                    <a:pt x="286" y="157"/>
                    <a:pt x="289" y="154"/>
                  </a:cubicBezTo>
                  <a:cubicBezTo>
                    <a:pt x="293" y="149"/>
                    <a:pt x="297" y="147"/>
                    <a:pt x="301" y="145"/>
                  </a:cubicBezTo>
                  <a:cubicBezTo>
                    <a:pt x="302" y="145"/>
                    <a:pt x="303" y="145"/>
                    <a:pt x="304" y="145"/>
                  </a:cubicBezTo>
                  <a:cubicBezTo>
                    <a:pt x="311" y="143"/>
                    <a:pt x="313" y="142"/>
                    <a:pt x="314" y="140"/>
                  </a:cubicBezTo>
                  <a:cubicBezTo>
                    <a:pt x="314" y="140"/>
                    <a:pt x="314" y="140"/>
                    <a:pt x="314" y="140"/>
                  </a:cubicBezTo>
                  <a:cubicBezTo>
                    <a:pt x="314" y="139"/>
                    <a:pt x="314" y="139"/>
                    <a:pt x="314" y="139"/>
                  </a:cubicBezTo>
                  <a:cubicBezTo>
                    <a:pt x="314" y="139"/>
                    <a:pt x="314" y="138"/>
                    <a:pt x="313" y="136"/>
                  </a:cubicBezTo>
                  <a:cubicBezTo>
                    <a:pt x="312" y="135"/>
                    <a:pt x="312" y="134"/>
                    <a:pt x="312" y="133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4EA9A36-CEED-19CC-3BA2-BF6E8CF6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3466"/>
              <a:ext cx="556" cy="368"/>
            </a:xfrm>
            <a:custGeom>
              <a:avLst/>
              <a:gdLst>
                <a:gd name="T0" fmla="*/ 219 w 228"/>
                <a:gd name="T1" fmla="*/ 68 h 151"/>
                <a:gd name="T2" fmla="*/ 217 w 228"/>
                <a:gd name="T3" fmla="*/ 68 h 151"/>
                <a:gd name="T4" fmla="*/ 216 w 228"/>
                <a:gd name="T5" fmla="*/ 62 h 151"/>
                <a:gd name="T6" fmla="*/ 217 w 228"/>
                <a:gd name="T7" fmla="*/ 57 h 151"/>
                <a:gd name="T8" fmla="*/ 215 w 228"/>
                <a:gd name="T9" fmla="*/ 42 h 151"/>
                <a:gd name="T10" fmla="*/ 215 w 228"/>
                <a:gd name="T11" fmla="*/ 28 h 151"/>
                <a:gd name="T12" fmla="*/ 219 w 228"/>
                <a:gd name="T13" fmla="*/ 11 h 151"/>
                <a:gd name="T14" fmla="*/ 218 w 228"/>
                <a:gd name="T15" fmla="*/ 2 h 151"/>
                <a:gd name="T16" fmla="*/ 216 w 228"/>
                <a:gd name="T17" fmla="*/ 1 h 151"/>
                <a:gd name="T18" fmla="*/ 200 w 228"/>
                <a:gd name="T19" fmla="*/ 2 h 151"/>
                <a:gd name="T20" fmla="*/ 182 w 228"/>
                <a:gd name="T21" fmla="*/ 11 h 151"/>
                <a:gd name="T22" fmla="*/ 171 w 228"/>
                <a:gd name="T23" fmla="*/ 10 h 151"/>
                <a:gd name="T24" fmla="*/ 165 w 228"/>
                <a:gd name="T25" fmla="*/ 4 h 151"/>
                <a:gd name="T26" fmla="*/ 154 w 228"/>
                <a:gd name="T27" fmla="*/ 4 h 151"/>
                <a:gd name="T28" fmla="*/ 143 w 228"/>
                <a:gd name="T29" fmla="*/ 5 h 151"/>
                <a:gd name="T30" fmla="*/ 139 w 228"/>
                <a:gd name="T31" fmla="*/ 3 h 151"/>
                <a:gd name="T32" fmla="*/ 137 w 228"/>
                <a:gd name="T33" fmla="*/ 3 h 151"/>
                <a:gd name="T34" fmla="*/ 132 w 228"/>
                <a:gd name="T35" fmla="*/ 8 h 151"/>
                <a:gd name="T36" fmla="*/ 124 w 228"/>
                <a:gd name="T37" fmla="*/ 13 h 151"/>
                <a:gd name="T38" fmla="*/ 117 w 228"/>
                <a:gd name="T39" fmla="*/ 12 h 151"/>
                <a:gd name="T40" fmla="*/ 111 w 228"/>
                <a:gd name="T41" fmla="*/ 17 h 151"/>
                <a:gd name="T42" fmla="*/ 108 w 228"/>
                <a:gd name="T43" fmla="*/ 22 h 151"/>
                <a:gd name="T44" fmla="*/ 102 w 228"/>
                <a:gd name="T45" fmla="*/ 29 h 151"/>
                <a:gd name="T46" fmla="*/ 82 w 228"/>
                <a:gd name="T47" fmla="*/ 26 h 151"/>
                <a:gd name="T48" fmla="*/ 70 w 228"/>
                <a:gd name="T49" fmla="*/ 20 h 151"/>
                <a:gd name="T50" fmla="*/ 56 w 228"/>
                <a:gd name="T51" fmla="*/ 18 h 151"/>
                <a:gd name="T52" fmla="*/ 41 w 228"/>
                <a:gd name="T53" fmla="*/ 16 h 151"/>
                <a:gd name="T54" fmla="*/ 28 w 228"/>
                <a:gd name="T55" fmla="*/ 13 h 151"/>
                <a:gd name="T56" fmla="*/ 23 w 228"/>
                <a:gd name="T57" fmla="*/ 10 h 151"/>
                <a:gd name="T58" fmla="*/ 20 w 228"/>
                <a:gd name="T59" fmla="*/ 11 h 151"/>
                <a:gd name="T60" fmla="*/ 10 w 228"/>
                <a:gd name="T61" fmla="*/ 10 h 151"/>
                <a:gd name="T62" fmla="*/ 4 w 228"/>
                <a:gd name="T63" fmla="*/ 7 h 151"/>
                <a:gd name="T64" fmla="*/ 4 w 228"/>
                <a:gd name="T65" fmla="*/ 16 h 151"/>
                <a:gd name="T66" fmla="*/ 1 w 228"/>
                <a:gd name="T67" fmla="*/ 46 h 151"/>
                <a:gd name="T68" fmla="*/ 3 w 228"/>
                <a:gd name="T69" fmla="*/ 49 h 151"/>
                <a:gd name="T70" fmla="*/ 10 w 228"/>
                <a:gd name="T71" fmla="*/ 54 h 151"/>
                <a:gd name="T72" fmla="*/ 23 w 228"/>
                <a:gd name="T73" fmla="*/ 48 h 151"/>
                <a:gd name="T74" fmla="*/ 26 w 228"/>
                <a:gd name="T75" fmla="*/ 50 h 151"/>
                <a:gd name="T76" fmla="*/ 30 w 228"/>
                <a:gd name="T77" fmla="*/ 53 h 151"/>
                <a:gd name="T78" fmla="*/ 35 w 228"/>
                <a:gd name="T79" fmla="*/ 52 h 151"/>
                <a:gd name="T80" fmla="*/ 39 w 228"/>
                <a:gd name="T81" fmla="*/ 53 h 151"/>
                <a:gd name="T82" fmla="*/ 50 w 228"/>
                <a:gd name="T83" fmla="*/ 56 h 151"/>
                <a:gd name="T84" fmla="*/ 68 w 228"/>
                <a:gd name="T85" fmla="*/ 57 h 151"/>
                <a:gd name="T86" fmla="*/ 80 w 228"/>
                <a:gd name="T87" fmla="*/ 65 h 151"/>
                <a:gd name="T88" fmla="*/ 92 w 228"/>
                <a:gd name="T89" fmla="*/ 69 h 151"/>
                <a:gd name="T90" fmla="*/ 103 w 228"/>
                <a:gd name="T91" fmla="*/ 75 h 151"/>
                <a:gd name="T92" fmla="*/ 138 w 228"/>
                <a:gd name="T93" fmla="*/ 110 h 151"/>
                <a:gd name="T94" fmla="*/ 153 w 228"/>
                <a:gd name="T95" fmla="*/ 113 h 151"/>
                <a:gd name="T96" fmla="*/ 157 w 228"/>
                <a:gd name="T97" fmla="*/ 113 h 151"/>
                <a:gd name="T98" fmla="*/ 167 w 228"/>
                <a:gd name="T99" fmla="*/ 115 h 151"/>
                <a:gd name="T100" fmla="*/ 159 w 228"/>
                <a:gd name="T101" fmla="*/ 129 h 151"/>
                <a:gd name="T102" fmla="*/ 155 w 228"/>
                <a:gd name="T103" fmla="*/ 139 h 151"/>
                <a:gd name="T104" fmla="*/ 154 w 228"/>
                <a:gd name="T105" fmla="*/ 144 h 151"/>
                <a:gd name="T106" fmla="*/ 149 w 228"/>
                <a:gd name="T107" fmla="*/ 150 h 151"/>
                <a:gd name="T108" fmla="*/ 159 w 228"/>
                <a:gd name="T109" fmla="*/ 147 h 151"/>
                <a:gd name="T110" fmla="*/ 170 w 228"/>
                <a:gd name="T111" fmla="*/ 151 h 151"/>
                <a:gd name="T112" fmla="*/ 187 w 228"/>
                <a:gd name="T113" fmla="*/ 134 h 151"/>
                <a:gd name="T114" fmla="*/ 201 w 228"/>
                <a:gd name="T115" fmla="*/ 126 h 151"/>
                <a:gd name="T116" fmla="*/ 209 w 228"/>
                <a:gd name="T117" fmla="*/ 114 h 151"/>
                <a:gd name="T118" fmla="*/ 213 w 228"/>
                <a:gd name="T119" fmla="*/ 101 h 151"/>
                <a:gd name="T120" fmla="*/ 224 w 228"/>
                <a:gd name="T121" fmla="*/ 7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8" h="151">
                  <a:moveTo>
                    <a:pt x="224" y="70"/>
                  </a:moveTo>
                  <a:cubicBezTo>
                    <a:pt x="223" y="68"/>
                    <a:pt x="221" y="68"/>
                    <a:pt x="219" y="68"/>
                  </a:cubicBezTo>
                  <a:cubicBezTo>
                    <a:pt x="219" y="68"/>
                    <a:pt x="218" y="68"/>
                    <a:pt x="218" y="68"/>
                  </a:cubicBezTo>
                  <a:cubicBezTo>
                    <a:pt x="218" y="68"/>
                    <a:pt x="217" y="68"/>
                    <a:pt x="217" y="68"/>
                  </a:cubicBezTo>
                  <a:cubicBezTo>
                    <a:pt x="216" y="68"/>
                    <a:pt x="216" y="68"/>
                    <a:pt x="216" y="68"/>
                  </a:cubicBezTo>
                  <a:cubicBezTo>
                    <a:pt x="215" y="67"/>
                    <a:pt x="216" y="64"/>
                    <a:pt x="216" y="62"/>
                  </a:cubicBezTo>
                  <a:cubicBezTo>
                    <a:pt x="216" y="61"/>
                    <a:pt x="217" y="60"/>
                    <a:pt x="217" y="59"/>
                  </a:cubicBezTo>
                  <a:cubicBezTo>
                    <a:pt x="217" y="57"/>
                    <a:pt x="217" y="57"/>
                    <a:pt x="217" y="57"/>
                  </a:cubicBezTo>
                  <a:cubicBezTo>
                    <a:pt x="217" y="54"/>
                    <a:pt x="217" y="51"/>
                    <a:pt x="217" y="47"/>
                  </a:cubicBezTo>
                  <a:cubicBezTo>
                    <a:pt x="216" y="46"/>
                    <a:pt x="216" y="44"/>
                    <a:pt x="215" y="42"/>
                  </a:cubicBezTo>
                  <a:cubicBezTo>
                    <a:pt x="214" y="40"/>
                    <a:pt x="213" y="38"/>
                    <a:pt x="213" y="35"/>
                  </a:cubicBezTo>
                  <a:cubicBezTo>
                    <a:pt x="213" y="33"/>
                    <a:pt x="214" y="31"/>
                    <a:pt x="215" y="28"/>
                  </a:cubicBezTo>
                  <a:cubicBezTo>
                    <a:pt x="216" y="27"/>
                    <a:pt x="216" y="26"/>
                    <a:pt x="217" y="24"/>
                  </a:cubicBezTo>
                  <a:cubicBezTo>
                    <a:pt x="218" y="19"/>
                    <a:pt x="219" y="15"/>
                    <a:pt x="219" y="11"/>
                  </a:cubicBezTo>
                  <a:cubicBezTo>
                    <a:pt x="220" y="9"/>
                    <a:pt x="219" y="6"/>
                    <a:pt x="219" y="4"/>
                  </a:cubicBezTo>
                  <a:cubicBezTo>
                    <a:pt x="219" y="3"/>
                    <a:pt x="218" y="3"/>
                    <a:pt x="218" y="2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216" y="1"/>
                    <a:pt x="216" y="1"/>
                    <a:pt x="216" y="1"/>
                  </a:cubicBezTo>
                  <a:cubicBezTo>
                    <a:pt x="211" y="1"/>
                    <a:pt x="206" y="2"/>
                    <a:pt x="201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6" y="3"/>
                    <a:pt x="193" y="5"/>
                    <a:pt x="190" y="7"/>
                  </a:cubicBezTo>
                  <a:cubicBezTo>
                    <a:pt x="188" y="8"/>
                    <a:pt x="185" y="10"/>
                    <a:pt x="182" y="11"/>
                  </a:cubicBezTo>
                  <a:cubicBezTo>
                    <a:pt x="180" y="12"/>
                    <a:pt x="179" y="12"/>
                    <a:pt x="177" y="12"/>
                  </a:cubicBezTo>
                  <a:cubicBezTo>
                    <a:pt x="175" y="12"/>
                    <a:pt x="173" y="11"/>
                    <a:pt x="171" y="10"/>
                  </a:cubicBezTo>
                  <a:cubicBezTo>
                    <a:pt x="170" y="10"/>
                    <a:pt x="169" y="8"/>
                    <a:pt x="168" y="7"/>
                  </a:cubicBezTo>
                  <a:cubicBezTo>
                    <a:pt x="167" y="6"/>
                    <a:pt x="166" y="5"/>
                    <a:pt x="165" y="4"/>
                  </a:cubicBezTo>
                  <a:cubicBezTo>
                    <a:pt x="164" y="3"/>
                    <a:pt x="162" y="3"/>
                    <a:pt x="161" y="3"/>
                  </a:cubicBezTo>
                  <a:cubicBezTo>
                    <a:pt x="159" y="3"/>
                    <a:pt x="156" y="4"/>
                    <a:pt x="154" y="4"/>
                  </a:cubicBezTo>
                  <a:cubicBezTo>
                    <a:pt x="152" y="5"/>
                    <a:pt x="149" y="6"/>
                    <a:pt x="147" y="6"/>
                  </a:cubicBezTo>
                  <a:cubicBezTo>
                    <a:pt x="146" y="6"/>
                    <a:pt x="144" y="5"/>
                    <a:pt x="143" y="5"/>
                  </a:cubicBezTo>
                  <a:cubicBezTo>
                    <a:pt x="142" y="4"/>
                    <a:pt x="141" y="4"/>
                    <a:pt x="141" y="3"/>
                  </a:cubicBezTo>
                  <a:cubicBezTo>
                    <a:pt x="140" y="3"/>
                    <a:pt x="140" y="3"/>
                    <a:pt x="139" y="3"/>
                  </a:cubicBezTo>
                  <a:cubicBezTo>
                    <a:pt x="138" y="2"/>
                    <a:pt x="138" y="2"/>
                    <a:pt x="138" y="2"/>
                  </a:cubicBezTo>
                  <a:cubicBezTo>
                    <a:pt x="137" y="3"/>
                    <a:pt x="137" y="3"/>
                    <a:pt x="137" y="3"/>
                  </a:cubicBezTo>
                  <a:cubicBezTo>
                    <a:pt x="137" y="3"/>
                    <a:pt x="136" y="4"/>
                    <a:pt x="135" y="5"/>
                  </a:cubicBezTo>
                  <a:cubicBezTo>
                    <a:pt x="134" y="5"/>
                    <a:pt x="133" y="6"/>
                    <a:pt x="132" y="8"/>
                  </a:cubicBezTo>
                  <a:cubicBezTo>
                    <a:pt x="130" y="10"/>
                    <a:pt x="128" y="11"/>
                    <a:pt x="126" y="12"/>
                  </a:cubicBezTo>
                  <a:cubicBezTo>
                    <a:pt x="125" y="13"/>
                    <a:pt x="125" y="13"/>
                    <a:pt x="124" y="13"/>
                  </a:cubicBezTo>
                  <a:cubicBezTo>
                    <a:pt x="123" y="13"/>
                    <a:pt x="122" y="13"/>
                    <a:pt x="120" y="12"/>
                  </a:cubicBezTo>
                  <a:cubicBezTo>
                    <a:pt x="119" y="12"/>
                    <a:pt x="118" y="12"/>
                    <a:pt x="117" y="12"/>
                  </a:cubicBezTo>
                  <a:cubicBezTo>
                    <a:pt x="116" y="12"/>
                    <a:pt x="115" y="12"/>
                    <a:pt x="114" y="13"/>
                  </a:cubicBezTo>
                  <a:cubicBezTo>
                    <a:pt x="113" y="14"/>
                    <a:pt x="112" y="15"/>
                    <a:pt x="111" y="17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108" y="20"/>
                    <a:pt x="108" y="21"/>
                    <a:pt x="108" y="22"/>
                  </a:cubicBezTo>
                  <a:cubicBezTo>
                    <a:pt x="108" y="23"/>
                    <a:pt x="108" y="24"/>
                    <a:pt x="107" y="25"/>
                  </a:cubicBezTo>
                  <a:cubicBezTo>
                    <a:pt x="106" y="28"/>
                    <a:pt x="105" y="29"/>
                    <a:pt x="102" y="29"/>
                  </a:cubicBezTo>
                  <a:cubicBezTo>
                    <a:pt x="100" y="29"/>
                    <a:pt x="99" y="29"/>
                    <a:pt x="97" y="28"/>
                  </a:cubicBezTo>
                  <a:cubicBezTo>
                    <a:pt x="92" y="27"/>
                    <a:pt x="88" y="26"/>
                    <a:pt x="82" y="26"/>
                  </a:cubicBezTo>
                  <a:cubicBezTo>
                    <a:pt x="78" y="25"/>
                    <a:pt x="76" y="24"/>
                    <a:pt x="74" y="23"/>
                  </a:cubicBezTo>
                  <a:cubicBezTo>
                    <a:pt x="73" y="22"/>
                    <a:pt x="72" y="21"/>
                    <a:pt x="70" y="20"/>
                  </a:cubicBezTo>
                  <a:cubicBezTo>
                    <a:pt x="68" y="19"/>
                    <a:pt x="65" y="19"/>
                    <a:pt x="62" y="18"/>
                  </a:cubicBezTo>
                  <a:cubicBezTo>
                    <a:pt x="60" y="18"/>
                    <a:pt x="58" y="18"/>
                    <a:pt x="56" y="18"/>
                  </a:cubicBezTo>
                  <a:cubicBezTo>
                    <a:pt x="52" y="17"/>
                    <a:pt x="48" y="16"/>
                    <a:pt x="45" y="16"/>
                  </a:cubicBezTo>
                  <a:cubicBezTo>
                    <a:pt x="44" y="16"/>
                    <a:pt x="43" y="16"/>
                    <a:pt x="41" y="16"/>
                  </a:cubicBezTo>
                  <a:cubicBezTo>
                    <a:pt x="40" y="16"/>
                    <a:pt x="39" y="16"/>
                    <a:pt x="38" y="16"/>
                  </a:cubicBezTo>
                  <a:cubicBezTo>
                    <a:pt x="34" y="16"/>
                    <a:pt x="31" y="15"/>
                    <a:pt x="28" y="13"/>
                  </a:cubicBezTo>
                  <a:cubicBezTo>
                    <a:pt x="28" y="12"/>
                    <a:pt x="27" y="12"/>
                    <a:pt x="27" y="11"/>
                  </a:cubicBezTo>
                  <a:cubicBezTo>
                    <a:pt x="26" y="11"/>
                    <a:pt x="25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1" y="10"/>
                    <a:pt x="21" y="10"/>
                    <a:pt x="20" y="11"/>
                  </a:cubicBezTo>
                  <a:cubicBezTo>
                    <a:pt x="19" y="11"/>
                    <a:pt x="17" y="12"/>
                    <a:pt x="16" y="12"/>
                  </a:cubicBezTo>
                  <a:cubicBezTo>
                    <a:pt x="14" y="12"/>
                    <a:pt x="12" y="11"/>
                    <a:pt x="10" y="10"/>
                  </a:cubicBezTo>
                  <a:cubicBezTo>
                    <a:pt x="9" y="9"/>
                    <a:pt x="8" y="9"/>
                    <a:pt x="7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2"/>
                    <a:pt x="5" y="14"/>
                    <a:pt x="4" y="16"/>
                  </a:cubicBezTo>
                  <a:cubicBezTo>
                    <a:pt x="3" y="24"/>
                    <a:pt x="3" y="29"/>
                    <a:pt x="4" y="37"/>
                  </a:cubicBezTo>
                  <a:cubicBezTo>
                    <a:pt x="4" y="40"/>
                    <a:pt x="3" y="43"/>
                    <a:pt x="1" y="4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5" y="51"/>
                    <a:pt x="7" y="53"/>
                    <a:pt x="9" y="54"/>
                  </a:cubicBezTo>
                  <a:cubicBezTo>
                    <a:pt x="9" y="54"/>
                    <a:pt x="10" y="54"/>
                    <a:pt x="10" y="54"/>
                  </a:cubicBezTo>
                  <a:cubicBezTo>
                    <a:pt x="12" y="54"/>
                    <a:pt x="14" y="52"/>
                    <a:pt x="16" y="51"/>
                  </a:cubicBezTo>
                  <a:cubicBezTo>
                    <a:pt x="18" y="50"/>
                    <a:pt x="20" y="48"/>
                    <a:pt x="23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5" y="49"/>
                    <a:pt x="26" y="50"/>
                  </a:cubicBezTo>
                  <a:cubicBezTo>
                    <a:pt x="26" y="51"/>
                    <a:pt x="27" y="52"/>
                    <a:pt x="28" y="52"/>
                  </a:cubicBezTo>
                  <a:cubicBezTo>
                    <a:pt x="28" y="52"/>
                    <a:pt x="29" y="53"/>
                    <a:pt x="30" y="53"/>
                  </a:cubicBezTo>
                  <a:cubicBezTo>
                    <a:pt x="30" y="53"/>
                    <a:pt x="31" y="52"/>
                    <a:pt x="32" y="52"/>
                  </a:cubicBezTo>
                  <a:cubicBezTo>
                    <a:pt x="33" y="52"/>
                    <a:pt x="34" y="52"/>
                    <a:pt x="35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2"/>
                    <a:pt x="38" y="52"/>
                    <a:pt x="39" y="53"/>
                  </a:cubicBezTo>
                  <a:cubicBezTo>
                    <a:pt x="40" y="53"/>
                    <a:pt x="41" y="54"/>
                    <a:pt x="42" y="54"/>
                  </a:cubicBezTo>
                  <a:cubicBezTo>
                    <a:pt x="44" y="55"/>
                    <a:pt x="47" y="55"/>
                    <a:pt x="50" y="56"/>
                  </a:cubicBezTo>
                  <a:cubicBezTo>
                    <a:pt x="52" y="56"/>
                    <a:pt x="54" y="56"/>
                    <a:pt x="57" y="56"/>
                  </a:cubicBezTo>
                  <a:cubicBezTo>
                    <a:pt x="60" y="56"/>
                    <a:pt x="64" y="56"/>
                    <a:pt x="68" y="57"/>
                  </a:cubicBezTo>
                  <a:cubicBezTo>
                    <a:pt x="70" y="58"/>
                    <a:pt x="72" y="60"/>
                    <a:pt x="74" y="61"/>
                  </a:cubicBezTo>
                  <a:cubicBezTo>
                    <a:pt x="76" y="63"/>
                    <a:pt x="78" y="64"/>
                    <a:pt x="80" y="65"/>
                  </a:cubicBezTo>
                  <a:cubicBezTo>
                    <a:pt x="82" y="66"/>
                    <a:pt x="85" y="67"/>
                    <a:pt x="87" y="67"/>
                  </a:cubicBezTo>
                  <a:cubicBezTo>
                    <a:pt x="89" y="68"/>
                    <a:pt x="90" y="68"/>
                    <a:pt x="92" y="69"/>
                  </a:cubicBezTo>
                  <a:cubicBezTo>
                    <a:pt x="95" y="70"/>
                    <a:pt x="98" y="72"/>
                    <a:pt x="101" y="73"/>
                  </a:cubicBezTo>
                  <a:cubicBezTo>
                    <a:pt x="101" y="73"/>
                    <a:pt x="103" y="74"/>
                    <a:pt x="103" y="75"/>
                  </a:cubicBezTo>
                  <a:cubicBezTo>
                    <a:pt x="110" y="79"/>
                    <a:pt x="118" y="84"/>
                    <a:pt x="121" y="93"/>
                  </a:cubicBezTo>
                  <a:cubicBezTo>
                    <a:pt x="123" y="100"/>
                    <a:pt x="131" y="109"/>
                    <a:pt x="138" y="110"/>
                  </a:cubicBezTo>
                  <a:cubicBezTo>
                    <a:pt x="140" y="110"/>
                    <a:pt x="142" y="111"/>
                    <a:pt x="144" y="111"/>
                  </a:cubicBezTo>
                  <a:cubicBezTo>
                    <a:pt x="147" y="112"/>
                    <a:pt x="150" y="113"/>
                    <a:pt x="153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4" y="113"/>
                    <a:pt x="155" y="113"/>
                    <a:pt x="157" y="113"/>
                  </a:cubicBezTo>
                  <a:cubicBezTo>
                    <a:pt x="158" y="113"/>
                    <a:pt x="160" y="112"/>
                    <a:pt x="161" y="112"/>
                  </a:cubicBezTo>
                  <a:cubicBezTo>
                    <a:pt x="166" y="112"/>
                    <a:pt x="167" y="114"/>
                    <a:pt x="167" y="115"/>
                  </a:cubicBezTo>
                  <a:cubicBezTo>
                    <a:pt x="168" y="118"/>
                    <a:pt x="165" y="122"/>
                    <a:pt x="162" y="125"/>
                  </a:cubicBezTo>
                  <a:cubicBezTo>
                    <a:pt x="161" y="126"/>
                    <a:pt x="160" y="128"/>
                    <a:pt x="159" y="129"/>
                  </a:cubicBezTo>
                  <a:cubicBezTo>
                    <a:pt x="158" y="131"/>
                    <a:pt x="158" y="131"/>
                    <a:pt x="158" y="131"/>
                  </a:cubicBezTo>
                  <a:cubicBezTo>
                    <a:pt x="157" y="134"/>
                    <a:pt x="156" y="137"/>
                    <a:pt x="155" y="139"/>
                  </a:cubicBezTo>
                  <a:cubicBezTo>
                    <a:pt x="155" y="140"/>
                    <a:pt x="155" y="141"/>
                    <a:pt x="155" y="141"/>
                  </a:cubicBezTo>
                  <a:cubicBezTo>
                    <a:pt x="154" y="142"/>
                    <a:pt x="154" y="143"/>
                    <a:pt x="154" y="144"/>
                  </a:cubicBezTo>
                  <a:cubicBezTo>
                    <a:pt x="154" y="145"/>
                    <a:pt x="154" y="145"/>
                    <a:pt x="153" y="145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57" y="148"/>
                    <a:pt x="157" y="148"/>
                    <a:pt x="157" y="148"/>
                  </a:cubicBezTo>
                  <a:cubicBezTo>
                    <a:pt x="157" y="147"/>
                    <a:pt x="158" y="147"/>
                    <a:pt x="159" y="147"/>
                  </a:cubicBezTo>
                  <a:cubicBezTo>
                    <a:pt x="160" y="147"/>
                    <a:pt x="165" y="149"/>
                    <a:pt x="169" y="151"/>
                  </a:cubicBezTo>
                  <a:cubicBezTo>
                    <a:pt x="170" y="151"/>
                    <a:pt x="170" y="151"/>
                    <a:pt x="170" y="151"/>
                  </a:cubicBezTo>
                  <a:cubicBezTo>
                    <a:pt x="173" y="148"/>
                    <a:pt x="173" y="148"/>
                    <a:pt x="173" y="148"/>
                  </a:cubicBezTo>
                  <a:cubicBezTo>
                    <a:pt x="178" y="143"/>
                    <a:pt x="183" y="139"/>
                    <a:pt x="187" y="134"/>
                  </a:cubicBezTo>
                  <a:cubicBezTo>
                    <a:pt x="189" y="131"/>
                    <a:pt x="192" y="130"/>
                    <a:pt x="195" y="129"/>
                  </a:cubicBezTo>
                  <a:cubicBezTo>
                    <a:pt x="197" y="128"/>
                    <a:pt x="199" y="127"/>
                    <a:pt x="201" y="126"/>
                  </a:cubicBezTo>
                  <a:cubicBezTo>
                    <a:pt x="204" y="124"/>
                    <a:pt x="205" y="122"/>
                    <a:pt x="206" y="119"/>
                  </a:cubicBezTo>
                  <a:cubicBezTo>
                    <a:pt x="207" y="117"/>
                    <a:pt x="208" y="115"/>
                    <a:pt x="209" y="114"/>
                  </a:cubicBezTo>
                  <a:cubicBezTo>
                    <a:pt x="209" y="112"/>
                    <a:pt x="210" y="111"/>
                    <a:pt x="211" y="109"/>
                  </a:cubicBezTo>
                  <a:cubicBezTo>
                    <a:pt x="212" y="106"/>
                    <a:pt x="213" y="103"/>
                    <a:pt x="213" y="101"/>
                  </a:cubicBezTo>
                  <a:cubicBezTo>
                    <a:pt x="215" y="95"/>
                    <a:pt x="217" y="89"/>
                    <a:pt x="221" y="84"/>
                  </a:cubicBezTo>
                  <a:cubicBezTo>
                    <a:pt x="221" y="84"/>
                    <a:pt x="228" y="75"/>
                    <a:pt x="224" y="70"/>
                  </a:cubicBez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C9AE905-F7CD-BF43-2D5E-39D85E6C2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3080"/>
              <a:ext cx="664" cy="457"/>
            </a:xfrm>
            <a:custGeom>
              <a:avLst/>
              <a:gdLst>
                <a:gd name="T0" fmla="*/ 269 w 272"/>
                <a:gd name="T1" fmla="*/ 128 h 187"/>
                <a:gd name="T2" fmla="*/ 260 w 272"/>
                <a:gd name="T3" fmla="*/ 118 h 187"/>
                <a:gd name="T4" fmla="*/ 251 w 272"/>
                <a:gd name="T5" fmla="*/ 109 h 187"/>
                <a:gd name="T6" fmla="*/ 251 w 272"/>
                <a:gd name="T7" fmla="*/ 103 h 187"/>
                <a:gd name="T8" fmla="*/ 233 w 272"/>
                <a:gd name="T9" fmla="*/ 101 h 187"/>
                <a:gd name="T10" fmla="*/ 220 w 272"/>
                <a:gd name="T11" fmla="*/ 89 h 187"/>
                <a:gd name="T12" fmla="*/ 217 w 272"/>
                <a:gd name="T13" fmla="*/ 78 h 187"/>
                <a:gd name="T14" fmla="*/ 208 w 272"/>
                <a:gd name="T15" fmla="*/ 53 h 187"/>
                <a:gd name="T16" fmla="*/ 200 w 272"/>
                <a:gd name="T17" fmla="*/ 27 h 187"/>
                <a:gd name="T18" fmla="*/ 181 w 272"/>
                <a:gd name="T19" fmla="*/ 20 h 187"/>
                <a:gd name="T20" fmla="*/ 155 w 272"/>
                <a:gd name="T21" fmla="*/ 17 h 187"/>
                <a:gd name="T22" fmla="*/ 135 w 272"/>
                <a:gd name="T23" fmla="*/ 8 h 187"/>
                <a:gd name="T24" fmla="*/ 125 w 272"/>
                <a:gd name="T25" fmla="*/ 8 h 187"/>
                <a:gd name="T26" fmla="*/ 105 w 272"/>
                <a:gd name="T27" fmla="*/ 2 h 187"/>
                <a:gd name="T28" fmla="*/ 95 w 272"/>
                <a:gd name="T29" fmla="*/ 4 h 187"/>
                <a:gd name="T30" fmla="*/ 86 w 272"/>
                <a:gd name="T31" fmla="*/ 2 h 187"/>
                <a:gd name="T32" fmla="*/ 76 w 272"/>
                <a:gd name="T33" fmla="*/ 3 h 187"/>
                <a:gd name="T34" fmla="*/ 65 w 272"/>
                <a:gd name="T35" fmla="*/ 1 h 187"/>
                <a:gd name="T36" fmla="*/ 53 w 272"/>
                <a:gd name="T37" fmla="*/ 12 h 187"/>
                <a:gd name="T38" fmla="*/ 38 w 272"/>
                <a:gd name="T39" fmla="*/ 26 h 187"/>
                <a:gd name="T40" fmla="*/ 28 w 272"/>
                <a:gd name="T41" fmla="*/ 40 h 187"/>
                <a:gd name="T42" fmla="*/ 20 w 272"/>
                <a:gd name="T43" fmla="*/ 67 h 187"/>
                <a:gd name="T44" fmla="*/ 8 w 272"/>
                <a:gd name="T45" fmla="*/ 69 h 187"/>
                <a:gd name="T46" fmla="*/ 7 w 272"/>
                <a:gd name="T47" fmla="*/ 78 h 187"/>
                <a:gd name="T48" fmla="*/ 4 w 272"/>
                <a:gd name="T49" fmla="*/ 107 h 187"/>
                <a:gd name="T50" fmla="*/ 11 w 272"/>
                <a:gd name="T51" fmla="*/ 137 h 187"/>
                <a:gd name="T52" fmla="*/ 22 w 272"/>
                <a:gd name="T53" fmla="*/ 138 h 187"/>
                <a:gd name="T54" fmla="*/ 30 w 272"/>
                <a:gd name="T55" fmla="*/ 160 h 187"/>
                <a:gd name="T56" fmla="*/ 33 w 272"/>
                <a:gd name="T57" fmla="*/ 165 h 187"/>
                <a:gd name="T58" fmla="*/ 47 w 272"/>
                <a:gd name="T59" fmla="*/ 168 h 187"/>
                <a:gd name="T60" fmla="*/ 51 w 272"/>
                <a:gd name="T61" fmla="*/ 167 h 187"/>
                <a:gd name="T62" fmla="*/ 66 w 272"/>
                <a:gd name="T63" fmla="*/ 174 h 187"/>
                <a:gd name="T64" fmla="*/ 84 w 272"/>
                <a:gd name="T65" fmla="*/ 175 h 187"/>
                <a:gd name="T66" fmla="*/ 102 w 272"/>
                <a:gd name="T67" fmla="*/ 180 h 187"/>
                <a:gd name="T68" fmla="*/ 130 w 272"/>
                <a:gd name="T69" fmla="*/ 187 h 187"/>
                <a:gd name="T70" fmla="*/ 137 w 272"/>
                <a:gd name="T71" fmla="*/ 176 h 187"/>
                <a:gd name="T72" fmla="*/ 145 w 272"/>
                <a:gd name="T73" fmla="*/ 170 h 187"/>
                <a:gd name="T74" fmla="*/ 154 w 272"/>
                <a:gd name="T75" fmla="*/ 170 h 187"/>
                <a:gd name="T76" fmla="*/ 167 w 272"/>
                <a:gd name="T77" fmla="*/ 160 h 187"/>
                <a:gd name="T78" fmla="*/ 175 w 272"/>
                <a:gd name="T79" fmla="*/ 163 h 187"/>
                <a:gd name="T80" fmla="*/ 193 w 272"/>
                <a:gd name="T81" fmla="*/ 162 h 187"/>
                <a:gd name="T82" fmla="*/ 205 w 272"/>
                <a:gd name="T83" fmla="*/ 169 h 187"/>
                <a:gd name="T84" fmla="*/ 228 w 272"/>
                <a:gd name="T85" fmla="*/ 160 h 187"/>
                <a:gd name="T86" fmla="*/ 246 w 272"/>
                <a:gd name="T87" fmla="*/ 158 h 187"/>
                <a:gd name="T88" fmla="*/ 250 w 272"/>
                <a:gd name="T89" fmla="*/ 152 h 187"/>
                <a:gd name="T90" fmla="*/ 251 w 272"/>
                <a:gd name="T91" fmla="*/ 139 h 187"/>
                <a:gd name="T92" fmla="*/ 258 w 272"/>
                <a:gd name="T93" fmla="*/ 133 h 187"/>
                <a:gd name="T94" fmla="*/ 272 w 272"/>
                <a:gd name="T95" fmla="*/ 13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2" h="187">
                  <a:moveTo>
                    <a:pt x="272" y="130"/>
                  </a:moveTo>
                  <a:cubicBezTo>
                    <a:pt x="271" y="130"/>
                    <a:pt x="271" y="130"/>
                    <a:pt x="271" y="130"/>
                  </a:cubicBezTo>
                  <a:cubicBezTo>
                    <a:pt x="271" y="129"/>
                    <a:pt x="270" y="129"/>
                    <a:pt x="269" y="128"/>
                  </a:cubicBezTo>
                  <a:cubicBezTo>
                    <a:pt x="268" y="128"/>
                    <a:pt x="267" y="127"/>
                    <a:pt x="267" y="126"/>
                  </a:cubicBezTo>
                  <a:cubicBezTo>
                    <a:pt x="266" y="125"/>
                    <a:pt x="265" y="124"/>
                    <a:pt x="264" y="123"/>
                  </a:cubicBezTo>
                  <a:cubicBezTo>
                    <a:pt x="263" y="121"/>
                    <a:pt x="262" y="119"/>
                    <a:pt x="260" y="118"/>
                  </a:cubicBezTo>
                  <a:cubicBezTo>
                    <a:pt x="259" y="118"/>
                    <a:pt x="258" y="118"/>
                    <a:pt x="256" y="118"/>
                  </a:cubicBezTo>
                  <a:cubicBezTo>
                    <a:pt x="253" y="117"/>
                    <a:pt x="251" y="117"/>
                    <a:pt x="250" y="115"/>
                  </a:cubicBezTo>
                  <a:cubicBezTo>
                    <a:pt x="249" y="113"/>
                    <a:pt x="250" y="111"/>
                    <a:pt x="251" y="109"/>
                  </a:cubicBezTo>
                  <a:cubicBezTo>
                    <a:pt x="251" y="107"/>
                    <a:pt x="251" y="106"/>
                    <a:pt x="252" y="105"/>
                  </a:cubicBezTo>
                  <a:cubicBezTo>
                    <a:pt x="252" y="104"/>
                    <a:pt x="252" y="104"/>
                    <a:pt x="252" y="104"/>
                  </a:cubicBezTo>
                  <a:cubicBezTo>
                    <a:pt x="251" y="103"/>
                    <a:pt x="251" y="103"/>
                    <a:pt x="251" y="103"/>
                  </a:cubicBezTo>
                  <a:cubicBezTo>
                    <a:pt x="248" y="101"/>
                    <a:pt x="246" y="101"/>
                    <a:pt x="243" y="101"/>
                  </a:cubicBezTo>
                  <a:cubicBezTo>
                    <a:pt x="242" y="101"/>
                    <a:pt x="241" y="101"/>
                    <a:pt x="240" y="101"/>
                  </a:cubicBezTo>
                  <a:cubicBezTo>
                    <a:pt x="238" y="101"/>
                    <a:pt x="235" y="101"/>
                    <a:pt x="233" y="101"/>
                  </a:cubicBezTo>
                  <a:cubicBezTo>
                    <a:pt x="222" y="101"/>
                    <a:pt x="218" y="99"/>
                    <a:pt x="217" y="97"/>
                  </a:cubicBezTo>
                  <a:cubicBezTo>
                    <a:pt x="216" y="95"/>
                    <a:pt x="216" y="93"/>
                    <a:pt x="218" y="91"/>
                  </a:cubicBezTo>
                  <a:cubicBezTo>
                    <a:pt x="219" y="90"/>
                    <a:pt x="219" y="89"/>
                    <a:pt x="220" y="89"/>
                  </a:cubicBezTo>
                  <a:cubicBezTo>
                    <a:pt x="221" y="87"/>
                    <a:pt x="222" y="86"/>
                    <a:pt x="221" y="84"/>
                  </a:cubicBezTo>
                  <a:cubicBezTo>
                    <a:pt x="221" y="82"/>
                    <a:pt x="219" y="80"/>
                    <a:pt x="218" y="79"/>
                  </a:cubicBezTo>
                  <a:cubicBezTo>
                    <a:pt x="217" y="78"/>
                    <a:pt x="217" y="78"/>
                    <a:pt x="217" y="78"/>
                  </a:cubicBezTo>
                  <a:cubicBezTo>
                    <a:pt x="212" y="73"/>
                    <a:pt x="207" y="66"/>
                    <a:pt x="207" y="62"/>
                  </a:cubicBezTo>
                  <a:cubicBezTo>
                    <a:pt x="207" y="61"/>
                    <a:pt x="207" y="60"/>
                    <a:pt x="208" y="59"/>
                  </a:cubicBezTo>
                  <a:cubicBezTo>
                    <a:pt x="208" y="57"/>
                    <a:pt x="209" y="56"/>
                    <a:pt x="208" y="53"/>
                  </a:cubicBezTo>
                  <a:cubicBezTo>
                    <a:pt x="207" y="51"/>
                    <a:pt x="207" y="48"/>
                    <a:pt x="207" y="45"/>
                  </a:cubicBezTo>
                  <a:cubicBezTo>
                    <a:pt x="206" y="39"/>
                    <a:pt x="206" y="33"/>
                    <a:pt x="202" y="29"/>
                  </a:cubicBezTo>
                  <a:cubicBezTo>
                    <a:pt x="200" y="27"/>
                    <a:pt x="200" y="27"/>
                    <a:pt x="200" y="27"/>
                  </a:cubicBezTo>
                  <a:cubicBezTo>
                    <a:pt x="197" y="24"/>
                    <a:pt x="194" y="21"/>
                    <a:pt x="191" y="21"/>
                  </a:cubicBezTo>
                  <a:cubicBezTo>
                    <a:pt x="189" y="20"/>
                    <a:pt x="188" y="20"/>
                    <a:pt x="186" y="20"/>
                  </a:cubicBezTo>
                  <a:cubicBezTo>
                    <a:pt x="184" y="20"/>
                    <a:pt x="182" y="20"/>
                    <a:pt x="181" y="20"/>
                  </a:cubicBezTo>
                  <a:cubicBezTo>
                    <a:pt x="179" y="21"/>
                    <a:pt x="177" y="21"/>
                    <a:pt x="175" y="21"/>
                  </a:cubicBezTo>
                  <a:cubicBezTo>
                    <a:pt x="174" y="21"/>
                    <a:pt x="173" y="21"/>
                    <a:pt x="172" y="21"/>
                  </a:cubicBezTo>
                  <a:cubicBezTo>
                    <a:pt x="167" y="20"/>
                    <a:pt x="160" y="18"/>
                    <a:pt x="155" y="17"/>
                  </a:cubicBezTo>
                  <a:cubicBezTo>
                    <a:pt x="151" y="15"/>
                    <a:pt x="147" y="13"/>
                    <a:pt x="143" y="10"/>
                  </a:cubicBezTo>
                  <a:cubicBezTo>
                    <a:pt x="142" y="10"/>
                    <a:pt x="141" y="9"/>
                    <a:pt x="140" y="9"/>
                  </a:cubicBezTo>
                  <a:cubicBezTo>
                    <a:pt x="139" y="8"/>
                    <a:pt x="137" y="8"/>
                    <a:pt x="135" y="8"/>
                  </a:cubicBezTo>
                  <a:cubicBezTo>
                    <a:pt x="134" y="8"/>
                    <a:pt x="133" y="8"/>
                    <a:pt x="132" y="8"/>
                  </a:cubicBezTo>
                  <a:cubicBezTo>
                    <a:pt x="130" y="8"/>
                    <a:pt x="129" y="8"/>
                    <a:pt x="128" y="8"/>
                  </a:cubicBezTo>
                  <a:cubicBezTo>
                    <a:pt x="127" y="8"/>
                    <a:pt x="126" y="8"/>
                    <a:pt x="125" y="8"/>
                  </a:cubicBezTo>
                  <a:cubicBezTo>
                    <a:pt x="122" y="7"/>
                    <a:pt x="120" y="6"/>
                    <a:pt x="118" y="5"/>
                  </a:cubicBezTo>
                  <a:cubicBezTo>
                    <a:pt x="116" y="4"/>
                    <a:pt x="114" y="3"/>
                    <a:pt x="111" y="2"/>
                  </a:cubicBezTo>
                  <a:cubicBezTo>
                    <a:pt x="110" y="2"/>
                    <a:pt x="107" y="2"/>
                    <a:pt x="105" y="2"/>
                  </a:cubicBezTo>
                  <a:cubicBezTo>
                    <a:pt x="104" y="2"/>
                    <a:pt x="102" y="2"/>
                    <a:pt x="100" y="2"/>
                  </a:cubicBezTo>
                  <a:cubicBezTo>
                    <a:pt x="99" y="2"/>
                    <a:pt x="98" y="3"/>
                    <a:pt x="98" y="3"/>
                  </a:cubicBezTo>
                  <a:cubicBezTo>
                    <a:pt x="97" y="4"/>
                    <a:pt x="96" y="4"/>
                    <a:pt x="95" y="4"/>
                  </a:cubicBezTo>
                  <a:cubicBezTo>
                    <a:pt x="94" y="4"/>
                    <a:pt x="93" y="4"/>
                    <a:pt x="91" y="3"/>
                  </a:cubicBezTo>
                  <a:cubicBezTo>
                    <a:pt x="90" y="3"/>
                    <a:pt x="90" y="2"/>
                    <a:pt x="89" y="2"/>
                  </a:cubicBezTo>
                  <a:cubicBezTo>
                    <a:pt x="88" y="2"/>
                    <a:pt x="87" y="2"/>
                    <a:pt x="86" y="2"/>
                  </a:cubicBezTo>
                  <a:cubicBezTo>
                    <a:pt x="84" y="2"/>
                    <a:pt x="83" y="2"/>
                    <a:pt x="81" y="3"/>
                  </a:cubicBezTo>
                  <a:cubicBezTo>
                    <a:pt x="80" y="3"/>
                    <a:pt x="79" y="3"/>
                    <a:pt x="77" y="3"/>
                  </a:cubicBezTo>
                  <a:cubicBezTo>
                    <a:pt x="77" y="3"/>
                    <a:pt x="77" y="3"/>
                    <a:pt x="76" y="3"/>
                  </a:cubicBezTo>
                  <a:cubicBezTo>
                    <a:pt x="73" y="3"/>
                    <a:pt x="71" y="2"/>
                    <a:pt x="6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2"/>
                    <a:pt x="64" y="2"/>
                    <a:pt x="63" y="3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59" y="7"/>
                    <a:pt x="56" y="10"/>
                    <a:pt x="53" y="12"/>
                  </a:cubicBezTo>
                  <a:cubicBezTo>
                    <a:pt x="51" y="12"/>
                    <a:pt x="49" y="13"/>
                    <a:pt x="48" y="13"/>
                  </a:cubicBezTo>
                  <a:cubicBezTo>
                    <a:pt x="45" y="14"/>
                    <a:pt x="42" y="15"/>
                    <a:pt x="40" y="18"/>
                  </a:cubicBezTo>
                  <a:cubicBezTo>
                    <a:pt x="38" y="20"/>
                    <a:pt x="38" y="23"/>
                    <a:pt x="38" y="26"/>
                  </a:cubicBezTo>
                  <a:cubicBezTo>
                    <a:pt x="38" y="28"/>
                    <a:pt x="38" y="30"/>
                    <a:pt x="37" y="32"/>
                  </a:cubicBezTo>
                  <a:cubicBezTo>
                    <a:pt x="35" y="35"/>
                    <a:pt x="33" y="37"/>
                    <a:pt x="31" y="38"/>
                  </a:cubicBezTo>
                  <a:cubicBezTo>
                    <a:pt x="30" y="39"/>
                    <a:pt x="29" y="39"/>
                    <a:pt x="28" y="40"/>
                  </a:cubicBezTo>
                  <a:cubicBezTo>
                    <a:pt x="25" y="42"/>
                    <a:pt x="23" y="48"/>
                    <a:pt x="22" y="52"/>
                  </a:cubicBezTo>
                  <a:cubicBezTo>
                    <a:pt x="22" y="54"/>
                    <a:pt x="22" y="56"/>
                    <a:pt x="22" y="58"/>
                  </a:cubicBezTo>
                  <a:cubicBezTo>
                    <a:pt x="21" y="61"/>
                    <a:pt x="21" y="64"/>
                    <a:pt x="20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6" y="67"/>
                    <a:pt x="14" y="68"/>
                    <a:pt x="11" y="68"/>
                  </a:cubicBezTo>
                  <a:cubicBezTo>
                    <a:pt x="10" y="68"/>
                    <a:pt x="9" y="69"/>
                    <a:pt x="8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3"/>
                    <a:pt x="7" y="75"/>
                    <a:pt x="7" y="78"/>
                  </a:cubicBezTo>
                  <a:cubicBezTo>
                    <a:pt x="7" y="83"/>
                    <a:pt x="6" y="87"/>
                    <a:pt x="5" y="92"/>
                  </a:cubicBezTo>
                  <a:cubicBezTo>
                    <a:pt x="4" y="95"/>
                    <a:pt x="4" y="98"/>
                    <a:pt x="4" y="100"/>
                  </a:cubicBezTo>
                  <a:cubicBezTo>
                    <a:pt x="4" y="102"/>
                    <a:pt x="4" y="105"/>
                    <a:pt x="4" y="107"/>
                  </a:cubicBezTo>
                  <a:cubicBezTo>
                    <a:pt x="3" y="109"/>
                    <a:pt x="3" y="111"/>
                    <a:pt x="2" y="113"/>
                  </a:cubicBezTo>
                  <a:cubicBezTo>
                    <a:pt x="1" y="118"/>
                    <a:pt x="0" y="124"/>
                    <a:pt x="1" y="129"/>
                  </a:cubicBezTo>
                  <a:cubicBezTo>
                    <a:pt x="2" y="136"/>
                    <a:pt x="7" y="137"/>
                    <a:pt x="11" y="137"/>
                  </a:cubicBezTo>
                  <a:cubicBezTo>
                    <a:pt x="12" y="137"/>
                    <a:pt x="13" y="137"/>
                    <a:pt x="14" y="137"/>
                  </a:cubicBezTo>
                  <a:cubicBezTo>
                    <a:pt x="14" y="137"/>
                    <a:pt x="15" y="137"/>
                    <a:pt x="16" y="137"/>
                  </a:cubicBezTo>
                  <a:cubicBezTo>
                    <a:pt x="19" y="137"/>
                    <a:pt x="20" y="137"/>
                    <a:pt x="22" y="138"/>
                  </a:cubicBezTo>
                  <a:cubicBezTo>
                    <a:pt x="25" y="140"/>
                    <a:pt x="26" y="145"/>
                    <a:pt x="27" y="150"/>
                  </a:cubicBezTo>
                  <a:cubicBezTo>
                    <a:pt x="27" y="153"/>
                    <a:pt x="28" y="156"/>
                    <a:pt x="29" y="158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0" y="161"/>
                    <a:pt x="31" y="163"/>
                    <a:pt x="32" y="164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5" y="166"/>
                    <a:pt x="37" y="167"/>
                    <a:pt x="39" y="167"/>
                  </a:cubicBezTo>
                  <a:cubicBezTo>
                    <a:pt x="40" y="168"/>
                    <a:pt x="42" y="169"/>
                    <a:pt x="44" y="169"/>
                  </a:cubicBezTo>
                  <a:cubicBezTo>
                    <a:pt x="45" y="169"/>
                    <a:pt x="46" y="169"/>
                    <a:pt x="47" y="168"/>
                  </a:cubicBezTo>
                  <a:cubicBezTo>
                    <a:pt x="48" y="168"/>
                    <a:pt x="48" y="168"/>
                    <a:pt x="48" y="168"/>
                  </a:cubicBezTo>
                  <a:cubicBezTo>
                    <a:pt x="48" y="168"/>
                    <a:pt x="49" y="168"/>
                    <a:pt x="50" y="168"/>
                  </a:cubicBezTo>
                  <a:cubicBezTo>
                    <a:pt x="51" y="167"/>
                    <a:pt x="51" y="167"/>
                    <a:pt x="51" y="167"/>
                  </a:cubicBezTo>
                  <a:cubicBezTo>
                    <a:pt x="53" y="167"/>
                    <a:pt x="54" y="168"/>
                    <a:pt x="55" y="169"/>
                  </a:cubicBezTo>
                  <a:cubicBezTo>
                    <a:pt x="55" y="170"/>
                    <a:pt x="56" y="170"/>
                    <a:pt x="56" y="170"/>
                  </a:cubicBezTo>
                  <a:cubicBezTo>
                    <a:pt x="59" y="173"/>
                    <a:pt x="62" y="174"/>
                    <a:pt x="66" y="174"/>
                  </a:cubicBezTo>
                  <a:cubicBezTo>
                    <a:pt x="67" y="174"/>
                    <a:pt x="68" y="174"/>
                    <a:pt x="69" y="173"/>
                  </a:cubicBezTo>
                  <a:cubicBezTo>
                    <a:pt x="71" y="173"/>
                    <a:pt x="72" y="173"/>
                    <a:pt x="73" y="173"/>
                  </a:cubicBezTo>
                  <a:cubicBezTo>
                    <a:pt x="76" y="173"/>
                    <a:pt x="80" y="174"/>
                    <a:pt x="84" y="175"/>
                  </a:cubicBezTo>
                  <a:cubicBezTo>
                    <a:pt x="86" y="176"/>
                    <a:pt x="88" y="176"/>
                    <a:pt x="90" y="176"/>
                  </a:cubicBezTo>
                  <a:cubicBezTo>
                    <a:pt x="93" y="176"/>
                    <a:pt x="96" y="176"/>
                    <a:pt x="98" y="178"/>
                  </a:cubicBezTo>
                  <a:cubicBezTo>
                    <a:pt x="100" y="179"/>
                    <a:pt x="101" y="179"/>
                    <a:pt x="102" y="180"/>
                  </a:cubicBezTo>
                  <a:cubicBezTo>
                    <a:pt x="104" y="182"/>
                    <a:pt x="106" y="183"/>
                    <a:pt x="110" y="183"/>
                  </a:cubicBezTo>
                  <a:cubicBezTo>
                    <a:pt x="116" y="184"/>
                    <a:pt x="120" y="184"/>
                    <a:pt x="125" y="186"/>
                  </a:cubicBezTo>
                  <a:cubicBezTo>
                    <a:pt x="127" y="187"/>
                    <a:pt x="128" y="187"/>
                    <a:pt x="130" y="187"/>
                  </a:cubicBezTo>
                  <a:cubicBezTo>
                    <a:pt x="134" y="187"/>
                    <a:pt x="135" y="184"/>
                    <a:pt x="135" y="183"/>
                  </a:cubicBezTo>
                  <a:cubicBezTo>
                    <a:pt x="135" y="182"/>
                    <a:pt x="136" y="181"/>
                    <a:pt x="136" y="180"/>
                  </a:cubicBezTo>
                  <a:cubicBezTo>
                    <a:pt x="136" y="179"/>
                    <a:pt x="136" y="178"/>
                    <a:pt x="137" y="176"/>
                  </a:cubicBezTo>
                  <a:cubicBezTo>
                    <a:pt x="138" y="176"/>
                    <a:pt x="138" y="175"/>
                    <a:pt x="139" y="175"/>
                  </a:cubicBezTo>
                  <a:cubicBezTo>
                    <a:pt x="140" y="173"/>
                    <a:pt x="141" y="171"/>
                    <a:pt x="142" y="171"/>
                  </a:cubicBezTo>
                  <a:cubicBezTo>
                    <a:pt x="143" y="170"/>
                    <a:pt x="144" y="170"/>
                    <a:pt x="145" y="170"/>
                  </a:cubicBezTo>
                  <a:cubicBezTo>
                    <a:pt x="146" y="170"/>
                    <a:pt x="148" y="170"/>
                    <a:pt x="149" y="170"/>
                  </a:cubicBezTo>
                  <a:cubicBezTo>
                    <a:pt x="150" y="170"/>
                    <a:pt x="151" y="170"/>
                    <a:pt x="152" y="170"/>
                  </a:cubicBezTo>
                  <a:cubicBezTo>
                    <a:pt x="152" y="170"/>
                    <a:pt x="153" y="170"/>
                    <a:pt x="154" y="170"/>
                  </a:cubicBezTo>
                  <a:cubicBezTo>
                    <a:pt x="156" y="169"/>
                    <a:pt x="158" y="167"/>
                    <a:pt x="159" y="165"/>
                  </a:cubicBezTo>
                  <a:cubicBezTo>
                    <a:pt x="161" y="164"/>
                    <a:pt x="162" y="163"/>
                    <a:pt x="163" y="162"/>
                  </a:cubicBezTo>
                  <a:cubicBezTo>
                    <a:pt x="165" y="161"/>
                    <a:pt x="166" y="160"/>
                    <a:pt x="167" y="160"/>
                  </a:cubicBezTo>
                  <a:cubicBezTo>
                    <a:pt x="167" y="160"/>
                    <a:pt x="168" y="161"/>
                    <a:pt x="169" y="161"/>
                  </a:cubicBezTo>
                  <a:cubicBezTo>
                    <a:pt x="170" y="162"/>
                    <a:pt x="170" y="162"/>
                    <a:pt x="171" y="163"/>
                  </a:cubicBezTo>
                  <a:cubicBezTo>
                    <a:pt x="172" y="163"/>
                    <a:pt x="174" y="163"/>
                    <a:pt x="175" y="163"/>
                  </a:cubicBezTo>
                  <a:cubicBezTo>
                    <a:pt x="177" y="163"/>
                    <a:pt x="180" y="163"/>
                    <a:pt x="182" y="162"/>
                  </a:cubicBezTo>
                  <a:cubicBezTo>
                    <a:pt x="184" y="161"/>
                    <a:pt x="186" y="161"/>
                    <a:pt x="189" y="161"/>
                  </a:cubicBezTo>
                  <a:cubicBezTo>
                    <a:pt x="190" y="161"/>
                    <a:pt x="192" y="161"/>
                    <a:pt x="193" y="162"/>
                  </a:cubicBezTo>
                  <a:cubicBezTo>
                    <a:pt x="194" y="162"/>
                    <a:pt x="195" y="164"/>
                    <a:pt x="197" y="165"/>
                  </a:cubicBezTo>
                  <a:cubicBezTo>
                    <a:pt x="197" y="166"/>
                    <a:pt x="198" y="167"/>
                    <a:pt x="200" y="168"/>
                  </a:cubicBezTo>
                  <a:cubicBezTo>
                    <a:pt x="201" y="169"/>
                    <a:pt x="203" y="169"/>
                    <a:pt x="205" y="169"/>
                  </a:cubicBezTo>
                  <a:cubicBezTo>
                    <a:pt x="207" y="169"/>
                    <a:pt x="208" y="169"/>
                    <a:pt x="210" y="169"/>
                  </a:cubicBezTo>
                  <a:cubicBezTo>
                    <a:pt x="213" y="168"/>
                    <a:pt x="215" y="166"/>
                    <a:pt x="218" y="164"/>
                  </a:cubicBezTo>
                  <a:cubicBezTo>
                    <a:pt x="221" y="162"/>
                    <a:pt x="224" y="160"/>
                    <a:pt x="228" y="160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4" y="159"/>
                    <a:pt x="239" y="158"/>
                    <a:pt x="244" y="158"/>
                  </a:cubicBezTo>
                  <a:cubicBezTo>
                    <a:pt x="246" y="158"/>
                    <a:pt x="246" y="158"/>
                    <a:pt x="246" y="158"/>
                  </a:cubicBezTo>
                  <a:cubicBezTo>
                    <a:pt x="246" y="157"/>
                    <a:pt x="246" y="157"/>
                    <a:pt x="246" y="157"/>
                  </a:cubicBezTo>
                  <a:cubicBezTo>
                    <a:pt x="246" y="156"/>
                    <a:pt x="247" y="156"/>
                    <a:pt x="247" y="155"/>
                  </a:cubicBezTo>
                  <a:cubicBezTo>
                    <a:pt x="248" y="154"/>
                    <a:pt x="249" y="154"/>
                    <a:pt x="250" y="152"/>
                  </a:cubicBezTo>
                  <a:cubicBezTo>
                    <a:pt x="251" y="150"/>
                    <a:pt x="250" y="148"/>
                    <a:pt x="250" y="146"/>
                  </a:cubicBezTo>
                  <a:cubicBezTo>
                    <a:pt x="250" y="146"/>
                    <a:pt x="249" y="145"/>
                    <a:pt x="249" y="144"/>
                  </a:cubicBezTo>
                  <a:cubicBezTo>
                    <a:pt x="249" y="142"/>
                    <a:pt x="250" y="141"/>
                    <a:pt x="251" y="139"/>
                  </a:cubicBezTo>
                  <a:cubicBezTo>
                    <a:pt x="252" y="137"/>
                    <a:pt x="253" y="136"/>
                    <a:pt x="253" y="134"/>
                  </a:cubicBezTo>
                  <a:cubicBezTo>
                    <a:pt x="254" y="132"/>
                    <a:pt x="255" y="131"/>
                    <a:pt x="255" y="131"/>
                  </a:cubicBezTo>
                  <a:cubicBezTo>
                    <a:pt x="256" y="131"/>
                    <a:pt x="257" y="132"/>
                    <a:pt x="258" y="133"/>
                  </a:cubicBezTo>
                  <a:cubicBezTo>
                    <a:pt x="260" y="134"/>
                    <a:pt x="262" y="136"/>
                    <a:pt x="265" y="136"/>
                  </a:cubicBezTo>
                  <a:cubicBezTo>
                    <a:pt x="268" y="136"/>
                    <a:pt x="270" y="135"/>
                    <a:pt x="272" y="133"/>
                  </a:cubicBezTo>
                  <a:cubicBezTo>
                    <a:pt x="272" y="131"/>
                    <a:pt x="272" y="131"/>
                    <a:pt x="272" y="131"/>
                  </a:cubicBezTo>
                  <a:lnTo>
                    <a:pt x="272" y="130"/>
                  </a:lnTo>
                  <a:close/>
                </a:path>
              </a:pathLst>
            </a:custGeom>
            <a:grpFill/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EBD7190-3613-AA89-E313-D76E6BFE5E45}"/>
              </a:ext>
            </a:extLst>
          </p:cNvPr>
          <p:cNvSpPr txBox="1"/>
          <p:nvPr/>
        </p:nvSpPr>
        <p:spPr>
          <a:xfrm>
            <a:off x="5199103" y="3431663"/>
            <a:ext cx="3087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1" i="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01.</a:t>
            </a:r>
            <a:endParaRPr lang="en-US" sz="4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97F69E-E8AE-D52B-0EEE-144AD21D1043}"/>
              </a:ext>
            </a:extLst>
          </p:cNvPr>
          <p:cNvSpPr txBox="1"/>
          <p:nvPr/>
        </p:nvSpPr>
        <p:spPr>
          <a:xfrm>
            <a:off x="5212131" y="4106550"/>
            <a:ext cx="2141835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adipi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Lorem ipsum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, cons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ectetur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080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3A789-0F54-CD4D-926D-4528E8AE0FE5}"/>
              </a:ext>
            </a:extLst>
          </p:cNvPr>
          <p:cNvSpPr txBox="1"/>
          <p:nvPr/>
        </p:nvSpPr>
        <p:spPr>
          <a:xfrm>
            <a:off x="5077194" y="921132"/>
            <a:ext cx="41017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What </a:t>
            </a:r>
          </a:p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Client Say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nip Diagonal Corner Rectangle 3">
            <a:extLst>
              <a:ext uri="{FF2B5EF4-FFF2-40B4-BE49-F238E27FC236}">
                <a16:creationId xmlns:a16="http://schemas.microsoft.com/office/drawing/2014/main" id="{C5CAE2FC-1F59-EF49-9A6B-69F4151250AE}"/>
              </a:ext>
            </a:extLst>
          </p:cNvPr>
          <p:cNvSpPr/>
          <p:nvPr/>
        </p:nvSpPr>
        <p:spPr>
          <a:xfrm>
            <a:off x="1147273" y="2473377"/>
            <a:ext cx="3214865" cy="3463491"/>
          </a:xfrm>
          <a:prstGeom prst="snip2DiagRect">
            <a:avLst>
              <a:gd name="adj1" fmla="val 0"/>
              <a:gd name="adj2" fmla="val 196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A754687C-7688-234E-952C-4FDE344717CF}"/>
              </a:ext>
            </a:extLst>
          </p:cNvPr>
          <p:cNvSpPr/>
          <p:nvPr/>
        </p:nvSpPr>
        <p:spPr>
          <a:xfrm>
            <a:off x="5077194" y="3222886"/>
            <a:ext cx="5967533" cy="2713982"/>
          </a:xfrm>
          <a:prstGeom prst="snip2DiagRect">
            <a:avLst>
              <a:gd name="adj1" fmla="val 0"/>
              <a:gd name="adj2" fmla="val 2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1245F7-A382-954F-BBC2-FA4A9C348DB0}"/>
              </a:ext>
            </a:extLst>
          </p:cNvPr>
          <p:cNvSpPr/>
          <p:nvPr/>
        </p:nvSpPr>
        <p:spPr>
          <a:xfrm>
            <a:off x="9087463" y="5003073"/>
            <a:ext cx="1515429" cy="53104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A6FB3-41F0-8A41-B03F-5AF3270547C2}"/>
              </a:ext>
            </a:extLst>
          </p:cNvPr>
          <p:cNvSpPr txBox="1"/>
          <p:nvPr/>
        </p:nvSpPr>
        <p:spPr>
          <a:xfrm>
            <a:off x="1147273" y="1060720"/>
            <a:ext cx="2330713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770B7-FF8A-E444-B165-E69FB12EE66A}"/>
              </a:ext>
            </a:extLst>
          </p:cNvPr>
          <p:cNvSpPr txBox="1"/>
          <p:nvPr/>
        </p:nvSpPr>
        <p:spPr>
          <a:xfrm>
            <a:off x="9580467" y="1474551"/>
            <a:ext cx="1573074" cy="108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, 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798A8-E852-C94A-B2E1-49813008E99D}"/>
              </a:ext>
            </a:extLst>
          </p:cNvPr>
          <p:cNvSpPr txBox="1"/>
          <p:nvPr/>
        </p:nvSpPr>
        <p:spPr>
          <a:xfrm>
            <a:off x="5686013" y="3624338"/>
            <a:ext cx="311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Aaron </a:t>
            </a:r>
            <a:r>
              <a:rPr lang="en-ID" sz="2400" b="1" dirty="0" err="1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Dasilva</a:t>
            </a:r>
            <a:endParaRPr lang="en-US" sz="2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F490B-00E2-6F45-8E47-9F891237BDD7}"/>
              </a:ext>
            </a:extLst>
          </p:cNvPr>
          <p:cNvSpPr txBox="1"/>
          <p:nvPr/>
        </p:nvSpPr>
        <p:spPr>
          <a:xfrm>
            <a:off x="5686012" y="4095470"/>
            <a:ext cx="4143787" cy="89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Lorem ipsum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dolor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sit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amet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consectetur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adipiscing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elit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Fusce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neque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velit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sodales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eget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hendrerit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ac,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dapibus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ut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tortor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Suspendisse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ID" sz="1200" b="0" i="0" dirty="0" err="1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potenti</a:t>
            </a:r>
            <a:r>
              <a:rPr lang="en-ID" sz="1200" b="0" i="0" dirty="0">
                <a:solidFill>
                  <a:schemeClr val="accent4"/>
                </a:solidFill>
                <a:effectLst/>
                <a:latin typeface="Open Sans" panose="020F0502020204030204" pitchFamily="34" charset="0"/>
              </a:rPr>
              <a:t>. 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13" name="Shape 9062">
            <a:extLst>
              <a:ext uri="{FF2B5EF4-FFF2-40B4-BE49-F238E27FC236}">
                <a16:creationId xmlns:a16="http://schemas.microsoft.com/office/drawing/2014/main" id="{24D52E0A-3A47-974E-BDBD-A1912459D07F}"/>
              </a:ext>
            </a:extLst>
          </p:cNvPr>
          <p:cNvSpPr/>
          <p:nvPr/>
        </p:nvSpPr>
        <p:spPr>
          <a:xfrm flipV="1">
            <a:off x="10039147" y="5140499"/>
            <a:ext cx="339077" cy="2601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2" h="21456" extrusionOk="0">
                <a:moveTo>
                  <a:pt x="21129" y="11771"/>
                </a:moveTo>
                <a:cubicBezTo>
                  <a:pt x="14125" y="20995"/>
                  <a:pt x="14125" y="20995"/>
                  <a:pt x="14125" y="20995"/>
                </a:cubicBezTo>
                <a:cubicBezTo>
                  <a:pt x="13890" y="21302"/>
                  <a:pt x="13596" y="21456"/>
                  <a:pt x="13301" y="21456"/>
                </a:cubicBezTo>
                <a:cubicBezTo>
                  <a:pt x="13007" y="21456"/>
                  <a:pt x="12713" y="21302"/>
                  <a:pt x="12477" y="20995"/>
                </a:cubicBezTo>
                <a:cubicBezTo>
                  <a:pt x="12065" y="20457"/>
                  <a:pt x="12065" y="19457"/>
                  <a:pt x="12477" y="18919"/>
                </a:cubicBezTo>
                <a:cubicBezTo>
                  <a:pt x="17598" y="12232"/>
                  <a:pt x="17598" y="12232"/>
                  <a:pt x="17598" y="12232"/>
                </a:cubicBezTo>
                <a:cubicBezTo>
                  <a:pt x="1118" y="12232"/>
                  <a:pt x="1118" y="12232"/>
                  <a:pt x="1118" y="12232"/>
                </a:cubicBezTo>
                <a:cubicBezTo>
                  <a:pt x="471" y="12232"/>
                  <a:pt x="0" y="11540"/>
                  <a:pt x="0" y="10694"/>
                </a:cubicBezTo>
                <a:cubicBezTo>
                  <a:pt x="0" y="9926"/>
                  <a:pt x="471" y="9234"/>
                  <a:pt x="1118" y="9234"/>
                </a:cubicBezTo>
                <a:cubicBezTo>
                  <a:pt x="17598" y="9234"/>
                  <a:pt x="17598" y="9234"/>
                  <a:pt x="17598" y="9234"/>
                </a:cubicBezTo>
                <a:cubicBezTo>
                  <a:pt x="12477" y="2546"/>
                  <a:pt x="12477" y="2546"/>
                  <a:pt x="12477" y="2546"/>
                </a:cubicBezTo>
                <a:cubicBezTo>
                  <a:pt x="12065" y="1931"/>
                  <a:pt x="12065" y="1009"/>
                  <a:pt x="12477" y="394"/>
                </a:cubicBezTo>
                <a:cubicBezTo>
                  <a:pt x="12948" y="-144"/>
                  <a:pt x="13654" y="-144"/>
                  <a:pt x="14125" y="471"/>
                </a:cubicBezTo>
                <a:cubicBezTo>
                  <a:pt x="21129" y="9695"/>
                  <a:pt x="21129" y="9695"/>
                  <a:pt x="21129" y="9695"/>
                </a:cubicBezTo>
                <a:cubicBezTo>
                  <a:pt x="21600" y="10233"/>
                  <a:pt x="21600" y="11156"/>
                  <a:pt x="21129" y="1177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tIns="91439" bIns="91439"/>
          <a:lstStyle/>
          <a:p>
            <a:pPr algn="ctr">
              <a:spcBef>
                <a:spcPts val="800"/>
              </a:spcBef>
              <a:defRPr sz="1800" spc="-180">
                <a:solidFill>
                  <a:srgbClr val="FFFFFF"/>
                </a:solidFill>
              </a:defRPr>
            </a:pPr>
            <a:endParaRPr>
              <a:solidFill>
                <a:schemeClr val="accent1"/>
              </a:solidFill>
              <a:latin typeface="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43F17F7-D940-6E52-D882-B9AC363611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7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2CEB74-1386-CD42-8313-DA1B06207A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18004-D538-1948-AFA7-1E1853C1E5DD}"/>
              </a:ext>
            </a:extLst>
          </p:cNvPr>
          <p:cNvSpPr txBox="1"/>
          <p:nvPr/>
        </p:nvSpPr>
        <p:spPr>
          <a:xfrm>
            <a:off x="2222818" y="1884332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46354-5C83-F84E-B49F-2BA9103AF54A}"/>
              </a:ext>
            </a:extLst>
          </p:cNvPr>
          <p:cNvSpPr txBox="1"/>
          <p:nvPr/>
        </p:nvSpPr>
        <p:spPr>
          <a:xfrm>
            <a:off x="1004047" y="1084873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Welcome To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EFF85-2699-ED40-BF18-E5A4DF00163B}"/>
              </a:ext>
            </a:extLst>
          </p:cNvPr>
          <p:cNvSpPr txBox="1"/>
          <p:nvPr/>
        </p:nvSpPr>
        <p:spPr>
          <a:xfrm>
            <a:off x="1342145" y="3768134"/>
            <a:ext cx="2811402" cy="82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b="0" i="0" dirty="0">
                <a:effectLst/>
                <a:latin typeface="Open Sans" panose="020F0502020204030204" pitchFamily="34" charset="0"/>
              </a:rPr>
              <a:t>Lorem ipsum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dolor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sit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amet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consectetur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adipiscing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elit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Fusce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neque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velit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sodales</a:t>
            </a:r>
            <a:r>
              <a:rPr lang="en-ID" sz="1100" b="0" i="0" dirty="0">
                <a:effectLst/>
                <a:latin typeface="Open Sans" panose="020F0502020204030204" pitchFamily="34" charset="0"/>
              </a:rPr>
              <a:t> </a:t>
            </a:r>
            <a:r>
              <a:rPr lang="en-ID" sz="1100" b="0" i="0" dirty="0" err="1">
                <a:effectLst/>
                <a:latin typeface="Open Sans" panose="020F0502020204030204" pitchFamily="34" charset="0"/>
              </a:rPr>
              <a:t>eget</a:t>
            </a:r>
            <a:endParaRPr lang="en-US" sz="11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96F710-15C7-0347-A091-6200E8D197FA}"/>
              </a:ext>
            </a:extLst>
          </p:cNvPr>
          <p:cNvSpPr/>
          <p:nvPr/>
        </p:nvSpPr>
        <p:spPr>
          <a:xfrm>
            <a:off x="7532176" y="4643681"/>
            <a:ext cx="3387010" cy="892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hape 9062">
            <a:extLst>
              <a:ext uri="{FF2B5EF4-FFF2-40B4-BE49-F238E27FC236}">
                <a16:creationId xmlns:a16="http://schemas.microsoft.com/office/drawing/2014/main" id="{21DD272A-164F-0D4C-B8E9-9564790F5CC8}"/>
              </a:ext>
            </a:extLst>
          </p:cNvPr>
          <p:cNvSpPr/>
          <p:nvPr/>
        </p:nvSpPr>
        <p:spPr>
          <a:xfrm>
            <a:off x="9996119" y="4903606"/>
            <a:ext cx="470245" cy="3607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2" h="21456" extrusionOk="0">
                <a:moveTo>
                  <a:pt x="21129" y="11771"/>
                </a:moveTo>
                <a:cubicBezTo>
                  <a:pt x="14125" y="20995"/>
                  <a:pt x="14125" y="20995"/>
                  <a:pt x="14125" y="20995"/>
                </a:cubicBezTo>
                <a:cubicBezTo>
                  <a:pt x="13890" y="21302"/>
                  <a:pt x="13596" y="21456"/>
                  <a:pt x="13301" y="21456"/>
                </a:cubicBezTo>
                <a:cubicBezTo>
                  <a:pt x="13007" y="21456"/>
                  <a:pt x="12713" y="21302"/>
                  <a:pt x="12477" y="20995"/>
                </a:cubicBezTo>
                <a:cubicBezTo>
                  <a:pt x="12065" y="20457"/>
                  <a:pt x="12065" y="19457"/>
                  <a:pt x="12477" y="18919"/>
                </a:cubicBezTo>
                <a:cubicBezTo>
                  <a:pt x="17598" y="12232"/>
                  <a:pt x="17598" y="12232"/>
                  <a:pt x="17598" y="12232"/>
                </a:cubicBezTo>
                <a:cubicBezTo>
                  <a:pt x="1118" y="12232"/>
                  <a:pt x="1118" y="12232"/>
                  <a:pt x="1118" y="12232"/>
                </a:cubicBezTo>
                <a:cubicBezTo>
                  <a:pt x="471" y="12232"/>
                  <a:pt x="0" y="11540"/>
                  <a:pt x="0" y="10694"/>
                </a:cubicBezTo>
                <a:cubicBezTo>
                  <a:pt x="0" y="9926"/>
                  <a:pt x="471" y="9234"/>
                  <a:pt x="1118" y="9234"/>
                </a:cubicBezTo>
                <a:cubicBezTo>
                  <a:pt x="17598" y="9234"/>
                  <a:pt x="17598" y="9234"/>
                  <a:pt x="17598" y="9234"/>
                </a:cubicBezTo>
                <a:cubicBezTo>
                  <a:pt x="12477" y="2546"/>
                  <a:pt x="12477" y="2546"/>
                  <a:pt x="12477" y="2546"/>
                </a:cubicBezTo>
                <a:cubicBezTo>
                  <a:pt x="12065" y="1931"/>
                  <a:pt x="12065" y="1009"/>
                  <a:pt x="12477" y="394"/>
                </a:cubicBezTo>
                <a:cubicBezTo>
                  <a:pt x="12948" y="-144"/>
                  <a:pt x="13654" y="-144"/>
                  <a:pt x="14125" y="471"/>
                </a:cubicBezTo>
                <a:cubicBezTo>
                  <a:pt x="21129" y="9695"/>
                  <a:pt x="21129" y="9695"/>
                  <a:pt x="21129" y="9695"/>
                </a:cubicBezTo>
                <a:cubicBezTo>
                  <a:pt x="21600" y="10233"/>
                  <a:pt x="21600" y="11156"/>
                  <a:pt x="21129" y="1177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algn="ctr">
              <a:spcBef>
                <a:spcPts val="800"/>
              </a:spcBef>
              <a:defRPr sz="1800" spc="-180">
                <a:solidFill>
                  <a:srgbClr val="FFFFFF"/>
                </a:solidFill>
              </a:defRPr>
            </a:pPr>
            <a:endParaRPr>
              <a:solidFill>
                <a:schemeClr val="accent1"/>
              </a:solidFill>
              <a:latin typeface="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F003C-66B5-70C7-7101-E1875BB4F9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62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A colorful network pattern on a black background&#10;&#10;AI-generated content may be incorrect.">
            <a:extLst>
              <a:ext uri="{FF2B5EF4-FFF2-40B4-BE49-F238E27FC236}">
                <a16:creationId xmlns:a16="http://schemas.microsoft.com/office/drawing/2014/main" id="{F7AA1661-D121-9182-B02E-78D9B459D6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2358" b="22358"/>
          <a:stretch>
            <a:fillRect/>
          </a:stretch>
        </p:blipFill>
        <p:spPr>
          <a:xfrm>
            <a:off x="501650" y="2444750"/>
            <a:ext cx="3049588" cy="1685925"/>
          </a:xfrm>
        </p:spPr>
      </p:pic>
      <p:pic>
        <p:nvPicPr>
          <p:cNvPr id="34" name="Picture Placeholder 33" descr="A close-up of a chess board&#10;&#10;AI-generated content may be incorrect.">
            <a:extLst>
              <a:ext uri="{FF2B5EF4-FFF2-40B4-BE49-F238E27FC236}">
                <a16:creationId xmlns:a16="http://schemas.microsoft.com/office/drawing/2014/main" id="{154C2718-7428-0FAC-88F8-1EAD8E6BE21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2242" r="2242"/>
          <a:stretch>
            <a:fillRect/>
          </a:stretch>
        </p:blipFill>
        <p:spPr>
          <a:xfrm>
            <a:off x="4300538" y="2444750"/>
            <a:ext cx="3051175" cy="1685925"/>
          </a:xfrm>
        </p:spPr>
      </p:pic>
      <p:pic>
        <p:nvPicPr>
          <p:cNvPr id="36" name="Picture Placeholder 35" descr="A close-up of a network&#10;&#10;AI-generated content may be incorrect.">
            <a:extLst>
              <a:ext uri="{FF2B5EF4-FFF2-40B4-BE49-F238E27FC236}">
                <a16:creationId xmlns:a16="http://schemas.microsoft.com/office/drawing/2014/main" id="{46B533EB-3758-3C6D-DEE6-6AB6F944EA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t="859" b="859"/>
          <a:stretch>
            <a:fillRect/>
          </a:stretch>
        </p:blipFill>
        <p:spPr>
          <a:xfrm>
            <a:off x="8101013" y="2444750"/>
            <a:ext cx="3049587" cy="16859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7C0A68-F7AF-2F45-8A57-09E718735C94}"/>
              </a:ext>
            </a:extLst>
          </p:cNvPr>
          <p:cNvSpPr txBox="1"/>
          <p:nvPr/>
        </p:nvSpPr>
        <p:spPr>
          <a:xfrm>
            <a:off x="6465167" y="861481"/>
            <a:ext cx="4731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4000" b="1" dirty="0">
                <a:solidFill>
                  <a:schemeClr val="accent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Model Evolution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6F6D93-4167-6A40-8F0C-C79BF2EE8ECD}"/>
              </a:ext>
            </a:extLst>
          </p:cNvPr>
          <p:cNvSpPr txBox="1"/>
          <p:nvPr/>
        </p:nvSpPr>
        <p:spPr>
          <a:xfrm>
            <a:off x="8899071" y="1537996"/>
            <a:ext cx="2144988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ID" sz="1100" i="1" dirty="0">
                <a:solidFill>
                  <a:schemeClr val="accent1">
                    <a:lumMod val="5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Baseline to Enhanced Architecture</a:t>
            </a:r>
            <a:endParaRPr lang="en-US" sz="1100" i="1" dirty="0">
              <a:solidFill>
                <a:schemeClr val="accent1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A16C5CD3-35AD-E669-439C-CB36F24D5E0C}"/>
              </a:ext>
            </a:extLst>
          </p:cNvPr>
          <p:cNvSpPr/>
          <p:nvPr/>
        </p:nvSpPr>
        <p:spPr>
          <a:xfrm>
            <a:off x="646140" y="2562027"/>
            <a:ext cx="1607699" cy="40732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096E84-3D14-EC45-451D-BCBA12551AA5}"/>
              </a:ext>
            </a:extLst>
          </p:cNvPr>
          <p:cNvSpPr txBox="1"/>
          <p:nvPr/>
        </p:nvSpPr>
        <p:spPr>
          <a:xfrm>
            <a:off x="802795" y="2611800"/>
            <a:ext cx="1294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Architecture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9" name="Rounded Rectangle 8">
            <a:extLst>
              <a:ext uri="{FF2B5EF4-FFF2-40B4-BE49-F238E27FC236}">
                <a16:creationId xmlns:a16="http://schemas.microsoft.com/office/drawing/2014/main" id="{581B4830-5599-1EB7-1CE4-01D01E988DB4}"/>
              </a:ext>
            </a:extLst>
          </p:cNvPr>
          <p:cNvSpPr/>
          <p:nvPr/>
        </p:nvSpPr>
        <p:spPr>
          <a:xfrm>
            <a:off x="4445352" y="2562027"/>
            <a:ext cx="2007516" cy="40732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4C8580-CFD9-F3BC-F90D-E81241A13F86}"/>
              </a:ext>
            </a:extLst>
          </p:cNvPr>
          <p:cNvSpPr txBox="1"/>
          <p:nvPr/>
        </p:nvSpPr>
        <p:spPr>
          <a:xfrm>
            <a:off x="4602006" y="2611800"/>
            <a:ext cx="1850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Training Strategy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EC139293-1C12-8CE0-639B-48F9CB73266E}"/>
              </a:ext>
            </a:extLst>
          </p:cNvPr>
          <p:cNvSpPr/>
          <p:nvPr/>
        </p:nvSpPr>
        <p:spPr>
          <a:xfrm>
            <a:off x="8244563" y="2562027"/>
            <a:ext cx="1451838" cy="40732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089FFB-670C-8D9C-F7E7-B9EFAC6BDC90}"/>
              </a:ext>
            </a:extLst>
          </p:cNvPr>
          <p:cNvSpPr txBox="1"/>
          <p:nvPr/>
        </p:nvSpPr>
        <p:spPr>
          <a:xfrm>
            <a:off x="8401217" y="2611800"/>
            <a:ext cx="1295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Deployment</a:t>
            </a:r>
            <a:endParaRPr lang="en-US" sz="14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CB29C8-E9AF-25F8-770E-078AEA489165}"/>
              </a:ext>
            </a:extLst>
          </p:cNvPr>
          <p:cNvSpPr txBox="1"/>
          <p:nvPr/>
        </p:nvSpPr>
        <p:spPr>
          <a:xfrm>
            <a:off x="598607" y="4324033"/>
            <a:ext cx="3193200" cy="1080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DeepLabV3+ with ResNet-50 backbone for improved accuracy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 loss function options (CE, Focal, Dice, Combined) for optimized training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90309A-3288-4A25-0C27-0374E90B964B}"/>
              </a:ext>
            </a:extLst>
          </p:cNvPr>
          <p:cNvSpPr txBox="1"/>
          <p:nvPr/>
        </p:nvSpPr>
        <p:spPr>
          <a:xfrm>
            <a:off x="4473245" y="4330643"/>
            <a:ext cx="3402673" cy="1448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F0502020204030204" pitchFamily="34" charset="0"/>
              </a:rPr>
              <a:t>C</a:t>
            </a:r>
            <a:r>
              <a:rPr lang="en-US" sz="1200" b="0" i="0" dirty="0">
                <a:effectLst/>
                <a:latin typeface="Open Sans" panose="020F0502020204030204" pitchFamily="34" charset="0"/>
              </a:rPr>
              <a:t>ustom learning rate scheduling with warmup, peak, and decay phases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Open Sans" panose="020F0502020204030204" pitchFamily="34" charset="0"/>
              </a:rPr>
              <a:t>Automatic Mixed Precision (AMP) for efficient GPU utilization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6C3088-1C74-152B-C0DC-304657833A24}"/>
              </a:ext>
            </a:extLst>
          </p:cNvPr>
          <p:cNvSpPr txBox="1"/>
          <p:nvPr/>
        </p:nvSpPr>
        <p:spPr>
          <a:xfrm>
            <a:off x="8305306" y="4330643"/>
            <a:ext cx="3402673" cy="11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F0502020204030204" pitchFamily="34" charset="0"/>
              </a:rPr>
              <a:t>Regular model checkpointing : </a:t>
            </a:r>
            <a:br>
              <a:rPr lang="en-US" sz="1200" dirty="0">
                <a:latin typeface="Open Sans" panose="020F0502020204030204" pitchFamily="34" charset="0"/>
              </a:rPr>
            </a:br>
            <a:r>
              <a:rPr lang="en-US" sz="1200" dirty="0">
                <a:latin typeface="Open Sans" panose="020F0502020204030204" pitchFamily="34" charset="0"/>
              </a:rPr>
              <a:t>versioned and latest snapshots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Open Sans" panose="020F0502020204030204" pitchFamily="34" charset="0"/>
              </a:rPr>
              <a:t>Cloud-ready Architecture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84227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F5BDC-7CBB-554F-9D26-9AA6207D3361}"/>
              </a:ext>
            </a:extLst>
          </p:cNvPr>
          <p:cNvSpPr txBox="1"/>
          <p:nvPr/>
        </p:nvSpPr>
        <p:spPr>
          <a:xfrm>
            <a:off x="2067332" y="2162624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 err="1"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HiTech</a:t>
            </a:r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 Tech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44D59-6E92-7E4E-95DB-8CF4CDD3547C}"/>
              </a:ext>
            </a:extLst>
          </p:cNvPr>
          <p:cNvSpPr txBox="1"/>
          <p:nvPr/>
        </p:nvSpPr>
        <p:spPr>
          <a:xfrm>
            <a:off x="891425" y="1363165"/>
            <a:ext cx="5196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5400" b="1" i="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Thank You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DC9502E8-9171-EE4C-9AB6-EDDEBD6468B5}"/>
              </a:ext>
            </a:extLst>
          </p:cNvPr>
          <p:cNvSpPr/>
          <p:nvPr/>
        </p:nvSpPr>
        <p:spPr>
          <a:xfrm>
            <a:off x="977153" y="3660798"/>
            <a:ext cx="10327341" cy="2584342"/>
          </a:xfrm>
          <a:prstGeom prst="snip2DiagRect">
            <a:avLst>
              <a:gd name="adj1" fmla="val 0"/>
              <a:gd name="adj2" fmla="val 252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A98D2-3A7C-D04F-A454-CF42FE2B76AC}"/>
              </a:ext>
            </a:extLst>
          </p:cNvPr>
          <p:cNvSpPr txBox="1"/>
          <p:nvPr/>
        </p:nvSpPr>
        <p:spPr>
          <a:xfrm>
            <a:off x="6966064" y="4229424"/>
            <a:ext cx="2554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</a:rPr>
              <a:t>Get In Touch</a:t>
            </a:r>
            <a:endParaRPr lang="en-US" sz="28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8F066-17C6-164A-A2CF-6B71A0746BA5}"/>
              </a:ext>
            </a:extLst>
          </p:cNvPr>
          <p:cNvSpPr txBox="1"/>
          <p:nvPr/>
        </p:nvSpPr>
        <p:spPr>
          <a:xfrm>
            <a:off x="6933387" y="4890383"/>
            <a:ext cx="39395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accent4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Tinos" panose="02020603050405020304" pitchFamily="18" charset="0"/>
              </a:rPr>
              <a:t>Telephone     :+123 456 7890</a:t>
            </a:r>
          </a:p>
          <a:p>
            <a:r>
              <a:rPr lang="en-ID" sz="1600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  <a:cs typeface="Tinos" panose="02020603050405020304" pitchFamily="18" charset="0"/>
              </a:rPr>
              <a:t>Website	       : </a:t>
            </a:r>
            <a:r>
              <a:rPr lang="en-ID" sz="1600" dirty="0" err="1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  <a:cs typeface="Tinos" panose="02020603050405020304" pitchFamily="18" charset="0"/>
              </a:rPr>
              <a:t>www.yourwebsite.com</a:t>
            </a:r>
            <a:endParaRPr lang="en-ID" sz="16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  <a:cs typeface="Tinos" panose="02020603050405020304" pitchFamily="18" charset="0"/>
            </a:endParaRPr>
          </a:p>
          <a:p>
            <a:r>
              <a:rPr lang="en-US" sz="1600" dirty="0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  <a:cs typeface="Tinos" panose="02020603050405020304" pitchFamily="18" charset="0"/>
              </a:rPr>
              <a:t>Email.             : </a:t>
            </a:r>
            <a:r>
              <a:rPr lang="en-US" sz="1600" dirty="0" err="1">
                <a:solidFill>
                  <a:schemeClr val="accent4"/>
                </a:solidFill>
                <a:latin typeface="Inter" panose="02000503000000020004" pitchFamily="2" charset="0"/>
                <a:ea typeface="Inter" panose="02000503000000020004" pitchFamily="2" charset="0"/>
                <a:cs typeface="Tinos" panose="02020603050405020304" pitchFamily="18" charset="0"/>
              </a:rPr>
              <a:t>hello@youremail.com</a:t>
            </a:r>
            <a:endParaRPr lang="en-US" sz="1600" dirty="0">
              <a:solidFill>
                <a:schemeClr val="accent4"/>
              </a:solidFill>
              <a:latin typeface="Inter" panose="02000503000000020004" pitchFamily="2" charset="0"/>
              <a:ea typeface="Inter" panose="02000503000000020004" pitchFamily="2" charset="0"/>
              <a:cs typeface="Tinos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CFCD5A-75F8-EC4D-81EC-500BF27BA0A0}"/>
              </a:ext>
            </a:extLst>
          </p:cNvPr>
          <p:cNvSpPr txBox="1"/>
          <p:nvPr/>
        </p:nvSpPr>
        <p:spPr>
          <a:xfrm>
            <a:off x="905293" y="555663"/>
            <a:ext cx="1181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dirty="0" err="1">
                <a:solidFill>
                  <a:schemeClr val="accent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HiTect</a:t>
            </a:r>
            <a:endParaRPr lang="en-US" sz="1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0150F2-A779-4E4B-8473-4E66D56B3B62}"/>
              </a:ext>
            </a:extLst>
          </p:cNvPr>
          <p:cNvSpPr txBox="1"/>
          <p:nvPr/>
        </p:nvSpPr>
        <p:spPr>
          <a:xfrm>
            <a:off x="10328298" y="555663"/>
            <a:ext cx="1181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1400" b="1" i="0" dirty="0">
                <a:solidFill>
                  <a:schemeClr val="accent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.2024</a:t>
            </a:r>
            <a:endParaRPr lang="en-US" sz="140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4B4D3-54C9-2B61-9B2B-3E2F627B81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7FE6AF-B526-E8D3-C79F-2917588D1A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29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itech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ECDC3"/>
      </a:accent1>
      <a:accent2>
        <a:srgbClr val="4EA5FF"/>
      </a:accent2>
      <a:accent3>
        <a:srgbClr val="FFC857"/>
      </a:accent3>
      <a:accent4>
        <a:srgbClr val="F5F7FA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2145</TotalTime>
  <Words>1418</Words>
  <Application>Microsoft Office PowerPoint</Application>
  <PresentationFormat>Widescreen</PresentationFormat>
  <Paragraphs>229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Inter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Sawda, Shabnam R</cp:lastModifiedBy>
  <cp:revision>38</cp:revision>
  <dcterms:created xsi:type="dcterms:W3CDTF">2024-02-22T03:50:19Z</dcterms:created>
  <dcterms:modified xsi:type="dcterms:W3CDTF">2025-04-28T05:59:45Z</dcterms:modified>
</cp:coreProperties>
</file>